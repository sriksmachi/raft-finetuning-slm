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74"/>
  </p:notesMasterIdLst>
  <p:handoutMasterIdLst>
    <p:handoutMasterId r:id="rId175"/>
  </p:handoutMasterIdLst>
  <p:sldIdLst>
    <p:sldId id="256" r:id="rId12"/>
    <p:sldId id="257" r:id="rId13"/>
    <p:sldId id="25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 Slide" id="{74885BD8-5455-410C-9941-61D0C404313D}">
          <p14:sldIdLst>
            <p14:sldId id="2147482899"/>
            <p14:sldId id="2147483025"/>
            <p14:sldId id="2147483026"/>
          </p14:sldIdLst>
        </p14:section>
        <p14:section name="Light Version" id="{4CA70FB1-D2D1-4CD7-B628-BD26D670919D}">
          <p14:sldIdLst>
            <p14:sldId id="2147482644"/>
            <p14:sldId id="2147482908"/>
            <p14:sldId id="2147482910"/>
            <p14:sldId id="2147482909"/>
            <p14:sldId id="2147482904"/>
          </p14:sldIdLst>
        </p14:section>
        <p14:section name="White version" id="{76211A64-C32F-4070-9E0F-B7BF87D76B3B}">
          <p14:sldIdLst>
            <p14:sldId id="2147482919"/>
            <p14:sldId id="2147482920"/>
            <p14:sldId id="2147482921"/>
            <p14:sldId id="2147482922"/>
            <p14:sldId id="2147482923"/>
          </p14:sldIdLst>
        </p14:section>
        <p14:section name="Template slides" id="{40E1F3EB-B9E0-4ED0-9E87-CC0F08882D43}">
          <p14:sldIdLst>
            <p14:sldId id="2147482902"/>
            <p14:sldId id="2147483023"/>
            <p14:sldId id="2147482642"/>
            <p14:sldId id="2147482643"/>
            <p14:sldId id="2147482940"/>
            <p14:sldId id="2147482649"/>
            <p14:sldId id="282"/>
            <p14:sldId id="2147482943"/>
            <p14:sldId id="283"/>
            <p14:sldId id="2147482650"/>
            <p14:sldId id="2147482924"/>
            <p14:sldId id="2147482944"/>
            <p14:sldId id="2147482939"/>
            <p14:sldId id="284"/>
            <p14:sldId id="2147482573"/>
            <p14:sldId id="2147482652"/>
            <p14:sldId id="2147482651"/>
            <p14:sldId id="2147482653"/>
            <p14:sldId id="2147482654"/>
            <p14:sldId id="2147482655"/>
            <p14:sldId id="2147482656"/>
            <p14:sldId id="2147482657"/>
            <p14:sldId id="2147482658"/>
            <p14:sldId id="2147482659"/>
            <p14:sldId id="2147482660"/>
            <p14:sldId id="2147482661"/>
            <p14:sldId id="2147482662"/>
            <p14:sldId id="2147482927"/>
            <p14:sldId id="2147482928"/>
            <p14:sldId id="2147482666"/>
            <p14:sldId id="2147482935"/>
            <p14:sldId id="2147482668"/>
            <p14:sldId id="2147482669"/>
            <p14:sldId id="2147482670"/>
            <p14:sldId id="2147482930"/>
            <p14:sldId id="2147482673"/>
            <p14:sldId id="2147482674"/>
            <p14:sldId id="2147482675"/>
            <p14:sldId id="2147482676"/>
            <p14:sldId id="2147482677"/>
            <p14:sldId id="2147482678"/>
            <p14:sldId id="2147482934"/>
            <p14:sldId id="2147482680"/>
            <p14:sldId id="2147482681"/>
            <p14:sldId id="2147482682"/>
            <p14:sldId id="2147482683"/>
            <p14:sldId id="2147482684"/>
            <p14:sldId id="2147482685"/>
            <p14:sldId id="2147482686"/>
            <p14:sldId id="2147482687"/>
            <p14:sldId id="2147482688"/>
            <p14:sldId id="2147482917"/>
            <p14:sldId id="2147482916"/>
            <p14:sldId id="2147482936"/>
            <p14:sldId id="2147482937"/>
            <p14:sldId id="2147482911"/>
            <p14:sldId id="2147482914"/>
            <p14:sldId id="2147482932"/>
            <p14:sldId id="2147482696"/>
            <p14:sldId id="2147482539"/>
            <p14:sldId id="2147482562"/>
            <p14:sldId id="2147482560"/>
            <p14:sldId id="2147481744"/>
            <p14:sldId id="2147479220"/>
            <p14:sldId id="2147482538"/>
            <p14:sldId id="2147481731"/>
            <p14:sldId id="2147482620"/>
            <p14:sldId id="2147482832"/>
            <p14:sldId id="2147482833"/>
            <p14:sldId id="2147482834"/>
          </p14:sldIdLst>
        </p14:section>
        <p14:section name="Dark Version" id="{9730458D-1C48-410B-913C-A53F00726322}">
          <p14:sldIdLst>
            <p14:sldId id="2147482945"/>
            <p14:sldId id="2147482946"/>
            <p14:sldId id="2147482947"/>
            <p14:sldId id="2147482948"/>
            <p14:sldId id="2147482949"/>
            <p14:sldId id="2147482950"/>
            <p14:sldId id="2147483024"/>
            <p14:sldId id="2147482952"/>
            <p14:sldId id="2147482953"/>
            <p14:sldId id="2147482954"/>
            <p14:sldId id="2147482955"/>
            <p14:sldId id="2147482956"/>
            <p14:sldId id="2147482957"/>
            <p14:sldId id="2147482958"/>
            <p14:sldId id="2147482959"/>
            <p14:sldId id="2147482960"/>
            <p14:sldId id="2147482961"/>
            <p14:sldId id="2147482962"/>
            <p14:sldId id="2147482965"/>
            <p14:sldId id="2147482963"/>
            <p14:sldId id="2147482966"/>
            <p14:sldId id="2147482964"/>
            <p14:sldId id="2147482967"/>
            <p14:sldId id="2147482968"/>
            <p14:sldId id="2147482969"/>
            <p14:sldId id="2147482970"/>
            <p14:sldId id="2147482971"/>
            <p14:sldId id="2147482972"/>
            <p14:sldId id="2147482973"/>
            <p14:sldId id="2147482974"/>
            <p14:sldId id="2147482975"/>
            <p14:sldId id="2147482976"/>
            <p14:sldId id="2147482977"/>
            <p14:sldId id="2147482978"/>
            <p14:sldId id="2147482980"/>
            <p14:sldId id="2147482981"/>
            <p14:sldId id="2147482982"/>
            <p14:sldId id="2147482983"/>
            <p14:sldId id="2147482984"/>
            <p14:sldId id="2147482985"/>
            <p14:sldId id="2147482986"/>
            <p14:sldId id="2147482987"/>
            <p14:sldId id="2147482990"/>
            <p14:sldId id="2147482988"/>
            <p14:sldId id="2147482991"/>
            <p14:sldId id="2147482989"/>
            <p14:sldId id="2147482992"/>
            <p14:sldId id="2147482994"/>
            <p14:sldId id="2147482995"/>
            <p14:sldId id="2147482996"/>
            <p14:sldId id="2147482997"/>
            <p14:sldId id="2147482998"/>
            <p14:sldId id="2147482999"/>
            <p14:sldId id="2147483000"/>
            <p14:sldId id="2147483001"/>
            <p14:sldId id="2147483002"/>
            <p14:sldId id="2147483003"/>
            <p14:sldId id="2147483006"/>
            <p14:sldId id="2147483007"/>
            <p14:sldId id="2147483008"/>
            <p14:sldId id="2147483009"/>
            <p14:sldId id="2147483010"/>
            <p14:sldId id="2147483011"/>
            <p14:sldId id="2147483012"/>
            <p14:sldId id="2147483013"/>
            <p14:sldId id="2147483014"/>
            <p14:sldId id="2147483015"/>
            <p14:sldId id="2147483016"/>
            <p14:sldId id="2147483017"/>
            <p14:sldId id="2147483018"/>
            <p14:sldId id="2147483019"/>
            <p14:sldId id="2147483020"/>
            <p14:sldId id="2147483021"/>
            <p14:sldId id="2147483022"/>
          </p14:sldIdLst>
        </p14:section>
        <p14:section name="Common Layouts" id="{F3977351-CB25-4018-9033-4D6C1F4078AC}">
          <p14:sldIdLst>
            <p14:sldId id="2147482631"/>
            <p14:sldId id="2147482616"/>
            <p14:sldId id="2147482617"/>
            <p14:sldId id="2147482615"/>
            <p14:sldId id="2147482618"/>
            <p14:sldId id="2147482619"/>
            <p14:sldId id="2147482614"/>
            <p14:sldId id="2147482622"/>
            <p14:sldId id="2147482628"/>
            <p14:sldId id="2147482629"/>
            <p14:sldId id="2147482630"/>
          </p14:sldIdLst>
        </p14:section>
        <p14:section name="Color" id="{E831882B-9597-4A13-8FB7-E938B7D3B068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2216EE-7D7F-EAFD-370D-38AA929E7E41}" name="Sally Henry" initials="SH" userId="S::sallyhenry@microsoft.com::d86a21cd-cec5-4d14-8a1e-0af5ca8b904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647C"/>
    <a:srgbClr val="000000"/>
    <a:srgbClr val="1D90B2"/>
    <a:srgbClr val="298DB2"/>
    <a:srgbClr val="8B70B5"/>
    <a:srgbClr val="8F6FB5"/>
    <a:srgbClr val="107197"/>
    <a:srgbClr val="7D6FAE"/>
    <a:srgbClr val="132C34"/>
    <a:srgbClr val="5F9A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74" Type="http://schemas.openxmlformats.org/officeDocument/2006/relationships/notesMaster" Target="notesMasters/notesMaster1.xml"/><Relationship Id="rId175" Type="http://schemas.openxmlformats.org/officeDocument/2006/relationships/handoutMaster" Target="handoutMasters/handoutMaster1.xml"/><Relationship Id="rId176" Type="http://schemas.openxmlformats.org/officeDocument/2006/relationships/presProps" Target="presProps.xml"/><Relationship Id="rId177" Type="http://schemas.openxmlformats.org/officeDocument/2006/relationships/viewProps" Target="viewProps.xml"/><Relationship Id="rId178" Type="http://schemas.openxmlformats.org/officeDocument/2006/relationships/theme" Target="theme/theme1.xml"/><Relationship Id="rId179" Type="http://schemas.openxmlformats.org/officeDocument/2006/relationships/tableStyles" Target="tableStyles.xml"/><Relationship Id="rId180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BD5A1C-FFA6-FBFA-9AFD-938D92442D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D5236-66E2-250D-0261-F74502E4F7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F2FF5C-E8D4-4B88-8E13-01652776867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AC49C0-91E1-47DE-0B25-34AE6EB94E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527203-C295-0C09-EF43-CD1D5107400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D6ADA-0F21-4340-9E83-FE12576F1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16175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CC50B2-99CF-436A-A1F1-4D6D0B76073B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0D53C-2355-4A64-BFDD-7EA69816F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370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 support:</a:t>
            </a:r>
          </a:p>
          <a:p>
            <a:r>
              <a:t>- 5 governed stages 01-05, task-portability, governance-first design: README.md ("Why this repository", Workflow table).</a:t>
            </a:r>
          </a:p>
          <a:p>
            <a:r>
              <a:t>- Leakage-free splits, fingerprint, managed-identity training, sealed-test eval, PSI drift: README.md; lib/data.py; lib/monitoring.py.</a:t>
            </a:r>
          </a:p>
          <a:p>
            <a:r>
              <a:t>- Generated-token count + latency captured per model per record: lib/inference.py (prompt_token_count, *_generated_token_count, *_latency_ms fields).</a:t>
            </a:r>
          </a:p>
          <a:p>
            <a:r>
              <a:t>- Release/deployment token-F1 gate &gt;= 0.70: lib/release.py (ReleasePolicy.min_token_f1, DeploymentPolicy.min_token_f1).</a:t>
            </a:r>
          </a:p>
          <a:p>
            <a:r>
              <a:t>- 'Token yield' is a proposed framing, not an implemented metric anywhere in the repo - labeled Roadmap.</a:t>
            </a:r>
          </a:p>
          <a:p>
            <a:r>
              <a:t>- CTS workload scale (120-140K req/day, 6B tokens/mo, $162K/mo) and the ~32-hour 2-model evaluation claim: docs/1C_Assist_FAQ_Eval_Report.pptx (Slide 2 'Reported usage and cost'; Slide 3 Executive Summary). These are CTS-reported figures, not measured by SLM Studio - labeled accordingly.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 support:</a:t>
            </a:r>
          </a:p>
          <a:p>
            <a:r>
              <a:t>- Stage table (01-05), outputs/dependencies: README.md Workflow table; scripts/01_prepare_data.py .. scripts/05_deployment_gate.py.</a:t>
            </a:r>
          </a:p>
          <a:p>
            <a:r>
              <a:t>- Leakage-free grouped splits + fingerprint: lib/data.py. LoRA via Unsloth + prompt-token loss masking: README.md 'Azure ML Fine-Tuning'; lib/train.py.</a:t>
            </a:r>
          </a:p>
          <a:p>
            <a:r>
              <a:t>- OOB vs fine-tuned vs GPT baseline + DeepEval judge: lib/inference.py; lib/deepeval_metrics.py; lib/llm_baseline.py.</a:t>
            </a:r>
          </a:p>
          <a:p>
            <a:r>
              <a:t>- Human approval, zero-traffic deploy, drift baseline, token-F1/latency gate, canary/full traffic, scheduled PSI: lib/release.py; lib/drift_schedule.py; lib/monitoring.py.</a:t>
            </a:r>
          </a:p>
          <a:p>
            <a:r>
              <a:t>- Release thresholds (&gt;=0.70 faithfulness/relevancy/correctness, &gt;=30 examples, p95&lt;=40000ms): lib/release.py ReleasePolicy/DeploymentPolicy defaults.</a:t>
            </a:r>
          </a:p>
          <a:p>
            <a:r>
              <a:t>- 14 automated test modules: tests/ directory listing (test_release.py, test_monitoring.py, test_evaluation.py, etc.).</a:t>
            </a:r>
          </a:p>
          <a:p>
            <a:r>
              <a:t>- Local demo wizard mirrors 5 stages; read-only Azure evaluation snapshot, no production Azure calls: app/README.md.</a:t>
            </a:r>
          </a:p>
          <a:p>
            <a:r>
              <a:t>- Architecture diagram: docs/architecture-png.png (source docs/architecture.drawio).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 support:</a:t>
            </a:r>
          </a:p>
          <a:p>
            <a:r>
              <a:t>- UI Studio current scope (demo-only, 5-stage wizard, read-only Azure evaluation snapshot, no Azure calls at runtime): app/README.md.</a:t>
            </a:r>
          </a:p>
          <a:p>
            <a:r>
              <a:t>- 75 sealed-test records in the bundled evaluation snapshot: app/data/evaluation_showcase.json, generated by scripts/export_evaluation_showcase.py; screenshot captured live from the running app (http://127.0.0.1:8000/).</a:t>
            </a:r>
          </a:p>
          <a:p>
            <a:r>
              <a:t>- Incremental roadmap I-01..I-05, each 'not started' except I-01: docs/ui-layer-plan.md Section 7 'Incremental delivery'.</a:t>
            </a:r>
          </a:p>
          <a:p>
            <a:r>
              <a:t>- UAT n=712 and per-metric GPT/OOB/fine-tuned scores for LLAMA-3.2-3B and LLAMA-3.1-8B: docs/1C_Assist_SLM_Baselines.xlsx, 'Summary' and 'RAW_Scores' sheets (Stage 2: Finetune SLM Evaluation, dated 2026-09-26/29).</a:t>
            </a:r>
          </a:p>
          <a:p>
            <a:r>
              <a:t>- Percentage-point deltas (e.g. Output Format Correctness +52.5pp/+68.7pp, Faithfulness +10.6pp/+9.3pp, Citation Correctness +44.1pp/+11.4pp): computed directly from the 'Abs Uplift vs OOB (pp)' columns in the same Summary sheet.</a:t>
            </a:r>
          </a:p>
          <a:p>
            <a:r>
              <a:t>- ~32-hour 2-model evaluation and AI-first delivery framing: docs/1C_Assist_FAQ_Eval_Report.pptx, Slide 3 Executive Summary (text only; no slide image reused).</a:t>
            </a:r>
          </a:p>
          <a:p>
            <a:r>
              <a:t>- Reported usage/cost and ~80-90% savings figure, flagged as CTS-reported/not independently measured: docs/1C_Assist_FAQ_Eval_Report.pptx, Slide 2 'Reported usage and cost' (text only).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3.jpeg"/><Relationship Id="rId6" Type="http://schemas.openxmlformats.org/officeDocument/2006/relationships/image" Target="../media/image4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3.jpeg"/><Relationship Id="rId6" Type="http://schemas.openxmlformats.org/officeDocument/2006/relationships/image" Target="../media/image4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3.jpeg"/><Relationship Id="rId6" Type="http://schemas.openxmlformats.org/officeDocument/2006/relationships/image" Target="../media/image4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3.jpeg"/><Relationship Id="rId6" Type="http://schemas.openxmlformats.org/officeDocument/2006/relationships/image" Target="../media/image4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5.jpeg"/><Relationship Id="rId4" Type="http://schemas.openxmlformats.org/officeDocument/2006/relationships/image" Target="../media/image16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8.png"/><Relationship Id="rId4" Type="http://schemas.openxmlformats.org/officeDocument/2006/relationships/image" Target="../media/image16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8.png"/><Relationship Id="rId4" Type="http://schemas.openxmlformats.org/officeDocument/2006/relationships/image" Target="../media/image17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8.png"/><Relationship Id="rId4" Type="http://schemas.openxmlformats.org/officeDocument/2006/relationships/image" Target="../media/image16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8.png"/><Relationship Id="rId4" Type="http://schemas.openxmlformats.org/officeDocument/2006/relationships/image" Target="../media/image16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8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8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8.png"/><Relationship Id="rId4" Type="http://schemas.openxmlformats.org/officeDocument/2006/relationships/image" Target="../media/image17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9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9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9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9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9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9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9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9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9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9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e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1.jpeg"/><Relationship Id="rId4" Type="http://schemas.openxmlformats.org/officeDocument/2006/relationships/image" Target="../media/image22.jpeg"/><Relationship Id="rId5" Type="http://schemas.openxmlformats.org/officeDocument/2006/relationships/image" Target="../media/image23.jpeg"/><Relationship Id="rId6" Type="http://schemas.openxmlformats.org/officeDocument/2006/relationships/image" Target="../media/image24.jpeg"/><Relationship Id="rId7" Type="http://schemas.openxmlformats.org/officeDocument/2006/relationships/image" Target="../media/image25.jpeg"/><Relationship Id="rId8" Type="http://schemas.openxmlformats.org/officeDocument/2006/relationships/image" Target="../media/image26.jpe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7.jpeg"/><Relationship Id="rId4" Type="http://schemas.openxmlformats.org/officeDocument/2006/relationships/image" Target="../media/image28.jpeg"/><Relationship Id="rId5" Type="http://schemas.openxmlformats.org/officeDocument/2006/relationships/image" Target="../media/image29.jpeg"/><Relationship Id="rId6" Type="http://schemas.openxmlformats.org/officeDocument/2006/relationships/image" Target="../media/image30.jpeg"/><Relationship Id="rId7" Type="http://schemas.openxmlformats.org/officeDocument/2006/relationships/image" Target="../media/image31.jpeg"/><Relationship Id="rId8" Type="http://schemas.openxmlformats.org/officeDocument/2006/relationships/image" Target="../media/image32.jpeg"/><Relationship Id="rId9" Type="http://schemas.openxmlformats.org/officeDocument/2006/relationships/image" Target="../media/image33.jpeg"/><Relationship Id="rId10" Type="http://schemas.openxmlformats.org/officeDocument/2006/relationships/image" Target="../media/image34.jpe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5.jpeg"/><Relationship Id="rId4" Type="http://schemas.openxmlformats.org/officeDocument/2006/relationships/image" Target="../media/image36.jpeg"/><Relationship Id="rId5" Type="http://schemas.openxmlformats.org/officeDocument/2006/relationships/image" Target="../media/image37.jpeg"/><Relationship Id="rId6" Type="http://schemas.openxmlformats.org/officeDocument/2006/relationships/image" Target="../media/image38.jpeg"/><Relationship Id="rId7" Type="http://schemas.openxmlformats.org/officeDocument/2006/relationships/image" Target="../media/image39.jpeg"/><Relationship Id="rId8" Type="http://schemas.openxmlformats.org/officeDocument/2006/relationships/image" Target="../media/image40.jpeg"/><Relationship Id="rId9" Type="http://schemas.openxmlformats.org/officeDocument/2006/relationships/image" Target="../media/image41.jpeg"/><Relationship Id="rId10" Type="http://schemas.openxmlformats.org/officeDocument/2006/relationships/image" Target="../media/image42.jpe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jpe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jpe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e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jpe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8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8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53.jpeg"/><Relationship Id="rId4" Type="http://schemas.openxmlformats.org/officeDocument/2006/relationships/image" Target="../media/image8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Relationship Id="rId5" Type="http://schemas.openxmlformats.org/officeDocument/2006/relationships/image" Target="../media/image54.jpeg"/><Relationship Id="rId6" Type="http://schemas.openxmlformats.org/officeDocument/2006/relationships/image" Target="../media/image16.jpe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jpe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6.jpeg"/><Relationship Id="rId3" Type="http://schemas.openxmlformats.org/officeDocument/2006/relationships/image" Target="../media/image8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6.jpeg"/><Relationship Id="rId3" Type="http://schemas.openxmlformats.org/officeDocument/2006/relationships/image" Target="../media/image8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6.jpe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6.jpeg"/><Relationship Id="rId3" Type="http://schemas.openxmlformats.org/officeDocument/2006/relationships/image" Target="../media/image8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6.jpeg"/><Relationship Id="rId3" Type="http://schemas.openxmlformats.org/officeDocument/2006/relationships/image" Target="../media/image8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emf"/><Relationship Id="rId3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9.jpeg"/><Relationship Id="rId3" Type="http://schemas.openxmlformats.org/officeDocument/2006/relationships/image" Target="../media/image7.jpe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8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8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8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8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8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8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8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8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11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8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13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14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5.jpeg"/><Relationship Id="rId4" Type="http://schemas.openxmlformats.org/officeDocument/2006/relationships/image" Target="../media/image16.jpe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8.png"/><Relationship Id="rId4" Type="http://schemas.openxmlformats.org/officeDocument/2006/relationships/image" Target="../media/image16.jpe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5.jpeg"/><Relationship Id="rId4" Type="http://schemas.openxmlformats.org/officeDocument/2006/relationships/image" Target="../media/image17.jpe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5.jpeg"/><Relationship Id="rId4" Type="http://schemas.openxmlformats.org/officeDocument/2006/relationships/image" Target="../media/image16.jpe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2.emf"/><Relationship Id="rId5" Type="http://schemas.openxmlformats.org/officeDocument/2006/relationships/image" Target="../media/image15.jpeg"/><Relationship Id="rId6" Type="http://schemas.openxmlformats.org/officeDocument/2006/relationships/image" Target="../media/image8.png"/><Relationship Id="rId7" Type="http://schemas.openxmlformats.org/officeDocument/2006/relationships/image" Target="../media/image16.jpe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2.emf"/><Relationship Id="rId5" Type="http://schemas.openxmlformats.org/officeDocument/2006/relationships/image" Target="../media/image15.jpeg"/><Relationship Id="rId6" Type="http://schemas.openxmlformats.org/officeDocument/2006/relationships/image" Target="../media/image8.png"/><Relationship Id="rId7" Type="http://schemas.openxmlformats.org/officeDocument/2006/relationships/image" Target="../media/image17.jpe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e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8.png"/><Relationship Id="rId4" Type="http://schemas.openxmlformats.org/officeDocument/2006/relationships/image" Target="../media/image21.jpeg"/><Relationship Id="rId5" Type="http://schemas.openxmlformats.org/officeDocument/2006/relationships/image" Target="../media/image22.jpeg"/><Relationship Id="rId6" Type="http://schemas.openxmlformats.org/officeDocument/2006/relationships/image" Target="../media/image24.jpeg"/><Relationship Id="rId7" Type="http://schemas.openxmlformats.org/officeDocument/2006/relationships/image" Target="../media/image23.jpeg"/><Relationship Id="rId8" Type="http://schemas.openxmlformats.org/officeDocument/2006/relationships/image" Target="../media/image25.jpeg"/><Relationship Id="rId9" Type="http://schemas.openxmlformats.org/officeDocument/2006/relationships/image" Target="../media/image26.jpeg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8.png"/><Relationship Id="rId4" Type="http://schemas.openxmlformats.org/officeDocument/2006/relationships/image" Target="../media/image27.jpeg"/><Relationship Id="rId5" Type="http://schemas.openxmlformats.org/officeDocument/2006/relationships/image" Target="../media/image31.jpeg"/><Relationship Id="rId6" Type="http://schemas.openxmlformats.org/officeDocument/2006/relationships/image" Target="../media/image28.jpeg"/><Relationship Id="rId7" Type="http://schemas.openxmlformats.org/officeDocument/2006/relationships/image" Target="../media/image32.jpeg"/><Relationship Id="rId8" Type="http://schemas.openxmlformats.org/officeDocument/2006/relationships/image" Target="../media/image29.jpeg"/><Relationship Id="rId9" Type="http://schemas.openxmlformats.org/officeDocument/2006/relationships/image" Target="../media/image33.jpeg"/><Relationship Id="rId10" Type="http://schemas.openxmlformats.org/officeDocument/2006/relationships/image" Target="../media/image30.jpeg"/><Relationship Id="rId11" Type="http://schemas.openxmlformats.org/officeDocument/2006/relationships/image" Target="../media/image34.jpe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8.png"/><Relationship Id="rId4" Type="http://schemas.openxmlformats.org/officeDocument/2006/relationships/image" Target="../media/image35.jpeg"/><Relationship Id="rId5" Type="http://schemas.openxmlformats.org/officeDocument/2006/relationships/image" Target="../media/image36.jpeg"/><Relationship Id="rId6" Type="http://schemas.openxmlformats.org/officeDocument/2006/relationships/image" Target="../media/image37.jpeg"/><Relationship Id="rId7" Type="http://schemas.openxmlformats.org/officeDocument/2006/relationships/image" Target="../media/image38.jpeg"/><Relationship Id="rId8" Type="http://schemas.openxmlformats.org/officeDocument/2006/relationships/image" Target="../media/image39.jpeg"/><Relationship Id="rId9" Type="http://schemas.openxmlformats.org/officeDocument/2006/relationships/image" Target="../media/image40.jpeg"/><Relationship Id="rId10" Type="http://schemas.openxmlformats.org/officeDocument/2006/relationships/image" Target="../media/image41.jpeg"/><Relationship Id="rId11" Type="http://schemas.openxmlformats.org/officeDocument/2006/relationships/image" Target="../media/image42.jpe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43.jpe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44.jpe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47.png"/><Relationship Id="rId4" Type="http://schemas.openxmlformats.org/officeDocument/2006/relationships/image" Target="../media/image8.png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47.png"/><Relationship Id="rId4" Type="http://schemas.openxmlformats.org/officeDocument/2006/relationships/image" Target="../media/image8.png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0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52.png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52.png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53.jpeg"/><Relationship Id="rId4" Type="http://schemas.openxmlformats.org/officeDocument/2006/relationships/image" Target="../media/image8.png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jpeg"/><Relationship Id="rId3" Type="http://schemas.openxmlformats.org/officeDocument/2006/relationships/image" Target="../media/image16.jpeg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jpeg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6.jpeg"/><Relationship Id="rId3" Type="http://schemas.openxmlformats.org/officeDocument/2006/relationships/image" Target="../media/image8.png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6.jpeg"/><Relationship Id="rId3" Type="http://schemas.openxmlformats.org/officeDocument/2006/relationships/image" Target="../media/image8.png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6.jpeg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2.emf"/><Relationship Id="rId5" Type="http://schemas.openxmlformats.org/officeDocument/2006/relationships/image" Target="../media/image58.jpe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4.emf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2.emf"/><Relationship Id="rId5" Type="http://schemas.openxmlformats.org/officeDocument/2006/relationships/image" Target="../media/image58.jpeg"/><Relationship Id="rId6" Type="http://schemas.openxmlformats.org/officeDocument/2006/relationships/image" Target="../media/image4.emf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6.jpeg"/><Relationship Id="rId3" Type="http://schemas.openxmlformats.org/officeDocument/2006/relationships/image" Target="../media/image8.png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8.png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6.jpeg"/><Relationship Id="rId3" Type="http://schemas.openxmlformats.org/officeDocument/2006/relationships/image" Target="../media/image8.png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8.png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8.png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0.png"/><Relationship Id="rId3" Type="http://schemas.openxmlformats.org/officeDocument/2006/relationships/image" Target="../media/image18.png"/><Relationship Id="rId4" Type="http://schemas.openxmlformats.org/officeDocument/2006/relationships/image" Target="../media/image57.emf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jpeg"/><Relationship Id="rId3" Type="http://schemas.openxmlformats.org/officeDocument/2006/relationships/image" Target="../media/image6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60E9535-EE26-6C74-21A2-19623A2583E1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41198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1" imgH="473" progId="TCLayout.ActiveDocument.1">
                  <p:embed/>
                </p:oleObj>
              </mc:Choice>
              <mc:Fallback>
                <p:oleObj name="think-cell Slide" r:id="rId3" imgW="471" imgH="473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60E9535-EE26-6C74-21A2-19623A2583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1EE8D832-D9E9-8C21-9F57-58F9A8DAD0D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03" r="103"/>
          <a:stretch/>
        </p:blipFill>
        <p:spPr>
          <a:xfrm>
            <a:off x="0" y="-1"/>
            <a:ext cx="12190732" cy="6858429"/>
          </a:xfrm>
          <a:prstGeom prst="rect">
            <a:avLst/>
          </a:prstGeom>
        </p:spPr>
      </p:pic>
      <p:pic>
        <p:nvPicPr>
          <p:cNvPr id="3" name="MS logo white - EMF">
            <a:extLst>
              <a:ext uri="{FF2B5EF4-FFF2-40B4-BE49-F238E27FC236}">
                <a16:creationId xmlns:a16="http://schemas.microsoft.com/office/drawing/2014/main" id="{3E9164EA-B718-01A7-E08B-BC74C9621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626BAEC-FE52-07EB-9A5C-EE33F4888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58" y="2690336"/>
            <a:ext cx="8019288" cy="1477328"/>
          </a:xfrm>
        </p:spPr>
        <p:txBody>
          <a:bodyPr vert="horz" rIns="0">
            <a:spAutoFit/>
          </a:bodyPr>
          <a:lstStyle>
            <a:lvl1pPr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81057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2" pos="3348">
          <p15:clr>
            <a:srgbClr val="A4A3A4"/>
          </p15:clr>
        </p15:guide>
        <p15:guide id="33" pos="3754">
          <p15:clr>
            <a:srgbClr val="A4A3A4"/>
          </p15:clr>
        </p15:guide>
        <p15:guide id="34" pos="3931">
          <p15:clr>
            <a:srgbClr val="A4A3A4"/>
          </p15:clr>
        </p15:guide>
        <p15:guide id="35" pos="4342">
          <p15:clr>
            <a:srgbClr val="A4A3A4"/>
          </p15:clr>
        </p15:guide>
        <p15:guide id="36" pos="4531">
          <p15:clr>
            <a:srgbClr val="A4A3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Page_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60E9535-EE26-6C74-21A2-19623A2583E1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41198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1" imgH="473" progId="TCLayout.ActiveDocument.1">
                  <p:embed/>
                </p:oleObj>
              </mc:Choice>
              <mc:Fallback>
                <p:oleObj name="think-cell Slide" r:id="rId3" imgW="471" imgH="473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60E9535-EE26-6C74-21A2-19623A2583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1EE8D832-D9E9-8C21-9F57-58F9A8DAD0D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03" r="103"/>
          <a:stretch/>
        </p:blipFill>
        <p:spPr>
          <a:xfrm>
            <a:off x="0" y="-1"/>
            <a:ext cx="12190732" cy="6858429"/>
          </a:xfrm>
          <a:prstGeom prst="rect">
            <a:avLst/>
          </a:prstGeom>
        </p:spPr>
      </p:pic>
      <p:pic>
        <p:nvPicPr>
          <p:cNvPr id="3" name="MS logo white - EMF">
            <a:extLst>
              <a:ext uri="{FF2B5EF4-FFF2-40B4-BE49-F238E27FC236}">
                <a16:creationId xmlns:a16="http://schemas.microsoft.com/office/drawing/2014/main" id="{3E9164EA-B718-01A7-E08B-BC74C9621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626BAEC-FE52-07EB-9A5C-EE33F4888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59" y="2670764"/>
            <a:ext cx="6087611" cy="939832"/>
          </a:xfrm>
          <a:prstGeom prst="roundRect">
            <a:avLst/>
          </a:prstGeom>
          <a:solidFill>
            <a:schemeClr val="bg1"/>
          </a:solidFill>
          <a:ln w="0">
            <a:gradFill flip="none" rotWithShape="1">
              <a:gsLst>
                <a:gs pos="0">
                  <a:schemeClr val="accent1">
                    <a:lumMod val="5000"/>
                    <a:lumOff val="95000"/>
                    <a:alpha val="60000"/>
                  </a:schemeClr>
                </a:gs>
                <a:gs pos="17000">
                  <a:srgbClr val="D7F3F2"/>
                </a:gs>
                <a:gs pos="57000">
                  <a:schemeClr val="accent1">
                    <a:lumMod val="60000"/>
                    <a:lumOff val="40000"/>
                    <a:alpha val="0"/>
                  </a:schemeClr>
                </a:gs>
                <a:gs pos="8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30000"/>
                    <a:lumOff val="70000"/>
                    <a:alpha val="60000"/>
                  </a:schemeClr>
                </a:gs>
              </a:gsLst>
              <a:lin ang="2700000" scaled="1"/>
              <a:tileRect/>
            </a:gradFill>
            <a:headEnd type="none" w="med" len="med"/>
            <a:tailEnd type="none" w="med" len="med"/>
          </a:ln>
          <a:effectLst>
            <a:outerShdw blurRad="1524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b" anchorCtr="0" forceAA="0" compatLnSpc="1">
            <a:prstTxWarp prst="textNoShape">
              <a:avLst/>
            </a:prstTxWarp>
            <a:spAutoFit/>
          </a:bodyPr>
          <a:lstStyle>
            <a:lvl1pPr>
              <a:defRPr lang="en-US" sz="3600" b="0" kern="1200" cap="none" spc="-50" baseline="0" dirty="0">
                <a:ln w="3175">
                  <a:noFill/>
                </a:ln>
                <a:solidFill>
                  <a:schemeClr val="tx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-228600" defTabSz="932472" fontAlgn="base">
              <a:spcAft>
                <a:spcPct val="0"/>
              </a:spcAft>
              <a:buClrTx/>
              <a:buSzPct val="90000"/>
              <a:buFont typeface="Wingdings" panose="05000000000000000000" pitchFamily="2" charset="2"/>
              <a:tabLst/>
            </a:pPr>
            <a:r>
              <a:rPr lang="en-US"/>
              <a:t>Presenter Name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DFD9B33-1FFD-082D-FCB8-B835C0CE47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879460"/>
            <a:ext cx="6092370" cy="307777"/>
          </a:xfr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9785800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2" pos="3348">
          <p15:clr>
            <a:srgbClr val="A4A3A4"/>
          </p15:clr>
        </p15:guide>
        <p15:guide id="33" pos="3768" userDrawn="1">
          <p15:clr>
            <a:srgbClr val="A4A3A4"/>
          </p15:clr>
        </p15:guide>
        <p15:guide id="34" pos="3931">
          <p15:clr>
            <a:srgbClr val="A4A3A4"/>
          </p15:clr>
        </p15:guide>
        <p15:guide id="35" pos="4342">
          <p15:clr>
            <a:srgbClr val="A4A3A4"/>
          </p15:clr>
        </p15:guide>
        <p15:guide id="36" pos="4531">
          <p15:clr>
            <a:srgbClr val="A4A3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Page_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60E9535-EE26-6C74-21A2-19623A2583E1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41198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1" imgH="473" progId="TCLayout.ActiveDocument.1">
                  <p:embed/>
                </p:oleObj>
              </mc:Choice>
              <mc:Fallback>
                <p:oleObj name="think-cell Slide" r:id="rId3" imgW="471" imgH="473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60E9535-EE26-6C74-21A2-19623A2583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1EE8D832-D9E9-8C21-9F57-58F9A8DAD0D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03" r="103"/>
          <a:stretch/>
        </p:blipFill>
        <p:spPr>
          <a:xfrm>
            <a:off x="0" y="-1"/>
            <a:ext cx="12190732" cy="6858429"/>
          </a:xfrm>
          <a:prstGeom prst="rect">
            <a:avLst/>
          </a:prstGeom>
        </p:spPr>
      </p:pic>
      <p:pic>
        <p:nvPicPr>
          <p:cNvPr id="3" name="MS logo white - EMF">
            <a:extLst>
              <a:ext uri="{FF2B5EF4-FFF2-40B4-BE49-F238E27FC236}">
                <a16:creationId xmlns:a16="http://schemas.microsoft.com/office/drawing/2014/main" id="{3E9164EA-B718-01A7-E08B-BC74C9621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0626BAEC-FE52-07EB-9A5C-EE33F4888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59" y="4580464"/>
            <a:ext cx="5392741" cy="738664"/>
          </a:xfrm>
          <a:prstGeom prst="rect">
            <a:avLst/>
          </a:prstGeom>
          <a:noFill/>
          <a:ln w="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lang="en-US" sz="20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n-lt"/>
                <a:ea typeface="+mn-ea"/>
                <a:cs typeface="Segoe UI" pitchFamily="34" charset="0"/>
              </a:defRPr>
            </a:lvl1pPr>
          </a:lstStyle>
          <a:p>
            <a:pPr marL="0" marR="0" lvl="0" indent="-228600" defTabSz="932472" fontAlgn="base">
              <a:spcAft>
                <a:spcPct val="0"/>
              </a:spcAft>
              <a:buClrTx/>
              <a:buSzPct val="90000"/>
              <a:buFont typeface="Wingdings" panose="05000000000000000000" pitchFamily="2" charset="2"/>
              <a:tabLst/>
            </a:pPr>
            <a:r>
              <a:rPr lang="en-US" dirty="0"/>
              <a:t>Presenter Name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24B867F-FDA4-338F-5F83-3EDE535B52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4200" y="1538872"/>
            <a:ext cx="6092370" cy="307777"/>
          </a:xfrm>
        </p:spPr>
        <p:txBody>
          <a:bodyPr/>
          <a:lstStyle>
            <a:lvl1pPr>
              <a:buNone/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661554-4AAD-75B8-22C3-D95CD6BD8B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2508043"/>
            <a:ext cx="6092370" cy="738664"/>
          </a:xfrm>
        </p:spPr>
        <p:txBody>
          <a:bodyPr/>
          <a:lstStyle>
            <a:lvl1pPr>
              <a:buNone/>
              <a:defRPr sz="48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1355251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2" pos="3348">
          <p15:clr>
            <a:srgbClr val="A4A3A4"/>
          </p15:clr>
        </p15:guide>
        <p15:guide id="33" pos="3768" userDrawn="1">
          <p15:clr>
            <a:srgbClr val="A4A3A4"/>
          </p15:clr>
        </p15:guide>
        <p15:guide id="34" pos="3931">
          <p15:clr>
            <a:srgbClr val="A4A3A4"/>
          </p15:clr>
        </p15:guide>
        <p15:guide id="35" pos="4342">
          <p15:clr>
            <a:srgbClr val="A4A3A4"/>
          </p15:clr>
        </p15:guide>
        <p15:guide id="36" pos="453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Generic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60E9535-EE26-6C74-21A2-19623A2583E1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41198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1" imgH="473" progId="TCLayout.ActiveDocument.1">
                  <p:embed/>
                </p:oleObj>
              </mc:Choice>
              <mc:Fallback>
                <p:oleObj name="think-cell Slide" r:id="rId3" imgW="471" imgH="473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60E9535-EE26-6C74-21A2-19623A2583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1EE8D832-D9E9-8C21-9F57-58F9A8DAD0D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03" r="103"/>
          <a:stretch/>
        </p:blipFill>
        <p:spPr>
          <a:xfrm>
            <a:off x="0" y="-1"/>
            <a:ext cx="12190732" cy="6858429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A722FDF-D1AD-E756-4B49-FB96E2A791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8960" y="2475621"/>
            <a:ext cx="5907787" cy="307777"/>
          </a:xfrm>
        </p:spPr>
        <p:txBody>
          <a:bodyPr/>
          <a:lstStyle>
            <a:lvl1pPr marL="0" indent="0">
              <a:buNone/>
              <a:defRPr lang="en-US" sz="2000" b="0" kern="1200" cap="none" spc="100" baseline="0" dirty="0" smtClean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  <a:lvl2pPr>
              <a:buNone/>
              <a:defRPr lang="en-US" sz="5400" b="1" kern="1200" cap="none" spc="-50" baseline="0" dirty="0" smtClean="0">
                <a:ln w="3175">
                  <a:noFill/>
                </a:ln>
                <a:solidFill>
                  <a:srgbClr val="FFFFFF"/>
                </a:solidFill>
                <a:effectLst/>
                <a:latin typeface="Segoe Sans Display"/>
                <a:ea typeface="+mn-ea"/>
                <a:cs typeface="Segoe UI" pitchFamily="34" charset="0"/>
              </a:defRPr>
            </a:lvl2pPr>
            <a:lvl3pPr>
              <a:defRPr lang="en-US" sz="5400" b="1" kern="1200" cap="none" spc="-50" baseline="0" dirty="0" smtClean="0">
                <a:ln w="3175">
                  <a:noFill/>
                </a:ln>
                <a:solidFill>
                  <a:srgbClr val="FFFFFF"/>
                </a:solidFill>
                <a:effectLst/>
                <a:latin typeface="Segoe Sans Display"/>
                <a:ea typeface="+mn-ea"/>
                <a:cs typeface="Segoe UI" pitchFamily="34" charset="0"/>
              </a:defRPr>
            </a:lvl3pPr>
            <a:lvl4pPr>
              <a:defRPr lang="en-US" sz="5400" b="1" kern="1200" cap="none" spc="-50" baseline="0" dirty="0" smtClean="0">
                <a:ln w="3175">
                  <a:noFill/>
                </a:ln>
                <a:solidFill>
                  <a:srgbClr val="FFFFFF"/>
                </a:solidFill>
                <a:effectLst/>
                <a:latin typeface="Segoe Sans Display"/>
                <a:ea typeface="+mn-ea"/>
                <a:cs typeface="Segoe UI" pitchFamily="34" charset="0"/>
              </a:defRPr>
            </a:lvl4pPr>
            <a:lvl5pPr>
              <a:defRPr lang="en-US" sz="5400" b="1" kern="1200" cap="none" spc="-50" baseline="0" dirty="0" smtClean="0">
                <a:ln w="3175">
                  <a:noFill/>
                </a:ln>
                <a:solidFill>
                  <a:srgbClr val="FFFFFF"/>
                </a:solidFill>
                <a:effectLst/>
                <a:latin typeface="Segoe Sans Display"/>
                <a:ea typeface="+mn-ea"/>
                <a:cs typeface="Segoe U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MS logo white - EMF">
            <a:extLst>
              <a:ext uri="{FF2B5EF4-FFF2-40B4-BE49-F238E27FC236}">
                <a16:creationId xmlns:a16="http://schemas.microsoft.com/office/drawing/2014/main" id="{3E9164EA-B718-01A7-E08B-BC74C9621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626BAEC-FE52-07EB-9A5C-EE33F4888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59" y="3037201"/>
            <a:ext cx="6087611" cy="1661993"/>
          </a:xfrm>
        </p:spPr>
        <p:txBody>
          <a:bodyPr vert="horz" rIns="0">
            <a:spAutoFit/>
          </a:bodyPr>
          <a:lstStyle>
            <a:lvl1pPr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21256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2" pos="3348">
          <p15:clr>
            <a:srgbClr val="A4A3A4"/>
          </p15:clr>
        </p15:guide>
        <p15:guide id="33" pos="3754">
          <p15:clr>
            <a:srgbClr val="A4A3A4"/>
          </p15:clr>
        </p15:guide>
        <p15:guide id="34" pos="3931">
          <p15:clr>
            <a:srgbClr val="A4A3A4"/>
          </p15:clr>
        </p15:guide>
        <p15:guide id="35" pos="4342">
          <p15:clr>
            <a:srgbClr val="A4A3A4"/>
          </p15:clr>
        </p15:guide>
        <p15:guide id="36" pos="4531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1">
            <a:extLst>
              <a:ext uri="{FF2B5EF4-FFF2-40B4-BE49-F238E27FC236}">
                <a16:creationId xmlns:a16="http://schemas.microsoft.com/office/drawing/2014/main" id="{43440211-498C-BFC9-C4A9-8F0B1940353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9877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1" orient="horz" pos="912">
          <p15:clr>
            <a:srgbClr val="5ACBF0"/>
          </p15:clr>
        </p15:guide>
        <p15:guide id="32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989F92-A32B-5F24-D9D5-E4D772417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5" r="15"/>
          <a:stretch/>
        </p:blipFill>
        <p:spPr>
          <a:xfrm>
            <a:off x="5334000" y="0"/>
            <a:ext cx="6362322" cy="6858000"/>
          </a:xfrm>
          <a:custGeom>
            <a:avLst/>
            <a:gdLst>
              <a:gd name="csX0" fmla="*/ 0 w 6364288"/>
              <a:gd name="csY0" fmla="*/ 0 h 6858000"/>
              <a:gd name="csX1" fmla="*/ 6364288 w 6364288"/>
              <a:gd name="csY1" fmla="*/ 0 h 6858000"/>
              <a:gd name="csX2" fmla="*/ 6364288 w 6364288"/>
              <a:gd name="csY2" fmla="*/ 6858000 h 6858000"/>
              <a:gd name="csX3" fmla="*/ 0 w 6364288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64288" h="6858000">
                <a:moveTo>
                  <a:pt x="0" y="0"/>
                </a:moveTo>
                <a:lnTo>
                  <a:pt x="6364288" y="0"/>
                </a:lnTo>
                <a:lnTo>
                  <a:pt x="636428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C2E574C-FEC0-9EBB-A791-EE943B0A3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524916" y="1539523"/>
            <a:ext cx="5955884" cy="3556520"/>
            <a:chOff x="5524916" y="1539523"/>
            <a:chExt cx="2197100" cy="355652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B7B95B-E2D3-E0E5-82DE-17DD815B6071}"/>
                </a:ext>
              </a:extLst>
            </p:cNvPr>
            <p:cNvCxnSpPr>
              <a:cxnSpLocks/>
            </p:cNvCxnSpPr>
            <p:nvPr/>
          </p:nvCxnSpPr>
          <p:spPr>
            <a:xfrm>
              <a:off x="5524916" y="2428653"/>
              <a:ext cx="2197100" cy="0"/>
            </a:xfrm>
            <a:prstGeom prst="line">
              <a:avLst/>
            </a:prstGeom>
            <a:ln>
              <a:solidFill>
                <a:schemeClr val="bg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4B86EED-4865-9744-2AB0-1DEF2CDF0BF4}"/>
                </a:ext>
              </a:extLst>
            </p:cNvPr>
            <p:cNvCxnSpPr>
              <a:cxnSpLocks/>
            </p:cNvCxnSpPr>
            <p:nvPr/>
          </p:nvCxnSpPr>
          <p:spPr>
            <a:xfrm>
              <a:off x="5524916" y="1539523"/>
              <a:ext cx="2197100" cy="0"/>
            </a:xfrm>
            <a:prstGeom prst="line">
              <a:avLst/>
            </a:prstGeom>
            <a:ln>
              <a:solidFill>
                <a:schemeClr val="bg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0AC3B97-A626-4075-2006-0A0C797EB398}"/>
                </a:ext>
              </a:extLst>
            </p:cNvPr>
            <p:cNvCxnSpPr>
              <a:cxnSpLocks/>
            </p:cNvCxnSpPr>
            <p:nvPr/>
          </p:nvCxnSpPr>
          <p:spPr>
            <a:xfrm>
              <a:off x="5524916" y="3317783"/>
              <a:ext cx="2197100" cy="0"/>
            </a:xfrm>
            <a:prstGeom prst="line">
              <a:avLst/>
            </a:prstGeom>
            <a:ln>
              <a:solidFill>
                <a:schemeClr val="bg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DDC9762-516C-56C6-6272-7C8B985D9B91}"/>
                </a:ext>
              </a:extLst>
            </p:cNvPr>
            <p:cNvCxnSpPr>
              <a:cxnSpLocks/>
            </p:cNvCxnSpPr>
            <p:nvPr/>
          </p:nvCxnSpPr>
          <p:spPr>
            <a:xfrm>
              <a:off x="5524916" y="4206913"/>
              <a:ext cx="2197100" cy="0"/>
            </a:xfrm>
            <a:prstGeom prst="line">
              <a:avLst/>
            </a:prstGeom>
            <a:ln>
              <a:solidFill>
                <a:schemeClr val="bg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04DD126-4101-3B18-C6BA-3D68DFE6C5F2}"/>
                </a:ext>
              </a:extLst>
            </p:cNvPr>
            <p:cNvCxnSpPr>
              <a:cxnSpLocks/>
            </p:cNvCxnSpPr>
            <p:nvPr/>
          </p:nvCxnSpPr>
          <p:spPr>
            <a:xfrm>
              <a:off x="5524916" y="5096043"/>
              <a:ext cx="2197100" cy="0"/>
            </a:xfrm>
            <a:prstGeom prst="line">
              <a:avLst/>
            </a:prstGeom>
            <a:ln>
              <a:solidFill>
                <a:schemeClr val="bg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B8ADDDB-76C2-FAC4-F85A-590B4BD98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07703" y="2428653"/>
            <a:ext cx="50880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CDF9626-DCD0-D587-13E4-520057DD5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07703" y="1539523"/>
            <a:ext cx="50880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FF1BB6B-DA72-B36F-47DF-337F32415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07703" y="3317783"/>
            <a:ext cx="50880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79330C0-CFE2-992C-34FB-64F3ABD08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07702" y="4206913"/>
            <a:ext cx="50880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6AFE33E-7B31-170E-34D9-6E92CD267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07703" y="5096043"/>
            <a:ext cx="508809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itle 27">
            <a:extLst>
              <a:ext uri="{FF2B5EF4-FFF2-40B4-BE49-F238E27FC236}">
                <a16:creationId xmlns:a16="http://schemas.microsoft.com/office/drawing/2014/main" id="{E3C902E2-1FCA-6641-A27F-B2DF15F03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059668"/>
            <a:ext cx="3795051" cy="738664"/>
          </a:xfrm>
        </p:spPr>
        <p:txBody>
          <a:bodyPr anchor="ctr"/>
          <a:lstStyle>
            <a:lvl1pPr>
              <a:defRPr lang="en-US" sz="48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D9710528-97CE-0DE1-B69B-DCFBAA080628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4607703" y="831489"/>
            <a:ext cx="508809" cy="526938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spcBef>
                <a:spcPts val="0"/>
              </a:spcBef>
              <a:buNone/>
              <a:defRPr lang="en-IN" sz="3200">
                <a:solidFill>
                  <a:schemeClr val="tx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 algn="ctr">
              <a:buNone/>
            </a:pPr>
            <a:r>
              <a:rPr lang="en-IN"/>
              <a:t>1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A846CF6F-76A3-B148-B290-987B4800B3B6}"/>
              </a:ext>
            </a:extLst>
          </p:cNvPr>
          <p:cNvSpPr>
            <a:spLocks noGrp="1" noChangeAspect="1"/>
          </p:cNvSpPr>
          <p:nvPr>
            <p:ph type="body" sz="quarter" idx="23"/>
          </p:nvPr>
        </p:nvSpPr>
        <p:spPr>
          <a:xfrm>
            <a:off x="5524916" y="831489"/>
            <a:ext cx="6173372" cy="526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2000" dirty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buNone/>
            </a:pPr>
            <a:endParaRPr lang="en-IN"/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3716CEFF-894A-4628-85AF-880A7990F099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4607703" y="1720619"/>
            <a:ext cx="508809" cy="526938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spcBef>
                <a:spcPts val="0"/>
              </a:spcBef>
              <a:buNone/>
              <a:defRPr lang="en-IN" sz="3200">
                <a:solidFill>
                  <a:schemeClr val="tx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 algn="ctr">
              <a:buNone/>
            </a:pPr>
            <a:r>
              <a:rPr lang="en-IN"/>
              <a:t>2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A1BF8F3A-C057-C0FC-BEFB-D057BFD42F18}"/>
              </a:ext>
            </a:extLst>
          </p:cNvPr>
          <p:cNvSpPr>
            <a:spLocks noGrp="1" noChangeAspect="1"/>
          </p:cNvSpPr>
          <p:nvPr>
            <p:ph type="body" sz="quarter" idx="24"/>
          </p:nvPr>
        </p:nvSpPr>
        <p:spPr>
          <a:xfrm>
            <a:off x="5524916" y="1720619"/>
            <a:ext cx="6173372" cy="526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buNone/>
            </a:pPr>
            <a:endParaRPr lang="en-IN"/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5A36E849-85E6-BE64-2186-1066F0DCA8F2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4607703" y="2609749"/>
            <a:ext cx="508809" cy="526938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spcBef>
                <a:spcPts val="0"/>
              </a:spcBef>
              <a:buNone/>
              <a:defRPr lang="en-IN" sz="3200">
                <a:solidFill>
                  <a:schemeClr val="tx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 algn="ctr">
              <a:buNone/>
            </a:pPr>
            <a:r>
              <a:rPr lang="en-IN"/>
              <a:t>3</a:t>
            </a:r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B4D94B67-FA64-2EB8-B01A-24E8AC665819}"/>
              </a:ext>
            </a:extLst>
          </p:cNvPr>
          <p:cNvSpPr>
            <a:spLocks noGrp="1" noChangeAspect="1"/>
          </p:cNvSpPr>
          <p:nvPr>
            <p:ph type="body" sz="quarter" idx="25"/>
          </p:nvPr>
        </p:nvSpPr>
        <p:spPr>
          <a:xfrm>
            <a:off x="5524916" y="2609749"/>
            <a:ext cx="6173372" cy="526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buNone/>
            </a:pPr>
            <a:endParaRPr lang="en-IN"/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B6810122-1FCA-0766-11AE-9963663ADC7A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607703" y="3498879"/>
            <a:ext cx="508809" cy="526938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spcBef>
                <a:spcPts val="0"/>
              </a:spcBef>
              <a:buNone/>
              <a:defRPr lang="en-IN" sz="3200">
                <a:solidFill>
                  <a:schemeClr val="tx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 algn="ctr">
              <a:buNone/>
            </a:pPr>
            <a:r>
              <a:rPr lang="en-IN"/>
              <a:t>4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06F87141-EAB0-9797-DC31-14C186E00E9B}"/>
              </a:ext>
            </a:extLst>
          </p:cNvPr>
          <p:cNvSpPr>
            <a:spLocks noGrp="1" noChangeAspect="1"/>
          </p:cNvSpPr>
          <p:nvPr>
            <p:ph type="body" sz="quarter" idx="26"/>
          </p:nvPr>
        </p:nvSpPr>
        <p:spPr>
          <a:xfrm>
            <a:off x="5524916" y="3498879"/>
            <a:ext cx="6173372" cy="526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buNone/>
            </a:pPr>
            <a:endParaRPr lang="en-IN"/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4F9159EA-1A46-77F4-27D3-6C9488EACC41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607702" y="4388009"/>
            <a:ext cx="508809" cy="526938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spcBef>
                <a:spcPts val="0"/>
              </a:spcBef>
              <a:buNone/>
              <a:defRPr lang="en-IN" sz="3200">
                <a:solidFill>
                  <a:schemeClr val="tx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 algn="ctr">
              <a:buNone/>
            </a:pPr>
            <a:r>
              <a:rPr lang="en-IN"/>
              <a:t>5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A03640EC-D127-9565-4725-64A45ABE24E1}"/>
              </a:ext>
            </a:extLst>
          </p:cNvPr>
          <p:cNvSpPr>
            <a:spLocks noGrp="1" noChangeAspect="1"/>
          </p:cNvSpPr>
          <p:nvPr>
            <p:ph type="body" sz="quarter" idx="27"/>
          </p:nvPr>
        </p:nvSpPr>
        <p:spPr>
          <a:xfrm>
            <a:off x="5524916" y="4388009"/>
            <a:ext cx="6173372" cy="526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buNone/>
            </a:pPr>
            <a:endParaRPr lang="en-IN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E8F5F005-22B2-5031-856D-3F1E7ECD2831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4607703" y="5277137"/>
            <a:ext cx="508809" cy="526938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spcBef>
                <a:spcPts val="0"/>
              </a:spcBef>
              <a:buNone/>
              <a:defRPr lang="en-IN" sz="3200">
                <a:solidFill>
                  <a:schemeClr val="tx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 algn="ctr">
              <a:buNone/>
            </a:pPr>
            <a:r>
              <a:rPr lang="en-IN"/>
              <a:t>6</a:t>
            </a:r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70F48439-5445-1E62-63F8-3DE5CB28203A}"/>
              </a:ext>
            </a:extLst>
          </p:cNvPr>
          <p:cNvSpPr>
            <a:spLocks noGrp="1" noChangeAspect="1"/>
          </p:cNvSpPr>
          <p:nvPr>
            <p:ph type="body" sz="quarter" idx="28"/>
          </p:nvPr>
        </p:nvSpPr>
        <p:spPr>
          <a:xfrm>
            <a:off x="5524916" y="5277137"/>
            <a:ext cx="6173372" cy="526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4908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1" orient="horz" pos="912">
          <p15:clr>
            <a:srgbClr val="5ACBF0"/>
          </p15:clr>
        </p15:guide>
        <p15:guide id="32" orient="horz" pos="1272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007150-5E75-A3FE-2061-07794AABF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8" r="18"/>
          <a:stretch/>
        </p:blipFill>
        <p:spPr>
          <a:xfrm>
            <a:off x="5334000" y="0"/>
            <a:ext cx="6855593" cy="6858000"/>
          </a:xfrm>
          <a:custGeom>
            <a:avLst/>
            <a:gdLst>
              <a:gd name="csX0" fmla="*/ 0 w 6856966"/>
              <a:gd name="csY0" fmla="*/ 0 h 6858000"/>
              <a:gd name="csX1" fmla="*/ 6856966 w 6856966"/>
              <a:gd name="csY1" fmla="*/ 0 h 6858000"/>
              <a:gd name="csX2" fmla="*/ 6856966 w 6856966"/>
              <a:gd name="csY2" fmla="*/ 6858000 h 6858000"/>
              <a:gd name="csX3" fmla="*/ 0 w 6856966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856966" h="6858000">
                <a:moveTo>
                  <a:pt x="0" y="0"/>
                </a:moveTo>
                <a:lnTo>
                  <a:pt x="6856966" y="0"/>
                </a:lnTo>
                <a:lnTo>
                  <a:pt x="685696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3" name="Picture Placeholder 50">
            <a:extLst>
              <a:ext uri="{FF2B5EF4-FFF2-40B4-BE49-F238E27FC236}">
                <a16:creationId xmlns:a16="http://schemas.microsoft.com/office/drawing/2014/main" id="{630212DF-A39D-F26C-3EB5-9EB291EFB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5334000" y="0"/>
            <a:ext cx="3925522" cy="6858000"/>
          </a:xfrm>
          <a:prstGeom prst="round1Rect">
            <a:avLst>
              <a:gd name="adj" fmla="val 9654"/>
            </a:avLst>
          </a:prstGeom>
        </p:spPr>
      </p:pic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25F843F8-7D8C-6F03-F135-76BF946CD30A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588964" y="497840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rgbClr val="28647C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Text Placeholder 40">
            <a:extLst>
              <a:ext uri="{FF2B5EF4-FFF2-40B4-BE49-F238E27FC236}">
                <a16:creationId xmlns:a16="http://schemas.microsoft.com/office/drawing/2014/main" id="{0FA1573B-7A36-5C7F-7C2B-AFDA95F3E2A3}"/>
              </a:ext>
            </a:extLst>
          </p:cNvPr>
          <p:cNvSpPr>
            <a:spLocks noGrp="1" noChangeAspect="1"/>
          </p:cNvSpPr>
          <p:nvPr>
            <p:ph type="body" sz="quarter" idx="11"/>
          </p:nvPr>
        </p:nvSpPr>
        <p:spPr>
          <a:xfrm>
            <a:off x="2924258" y="497840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>
                <a:solidFill>
                  <a:srgbClr val="28647C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Text Placeholder 40">
            <a:extLst>
              <a:ext uri="{FF2B5EF4-FFF2-40B4-BE49-F238E27FC236}">
                <a16:creationId xmlns:a16="http://schemas.microsoft.com/office/drawing/2014/main" id="{95CE03E5-E56C-88C5-E998-B2F904980976}"/>
              </a:ext>
            </a:extLst>
          </p:cNvPr>
          <p:cNvSpPr>
            <a:spLocks noGrp="1" noChangeAspect="1"/>
          </p:cNvSpPr>
          <p:nvPr>
            <p:ph type="body" sz="quarter" idx="12"/>
          </p:nvPr>
        </p:nvSpPr>
        <p:spPr>
          <a:xfrm>
            <a:off x="588964" y="2052701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>
                <a:solidFill>
                  <a:srgbClr val="28647C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DDA39CB6-08B9-8265-9486-CDDC0934822C}"/>
              </a:ext>
            </a:extLst>
          </p:cNvPr>
          <p:cNvSpPr>
            <a:spLocks noGrp="1" noChangeAspect="1"/>
          </p:cNvSpPr>
          <p:nvPr>
            <p:ph type="body" sz="quarter" idx="13"/>
          </p:nvPr>
        </p:nvSpPr>
        <p:spPr>
          <a:xfrm>
            <a:off x="2924258" y="2052701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>
                <a:solidFill>
                  <a:srgbClr val="28647C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3D78DAA0-680A-BE2A-EEA1-B7FB2E8B06CA}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>
          <a:xfrm>
            <a:off x="588964" y="3607562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>
                <a:solidFill>
                  <a:srgbClr val="28647C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D7AEB430-1F98-EA16-3EFC-DCB834515CC5}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>
          <a:xfrm>
            <a:off x="2924258" y="3607562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>
                <a:solidFill>
                  <a:srgbClr val="28647C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7FFC1361-AF3C-DE2E-3C57-5DE7F6AB3472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>
          <a:xfrm>
            <a:off x="588964" y="5162422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>
                <a:solidFill>
                  <a:srgbClr val="28647C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DEAFAD66-D677-587A-60AC-DBF42A7370AD}"/>
              </a:ext>
            </a:extLst>
          </p:cNvPr>
          <p:cNvSpPr>
            <a:spLocks noGrp="1" noChangeAspect="1"/>
          </p:cNvSpPr>
          <p:nvPr>
            <p:ph type="body" sz="quarter" idx="17"/>
          </p:nvPr>
        </p:nvSpPr>
        <p:spPr>
          <a:xfrm>
            <a:off x="2924258" y="5162422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>
                <a:solidFill>
                  <a:srgbClr val="28647C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None/>
              <a:tabLst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2B2506-5AC9-CF51-7755-E78BFE83B3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-935549"/>
            <a:ext cx="1101852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46619B-689E-2E69-69AE-3309A5D28A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rot="16200000" flipH="1" flipV="1">
            <a:off x="8190322" y="2751901"/>
            <a:ext cx="5069842" cy="1354217"/>
          </a:xfrm>
        </p:spPr>
        <p:txBody>
          <a:bodyPr/>
          <a:lstStyle>
            <a:lvl1pPr>
              <a:spcBef>
                <a:spcPts val="0"/>
              </a:spcBef>
              <a:buNone/>
              <a:defRPr sz="8800" spc="60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658819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1" orient="horz" pos="912">
          <p15:clr>
            <a:srgbClr val="5ACBF0"/>
          </p15:clr>
        </p15:guide>
        <p15:guide id="32" orient="horz" pos="1272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26007A-523E-1657-50AD-60394C53C8E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97CA78E-602D-D117-F97B-69628E49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0523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1" orient="horz" pos="912">
          <p15:clr>
            <a:srgbClr val="5ACBF0"/>
          </p15:clr>
        </p15:guide>
        <p15:guide id="32" orient="horz" pos="1272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99811C9C-EE36-8FFD-4326-C94016CC8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2875002"/>
            <a:ext cx="3971038" cy="1107996"/>
          </a:xfrm>
        </p:spPr>
        <p:txBody>
          <a:bodyPr vert="horz" wrap="square" lIns="0" tIns="0" rIns="0" bIns="0" rtlCol="0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IN" sz="3600" spc="0" dirty="0">
                <a:gradFill>
                  <a:gsLst>
                    <a:gs pos="0">
                      <a:schemeClr val="accent1"/>
                    </a:gs>
                    <a:gs pos="100000">
                      <a:srgbClr val="17518A"/>
                    </a:gs>
                  </a:gsLst>
                  <a:lin ang="2700000" scaled="1"/>
                </a:gradFill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10817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lumn with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Picture 119">
            <a:extLst>
              <a:ext uri="{FF2B5EF4-FFF2-40B4-BE49-F238E27FC236}">
                <a16:creationId xmlns:a16="http://schemas.microsoft.com/office/drawing/2014/main" id="{902F71F7-6200-9701-6DDC-E78E34170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custGeom>
            <a:avLst/>
            <a:gdLst>
              <a:gd name="csX0" fmla="*/ 0 w 3276017"/>
              <a:gd name="csY0" fmla="*/ 0 h 2786712"/>
              <a:gd name="csX1" fmla="*/ 3276017 w 3276017"/>
              <a:gd name="csY1" fmla="*/ 0 h 2786712"/>
              <a:gd name="csX2" fmla="*/ 3276017 w 3276017"/>
              <a:gd name="csY2" fmla="*/ 2786712 h 2786712"/>
              <a:gd name="csX3" fmla="*/ 2880650 w 3276017"/>
              <a:gd name="csY3" fmla="*/ 2786712 h 2786712"/>
              <a:gd name="csX4" fmla="*/ 2880650 w 3276017"/>
              <a:gd name="csY4" fmla="*/ 2267926 h 2786712"/>
              <a:gd name="csX5" fmla="*/ 2703306 w 3276017"/>
              <a:gd name="csY5" fmla="*/ 2090582 h 2786712"/>
              <a:gd name="csX6" fmla="*/ 0 w 3276017"/>
              <a:gd name="csY6" fmla="*/ 2090582 h 27867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276017" h="2786712">
                <a:moveTo>
                  <a:pt x="0" y="0"/>
                </a:moveTo>
                <a:lnTo>
                  <a:pt x="3276017" y="0"/>
                </a:lnTo>
                <a:lnTo>
                  <a:pt x="3276017" y="2786712"/>
                </a:lnTo>
                <a:lnTo>
                  <a:pt x="2880650" y="2786712"/>
                </a:lnTo>
                <a:lnTo>
                  <a:pt x="2880650" y="2267926"/>
                </a:lnTo>
                <a:cubicBezTo>
                  <a:pt x="2880650" y="2169982"/>
                  <a:pt x="2801250" y="2090582"/>
                  <a:pt x="2703306" y="2090582"/>
                </a:cubicBezTo>
                <a:lnTo>
                  <a:pt x="0" y="2090582"/>
                </a:lnTo>
                <a:close/>
              </a:path>
            </a:pathLst>
          </a:cu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65F0DE8-A097-3207-ACD8-D398CB971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8050093" y="2287230"/>
            <a:ext cx="3559295" cy="3981808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E74AD7E-C87C-8DC8-3068-5C3AFB0E2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319178" y="2287230"/>
            <a:ext cx="3559295" cy="3981808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5583138-21D4-8B1D-6BB4-BFDA0882B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3" y="2287230"/>
            <a:ext cx="3559295" cy="3981808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A22D32A-6BFD-3C6C-BE51-76A5FB901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60" name="Text Placeholder 35">
            <a:extLst>
              <a:ext uri="{FF2B5EF4-FFF2-40B4-BE49-F238E27FC236}">
                <a16:creationId xmlns:a16="http://schemas.microsoft.com/office/drawing/2014/main" id="{8921A64B-A4E0-0E48-914C-15270DA6E226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588262" y="1436688"/>
            <a:ext cx="11018519" cy="61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1" name="Text Placeholder 35">
            <a:extLst>
              <a:ext uri="{FF2B5EF4-FFF2-40B4-BE49-F238E27FC236}">
                <a16:creationId xmlns:a16="http://schemas.microsoft.com/office/drawing/2014/main" id="{BA9EC78B-7623-7E3F-5561-C9C308EE422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817631" y="3166392"/>
            <a:ext cx="3100560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2" name="Text Placeholder 35">
            <a:extLst>
              <a:ext uri="{FF2B5EF4-FFF2-40B4-BE49-F238E27FC236}">
                <a16:creationId xmlns:a16="http://schemas.microsoft.com/office/drawing/2014/main" id="{2D805644-012F-CE9C-EE58-81411CF8625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817631" y="3606839"/>
            <a:ext cx="3100560" cy="2430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3" name="Text Placeholder 35">
            <a:extLst>
              <a:ext uri="{FF2B5EF4-FFF2-40B4-BE49-F238E27FC236}">
                <a16:creationId xmlns:a16="http://schemas.microsoft.com/office/drawing/2014/main" id="{37F74FEE-022D-CFCB-12DF-E632F4732B7A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548545" y="3166392"/>
            <a:ext cx="3100560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4" name="Text Placeholder 35">
            <a:extLst>
              <a:ext uri="{FF2B5EF4-FFF2-40B4-BE49-F238E27FC236}">
                <a16:creationId xmlns:a16="http://schemas.microsoft.com/office/drawing/2014/main" id="{CBB72430-2878-2057-1C09-19632B3FFC1C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4548545" y="3606839"/>
            <a:ext cx="3100560" cy="2430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5" name="Text Placeholder 35">
            <a:extLst>
              <a:ext uri="{FF2B5EF4-FFF2-40B4-BE49-F238E27FC236}">
                <a16:creationId xmlns:a16="http://schemas.microsoft.com/office/drawing/2014/main" id="{58EAB592-0EAB-6E24-B7C0-D5620A42679A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8279460" y="3166392"/>
            <a:ext cx="3100560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6" name="Text Placeholder 35">
            <a:extLst>
              <a:ext uri="{FF2B5EF4-FFF2-40B4-BE49-F238E27FC236}">
                <a16:creationId xmlns:a16="http://schemas.microsoft.com/office/drawing/2014/main" id="{C8C0A4A9-C502-C467-1D73-0218C36E1511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8279460" y="3606839"/>
            <a:ext cx="3100560" cy="2430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985843621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ur Column with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EACF340B-F4B8-4302-929F-462AD963B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custGeom>
            <a:avLst/>
            <a:gdLst>
              <a:gd name="csX0" fmla="*/ 0 w 3276017"/>
              <a:gd name="csY0" fmla="*/ 0 h 2786712"/>
              <a:gd name="csX1" fmla="*/ 3276017 w 3276017"/>
              <a:gd name="csY1" fmla="*/ 0 h 2786712"/>
              <a:gd name="csX2" fmla="*/ 3276017 w 3276017"/>
              <a:gd name="csY2" fmla="*/ 2786712 h 2786712"/>
              <a:gd name="csX3" fmla="*/ 2880650 w 3276017"/>
              <a:gd name="csY3" fmla="*/ 2786712 h 2786712"/>
              <a:gd name="csX4" fmla="*/ 2880650 w 3276017"/>
              <a:gd name="csY4" fmla="*/ 2267926 h 2786712"/>
              <a:gd name="csX5" fmla="*/ 2703306 w 3276017"/>
              <a:gd name="csY5" fmla="*/ 2090582 h 2786712"/>
              <a:gd name="csX6" fmla="*/ 0 w 3276017"/>
              <a:gd name="csY6" fmla="*/ 2090582 h 27867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276017" h="2786712">
                <a:moveTo>
                  <a:pt x="0" y="0"/>
                </a:moveTo>
                <a:lnTo>
                  <a:pt x="3276017" y="0"/>
                </a:lnTo>
                <a:lnTo>
                  <a:pt x="3276017" y="2786712"/>
                </a:lnTo>
                <a:lnTo>
                  <a:pt x="2880650" y="2786712"/>
                </a:lnTo>
                <a:lnTo>
                  <a:pt x="2880650" y="2267926"/>
                </a:lnTo>
                <a:cubicBezTo>
                  <a:pt x="2880650" y="2169982"/>
                  <a:pt x="2801250" y="2090582"/>
                  <a:pt x="2703306" y="2090582"/>
                </a:cubicBezTo>
                <a:lnTo>
                  <a:pt x="0" y="2090582"/>
                </a:lnTo>
                <a:close/>
              </a:path>
            </a:pathLst>
          </a:cu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BF0B8FD-063C-3A7B-A4E6-67D44CD47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8982818" y="2287230"/>
            <a:ext cx="2626570" cy="3981808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33213E-9BF5-BA4E-112F-52147760E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184634" y="2287230"/>
            <a:ext cx="2626570" cy="3981808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8EBD841-657D-91D3-BF43-9B89FDE01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3386449" y="2287230"/>
            <a:ext cx="2626570" cy="3981808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7F6AD40-0DB2-B214-C350-1EB5C4F77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4" y="2287230"/>
            <a:ext cx="2626570" cy="3981808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847DAA1-4996-0F64-CFD5-D753BF975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60" name="Text Placeholder 35">
            <a:extLst>
              <a:ext uri="{FF2B5EF4-FFF2-40B4-BE49-F238E27FC236}">
                <a16:creationId xmlns:a16="http://schemas.microsoft.com/office/drawing/2014/main" id="{8921A64B-A4E0-0E48-914C-15270DA6E226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588262" y="1436688"/>
            <a:ext cx="11018519" cy="61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20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5" name="Text Placeholder 35">
            <a:extLst>
              <a:ext uri="{FF2B5EF4-FFF2-40B4-BE49-F238E27FC236}">
                <a16:creationId xmlns:a16="http://schemas.microsoft.com/office/drawing/2014/main" id="{AFA23AD8-1779-5172-D9D8-11AF2111C463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817631" y="3166392"/>
            <a:ext cx="216783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7" name="Text Placeholder 35">
            <a:extLst>
              <a:ext uri="{FF2B5EF4-FFF2-40B4-BE49-F238E27FC236}">
                <a16:creationId xmlns:a16="http://schemas.microsoft.com/office/drawing/2014/main" id="{F4247A13-5444-462B-53A0-7A9C693014D8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817631" y="3606839"/>
            <a:ext cx="2167836" cy="2430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52" name="Text Placeholder 35">
            <a:extLst>
              <a:ext uri="{FF2B5EF4-FFF2-40B4-BE49-F238E27FC236}">
                <a16:creationId xmlns:a16="http://schemas.microsoft.com/office/drawing/2014/main" id="{CE721595-2ED2-E944-5DCB-7B9C2E6636FB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3615816" y="3166392"/>
            <a:ext cx="216783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54" name="Text Placeholder 35">
            <a:extLst>
              <a:ext uri="{FF2B5EF4-FFF2-40B4-BE49-F238E27FC236}">
                <a16:creationId xmlns:a16="http://schemas.microsoft.com/office/drawing/2014/main" id="{7FA1A1FC-2E4F-9436-00E5-9A7A7D8686C2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3615816" y="3606839"/>
            <a:ext cx="2167836" cy="2430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57" name="Text Placeholder 35">
            <a:extLst>
              <a:ext uri="{FF2B5EF4-FFF2-40B4-BE49-F238E27FC236}">
                <a16:creationId xmlns:a16="http://schemas.microsoft.com/office/drawing/2014/main" id="{772EC14D-09D6-AEE1-6D24-94DC4AE366E6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6414001" y="3166392"/>
            <a:ext cx="216783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58" name="Text Placeholder 35">
            <a:extLst>
              <a:ext uri="{FF2B5EF4-FFF2-40B4-BE49-F238E27FC236}">
                <a16:creationId xmlns:a16="http://schemas.microsoft.com/office/drawing/2014/main" id="{07BECBB1-8FF8-5336-42F4-E74763C3E6F2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6414001" y="3606839"/>
            <a:ext cx="2167836" cy="2430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7" name="Text Placeholder 35">
            <a:extLst>
              <a:ext uri="{FF2B5EF4-FFF2-40B4-BE49-F238E27FC236}">
                <a16:creationId xmlns:a16="http://schemas.microsoft.com/office/drawing/2014/main" id="{03328BDA-C735-F0B0-70D8-458639AF7AEF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9212185" y="3166392"/>
            <a:ext cx="216783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8" name="Text Placeholder 35">
            <a:extLst>
              <a:ext uri="{FF2B5EF4-FFF2-40B4-BE49-F238E27FC236}">
                <a16:creationId xmlns:a16="http://schemas.microsoft.com/office/drawing/2014/main" id="{1B221C5F-FF34-FD3C-A4DB-5B8FA4FD17D6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9212185" y="3606839"/>
            <a:ext cx="2167836" cy="2430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98008796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65BFD2-7AC0-660B-D728-2AB26338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custGeom>
            <a:avLst/>
            <a:gdLst>
              <a:gd name="csX0" fmla="*/ 0 w 3276017"/>
              <a:gd name="csY0" fmla="*/ 0 h 2786712"/>
              <a:gd name="csX1" fmla="*/ 3276017 w 3276017"/>
              <a:gd name="csY1" fmla="*/ 0 h 2786712"/>
              <a:gd name="csX2" fmla="*/ 3276017 w 3276017"/>
              <a:gd name="csY2" fmla="*/ 2786712 h 2786712"/>
              <a:gd name="csX3" fmla="*/ 2886302 w 3276017"/>
              <a:gd name="csY3" fmla="*/ 2786712 h 2786712"/>
              <a:gd name="csX4" fmla="*/ 2886302 w 3276017"/>
              <a:gd name="csY4" fmla="*/ 1516583 h 2786712"/>
              <a:gd name="csX5" fmla="*/ 2641469 w 3276017"/>
              <a:gd name="csY5" fmla="*/ 1271750 h 2786712"/>
              <a:gd name="csX6" fmla="*/ 0 w 3276017"/>
              <a:gd name="csY6" fmla="*/ 1271750 h 27867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276017" h="2786712">
                <a:moveTo>
                  <a:pt x="0" y="0"/>
                </a:moveTo>
                <a:lnTo>
                  <a:pt x="3276017" y="0"/>
                </a:lnTo>
                <a:lnTo>
                  <a:pt x="3276017" y="2786712"/>
                </a:lnTo>
                <a:lnTo>
                  <a:pt x="2886302" y="2786712"/>
                </a:lnTo>
                <a:lnTo>
                  <a:pt x="2886302" y="1516583"/>
                </a:lnTo>
                <a:cubicBezTo>
                  <a:pt x="2886302" y="1381365"/>
                  <a:pt x="2776687" y="1271750"/>
                  <a:pt x="2641469" y="1271750"/>
                </a:cubicBezTo>
                <a:lnTo>
                  <a:pt x="0" y="1271750"/>
                </a:ln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8697A3-A222-CD09-8DD4-380A6B113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4864102"/>
            <a:ext cx="12190966" cy="1993898"/>
          </a:xfrm>
          <a:custGeom>
            <a:avLst/>
            <a:gdLst>
              <a:gd name="csX0" fmla="*/ 0 w 12190966"/>
              <a:gd name="csY0" fmla="*/ 0 h 1993898"/>
              <a:gd name="csX1" fmla="*/ 588263 w 12190966"/>
              <a:gd name="csY1" fmla="*/ 0 h 1993898"/>
              <a:gd name="csX2" fmla="*/ 588263 w 12190966"/>
              <a:gd name="csY2" fmla="*/ 1160103 h 1993898"/>
              <a:gd name="csX3" fmla="*/ 833096 w 12190966"/>
              <a:gd name="csY3" fmla="*/ 1404936 h 1993898"/>
              <a:gd name="csX4" fmla="*/ 5765439 w 12190966"/>
              <a:gd name="csY4" fmla="*/ 1404936 h 1993898"/>
              <a:gd name="csX5" fmla="*/ 6010272 w 12190966"/>
              <a:gd name="csY5" fmla="*/ 1160103 h 1993898"/>
              <a:gd name="csX6" fmla="*/ 6010272 w 12190966"/>
              <a:gd name="csY6" fmla="*/ 0 h 1993898"/>
              <a:gd name="csX7" fmla="*/ 6187379 w 12190966"/>
              <a:gd name="csY7" fmla="*/ 0 h 1993898"/>
              <a:gd name="csX8" fmla="*/ 6187379 w 12190966"/>
              <a:gd name="csY8" fmla="*/ 1160103 h 1993898"/>
              <a:gd name="csX9" fmla="*/ 6432212 w 12190966"/>
              <a:gd name="csY9" fmla="*/ 1404936 h 1993898"/>
              <a:gd name="csX10" fmla="*/ 11364555 w 12190966"/>
              <a:gd name="csY10" fmla="*/ 1404936 h 1993898"/>
              <a:gd name="csX11" fmla="*/ 11609388 w 12190966"/>
              <a:gd name="csY11" fmla="*/ 1160103 h 1993898"/>
              <a:gd name="csX12" fmla="*/ 11609388 w 12190966"/>
              <a:gd name="csY12" fmla="*/ 0 h 1993898"/>
              <a:gd name="csX13" fmla="*/ 11858643 w 12190966"/>
              <a:gd name="csY13" fmla="*/ 0 h 1993898"/>
              <a:gd name="csX14" fmla="*/ 12190966 w 12190966"/>
              <a:gd name="csY14" fmla="*/ 332323 h 1993898"/>
              <a:gd name="csX15" fmla="*/ 12190966 w 12190966"/>
              <a:gd name="csY15" fmla="*/ 1993898 h 1993898"/>
              <a:gd name="csX16" fmla="*/ 0 w 12190966"/>
              <a:gd name="csY16" fmla="*/ 1993898 h 199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2190966" h="1993898">
                <a:moveTo>
                  <a:pt x="0" y="0"/>
                </a:moveTo>
                <a:lnTo>
                  <a:pt x="588263" y="0"/>
                </a:lnTo>
                <a:lnTo>
                  <a:pt x="588263" y="1160103"/>
                </a:lnTo>
                <a:cubicBezTo>
                  <a:pt x="588263" y="1295321"/>
                  <a:pt x="697878" y="1404936"/>
                  <a:pt x="833096" y="1404936"/>
                </a:cubicBezTo>
                <a:lnTo>
                  <a:pt x="5765439" y="1404936"/>
                </a:lnTo>
                <a:cubicBezTo>
                  <a:pt x="5900657" y="1404936"/>
                  <a:pt x="6010272" y="1295321"/>
                  <a:pt x="6010272" y="1160103"/>
                </a:cubicBezTo>
                <a:lnTo>
                  <a:pt x="6010272" y="0"/>
                </a:lnTo>
                <a:lnTo>
                  <a:pt x="6187379" y="0"/>
                </a:lnTo>
                <a:lnTo>
                  <a:pt x="6187379" y="1160103"/>
                </a:lnTo>
                <a:cubicBezTo>
                  <a:pt x="6187379" y="1295321"/>
                  <a:pt x="6296994" y="1404936"/>
                  <a:pt x="6432212" y="1404936"/>
                </a:cubicBezTo>
                <a:lnTo>
                  <a:pt x="11364555" y="1404936"/>
                </a:lnTo>
                <a:cubicBezTo>
                  <a:pt x="11499773" y="1404936"/>
                  <a:pt x="11609388" y="1295321"/>
                  <a:pt x="11609388" y="1160103"/>
                </a:cubicBezTo>
                <a:lnTo>
                  <a:pt x="11609388" y="0"/>
                </a:lnTo>
                <a:lnTo>
                  <a:pt x="11858643" y="0"/>
                </a:lnTo>
                <a:cubicBezTo>
                  <a:pt x="12042180" y="0"/>
                  <a:pt x="12190966" y="148786"/>
                  <a:pt x="12190966" y="332323"/>
                </a:cubicBezTo>
                <a:lnTo>
                  <a:pt x="12190966" y="1993898"/>
                </a:lnTo>
                <a:lnTo>
                  <a:pt x="0" y="1993898"/>
                </a:lnTo>
                <a:close/>
              </a:path>
            </a:pathLst>
          </a:cu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0F1D4C8-2BD0-D272-D4F8-7DF1015BA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187379" y="1468398"/>
            <a:ext cx="5422009" cy="4800640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633E4A-EC5B-28FD-A53F-2CB0C31C7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3" y="1468398"/>
            <a:ext cx="5422009" cy="4800640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4115577-4707-E4C7-7F5D-839FDFC5B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4FA88EA3-74D7-8F20-6CF6-1D7ECD7790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8037" y="2707263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AC594335-3B13-B806-DFDD-359BB86A05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8037" y="3130364"/>
            <a:ext cx="4992687" cy="288943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kumimoji="0" lang="en-US" sz="16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8120E1C-AC93-18FA-B5C2-EFD0079C76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15031" y="2707263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773FD95C-796C-89AE-3D79-365AFA8DBB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15031" y="3130364"/>
            <a:ext cx="4992687" cy="288943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kumimoji="0" lang="en-US" sz="16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78248858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7D9E8BFB-35DA-CB04-E1EF-A4496F8B0F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custGeom>
            <a:avLst/>
            <a:gdLst>
              <a:gd name="csX0" fmla="*/ 0 w 3276017"/>
              <a:gd name="csY0" fmla="*/ 0 h 2786712"/>
              <a:gd name="csX1" fmla="*/ 3276017 w 3276017"/>
              <a:gd name="csY1" fmla="*/ 0 h 2786712"/>
              <a:gd name="csX2" fmla="*/ 3276017 w 3276017"/>
              <a:gd name="csY2" fmla="*/ 2786712 h 2786712"/>
              <a:gd name="csX3" fmla="*/ 2880650 w 3276017"/>
              <a:gd name="csY3" fmla="*/ 2786712 h 2786712"/>
              <a:gd name="csX4" fmla="*/ 2880650 w 3276017"/>
              <a:gd name="csY4" fmla="*/ 2267926 h 2786712"/>
              <a:gd name="csX5" fmla="*/ 2880650 w 3276017"/>
              <a:gd name="csY5" fmla="*/ 1449094 h 2786712"/>
              <a:gd name="csX6" fmla="*/ 2703306 w 3276017"/>
              <a:gd name="csY6" fmla="*/ 1271750 h 2786712"/>
              <a:gd name="csX7" fmla="*/ 0 w 3276017"/>
              <a:gd name="csY7" fmla="*/ 1271750 h 27867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6017" h="2786712">
                <a:moveTo>
                  <a:pt x="0" y="0"/>
                </a:moveTo>
                <a:lnTo>
                  <a:pt x="3276017" y="0"/>
                </a:lnTo>
                <a:lnTo>
                  <a:pt x="3276017" y="2786712"/>
                </a:lnTo>
                <a:lnTo>
                  <a:pt x="2880650" y="2786712"/>
                </a:lnTo>
                <a:lnTo>
                  <a:pt x="2880650" y="2267926"/>
                </a:lnTo>
                <a:lnTo>
                  <a:pt x="2880650" y="1449094"/>
                </a:lnTo>
                <a:cubicBezTo>
                  <a:pt x="2880650" y="1351150"/>
                  <a:pt x="2801250" y="1271750"/>
                  <a:pt x="2703306" y="1271750"/>
                </a:cubicBezTo>
                <a:lnTo>
                  <a:pt x="0" y="1271750"/>
                </a:lnTo>
                <a:close/>
              </a:path>
            </a:pathLst>
          </a:cu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D72E6A7-AFF0-78AA-AD75-A5FD9428A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8050067" y="1468398"/>
            <a:ext cx="3559321" cy="4800640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7A7241-1055-602A-6F46-F930465C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319165" y="1468398"/>
            <a:ext cx="3559321" cy="4800640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359A84-4677-1D5B-F0D9-93826D8A3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4" y="1468398"/>
            <a:ext cx="3559321" cy="4800640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AED5054-1E33-3C40-81D9-3A761BBF6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5782A330-C721-8BD3-F5CF-9473049DBAB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817631" y="2269113"/>
            <a:ext cx="310058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7" name="Text Placeholder 35">
            <a:extLst>
              <a:ext uri="{FF2B5EF4-FFF2-40B4-BE49-F238E27FC236}">
                <a16:creationId xmlns:a16="http://schemas.microsoft.com/office/drawing/2014/main" id="{C43666C8-CA0B-FBD4-B06D-4B499D98A899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817631" y="2692214"/>
            <a:ext cx="3100586" cy="33885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kumimoji="0" lang="en-US" sz="16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4" name="Text Placeholder 35">
            <a:extLst>
              <a:ext uri="{FF2B5EF4-FFF2-40B4-BE49-F238E27FC236}">
                <a16:creationId xmlns:a16="http://schemas.microsoft.com/office/drawing/2014/main" id="{2311FC0E-D3A9-0B0B-7025-B203369D41C0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4548532" y="2269113"/>
            <a:ext cx="310058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F511788D-6E0A-B4B3-0DDC-2CDE89BEAF60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4548532" y="2692214"/>
            <a:ext cx="3100586" cy="33885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kumimoji="0" lang="en-US" sz="16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43D90581-62A0-79F7-58E3-53A1D777645F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8279434" y="2269113"/>
            <a:ext cx="310058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F48A4097-F4C2-4082-A038-36C87B2507E9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8279434" y="2692214"/>
            <a:ext cx="3100586" cy="33885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kumimoji="0" lang="en-US" sz="16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771751806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u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Picture 138">
            <a:extLst>
              <a:ext uri="{FF2B5EF4-FFF2-40B4-BE49-F238E27FC236}">
                <a16:creationId xmlns:a16="http://schemas.microsoft.com/office/drawing/2014/main" id="{81D7B309-96DA-F175-D08D-4E67FFF81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custGeom>
            <a:avLst/>
            <a:gdLst>
              <a:gd name="csX0" fmla="*/ 0 w 3276017"/>
              <a:gd name="csY0" fmla="*/ 0 h 2786712"/>
              <a:gd name="csX1" fmla="*/ 3276017 w 3276017"/>
              <a:gd name="csY1" fmla="*/ 0 h 2786712"/>
              <a:gd name="csX2" fmla="*/ 3276017 w 3276017"/>
              <a:gd name="csY2" fmla="*/ 2786712 h 2786712"/>
              <a:gd name="csX3" fmla="*/ 2880650 w 3276017"/>
              <a:gd name="csY3" fmla="*/ 2786712 h 2786712"/>
              <a:gd name="csX4" fmla="*/ 2880650 w 3276017"/>
              <a:gd name="csY4" fmla="*/ 2267926 h 2786712"/>
              <a:gd name="csX5" fmla="*/ 2880650 w 3276017"/>
              <a:gd name="csY5" fmla="*/ 1449094 h 2786712"/>
              <a:gd name="csX6" fmla="*/ 2703306 w 3276017"/>
              <a:gd name="csY6" fmla="*/ 1271750 h 2786712"/>
              <a:gd name="csX7" fmla="*/ 0 w 3276017"/>
              <a:gd name="csY7" fmla="*/ 1271750 h 27867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6017" h="2786712">
                <a:moveTo>
                  <a:pt x="0" y="0"/>
                </a:moveTo>
                <a:lnTo>
                  <a:pt x="3276017" y="0"/>
                </a:lnTo>
                <a:lnTo>
                  <a:pt x="3276017" y="2786712"/>
                </a:lnTo>
                <a:lnTo>
                  <a:pt x="2880650" y="2786712"/>
                </a:lnTo>
                <a:lnTo>
                  <a:pt x="2880650" y="2267926"/>
                </a:lnTo>
                <a:lnTo>
                  <a:pt x="2880650" y="1449094"/>
                </a:lnTo>
                <a:cubicBezTo>
                  <a:pt x="2880650" y="1351150"/>
                  <a:pt x="2801250" y="1271750"/>
                  <a:pt x="2703306" y="1271750"/>
                </a:cubicBezTo>
                <a:lnTo>
                  <a:pt x="0" y="1271750"/>
                </a:lnTo>
                <a:close/>
              </a:path>
            </a:pathLst>
          </a:cu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0EBC27C-AB71-8487-F297-9BC811659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8982818" y="1468398"/>
            <a:ext cx="2626570" cy="4800640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2000">
              <a:gradFill>
                <a:gsLst>
                  <a:gs pos="0">
                    <a:schemeClr val="tx2"/>
                  </a:gs>
                  <a:gs pos="100000">
                    <a:schemeClr val="tx2">
                      <a:lumMod val="60000"/>
                      <a:lumOff val="40000"/>
                    </a:schemeClr>
                  </a:gs>
                </a:gsLst>
                <a:lin ang="2700000" scaled="1"/>
              </a:gradFill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06332A4-17D6-8951-6EC2-551FFD9791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184633" y="1468398"/>
            <a:ext cx="2626570" cy="4800640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2000">
              <a:gradFill>
                <a:gsLst>
                  <a:gs pos="0">
                    <a:schemeClr val="tx2"/>
                  </a:gs>
                  <a:gs pos="100000">
                    <a:schemeClr val="tx2">
                      <a:lumMod val="60000"/>
                      <a:lumOff val="40000"/>
                    </a:schemeClr>
                  </a:gs>
                </a:gsLst>
                <a:lin ang="2700000" scaled="1"/>
              </a:gradFill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64C8225-3E23-1093-7668-E5BB85A33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3386449" y="1468398"/>
            <a:ext cx="2626570" cy="4800640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2000">
              <a:gradFill>
                <a:gsLst>
                  <a:gs pos="0">
                    <a:schemeClr val="tx2"/>
                  </a:gs>
                  <a:gs pos="100000">
                    <a:schemeClr val="tx2">
                      <a:lumMod val="60000"/>
                      <a:lumOff val="40000"/>
                    </a:schemeClr>
                  </a:gs>
                </a:gsLst>
                <a:lin ang="2700000" scaled="1"/>
              </a:gradFill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EB9DF6B-BBA0-609F-3FDE-3B572314F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4" y="1468398"/>
            <a:ext cx="2626570" cy="4800640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DA22F60-1DE1-AD77-DA75-A837A3924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C2D79490-03CC-35CD-ED06-6BF6F320F78F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817631" y="2269113"/>
            <a:ext cx="216783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800" b="0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85643E7-1C9B-B819-9C9A-A04B7E46CBD6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817631" y="2692214"/>
            <a:ext cx="2167836" cy="33885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D56C1833-FCDB-8E85-A591-8E9BCA926942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3615816" y="2269113"/>
            <a:ext cx="216783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800" b="0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B23B19E7-B186-21BE-F53F-0CB2D3E40B4F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3615816" y="2692214"/>
            <a:ext cx="2167836" cy="33885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7595B14F-3511-973C-1545-D7747ADEE08B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6414000" y="2269113"/>
            <a:ext cx="216783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800" b="0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6CE5691A-CEE5-7245-A50A-DAE63CE0F679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6414000" y="2692214"/>
            <a:ext cx="2167836" cy="33885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4" name="Text Placeholder 35">
            <a:extLst>
              <a:ext uri="{FF2B5EF4-FFF2-40B4-BE49-F238E27FC236}">
                <a16:creationId xmlns:a16="http://schemas.microsoft.com/office/drawing/2014/main" id="{43A8CA70-4C55-FBCB-A7B6-FA6177996940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9212185" y="2269113"/>
            <a:ext cx="216783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800" b="0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E81C16E4-359D-9178-4BEB-2B15C28177A5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9212185" y="2692214"/>
            <a:ext cx="2167836" cy="33885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630583901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v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>
            <a:extLst>
              <a:ext uri="{FF2B5EF4-FFF2-40B4-BE49-F238E27FC236}">
                <a16:creationId xmlns:a16="http://schemas.microsoft.com/office/drawing/2014/main" id="{76023B9A-26A1-6BB9-2555-F6A70692B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1ECB293-BE20-6DE5-30EA-119AA45B9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0586" y="2477731"/>
            <a:ext cx="11030828" cy="3779977"/>
          </a:xfrm>
          <a:prstGeom prst="roundRect">
            <a:avLst>
              <a:gd name="adj" fmla="val 679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6E4B587-58E1-D84C-1EF7-D5C305130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66944" y="2477730"/>
            <a:ext cx="0" cy="370219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D5A0FF-6CFE-0924-517F-DD58997FA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351400" y="2477730"/>
            <a:ext cx="0" cy="370219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5D23CB-3FCA-76A7-EA60-B3F540C7E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798032" y="2477730"/>
            <a:ext cx="0" cy="370219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47BC91-725F-62FF-4E43-F8024876F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982488" y="2477730"/>
            <a:ext cx="0" cy="370219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61FD3C92-58EE-2704-110D-D3AF12F9B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553D8E85-E227-BD5A-BB81-AD1CD92BE7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8262" y="1436688"/>
            <a:ext cx="11018519" cy="61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kumimoji="0" lang="en-US" sz="20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32A0CF52-4BBF-70DE-C178-2B3EA7FF92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982" y="3520478"/>
            <a:ext cx="1967644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kumimoji="0" lang="en-US" sz="1800" b="0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E005D7F4-4690-8AF3-ADC7-D9B7C95DF78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1982" y="3966449"/>
            <a:ext cx="1967644" cy="21587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kumimoji="0" lang="en-US" sz="14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E1C98255-C37A-8D75-A7E9-D716454177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37019" y="3520478"/>
            <a:ext cx="1967644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kumimoji="0" lang="en-US" sz="1800" b="0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B4F180BC-A5AD-90ED-0D28-BE6A12D55BF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37019" y="3966449"/>
            <a:ext cx="1967644" cy="21587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kumimoji="0" lang="en-US" sz="14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4" name="Text Placeholder 35">
            <a:extLst>
              <a:ext uri="{FF2B5EF4-FFF2-40B4-BE49-F238E27FC236}">
                <a16:creationId xmlns:a16="http://schemas.microsoft.com/office/drawing/2014/main" id="{B3F57235-AD04-1EDE-979E-DE611FBA75C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9156" y="3520478"/>
            <a:ext cx="1967644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kumimoji="0" lang="en-US" sz="1800" b="0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6CED8AD4-5ED4-622F-1F55-0132A1BF8C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09156" y="3966449"/>
            <a:ext cx="1967644" cy="21587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kumimoji="0" lang="en-US" sz="14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6" name="Text Placeholder 35">
            <a:extLst>
              <a:ext uri="{FF2B5EF4-FFF2-40B4-BE49-F238E27FC236}">
                <a16:creationId xmlns:a16="http://schemas.microsoft.com/office/drawing/2014/main" id="{FC308801-DB64-50F9-AF49-24E32E4700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85545" y="3520478"/>
            <a:ext cx="1967644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kumimoji="0" lang="en-US" sz="1800" b="0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7" name="Text Placeholder 35">
            <a:extLst>
              <a:ext uri="{FF2B5EF4-FFF2-40B4-BE49-F238E27FC236}">
                <a16:creationId xmlns:a16="http://schemas.microsoft.com/office/drawing/2014/main" id="{29D7E2B8-1B11-09E7-0962-CC7EF1A1A2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85545" y="3966449"/>
            <a:ext cx="1967644" cy="21587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kumimoji="0" lang="en-US" sz="14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56AD5D32-294E-02FD-F0A1-6493ED6744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59807" y="3522483"/>
            <a:ext cx="1967644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kumimoji="0" lang="en-US" sz="1800" b="0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168F7A2D-7038-D2B9-D26D-39C37435BC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59807" y="3968454"/>
            <a:ext cx="1967644" cy="21587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kumimoji="0" lang="en-US" sz="14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982764353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833EA03-B0F3-5597-6436-A45E526D5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4EAEB2A-2966-D229-C9B3-043CE896A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8263" y="2278213"/>
            <a:ext cx="290512" cy="0"/>
          </a:xfrm>
          <a:prstGeom prst="line">
            <a:avLst/>
          </a:prstGeom>
          <a:ln w="38100" cap="rnd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58">
            <a:extLst>
              <a:ext uri="{FF2B5EF4-FFF2-40B4-BE49-F238E27FC236}">
                <a16:creationId xmlns:a16="http://schemas.microsoft.com/office/drawing/2014/main" id="{8951590D-8589-07E9-91BA-076B998249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19788" y="585786"/>
            <a:ext cx="5686424" cy="5686424"/>
          </a:xfrm>
          <a:prstGeom prst="roundRect">
            <a:avLst>
              <a:gd name="adj" fmla="val 5988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79608DA-20DA-BEF0-6A8F-0F198E89CD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384797"/>
            <a:ext cx="1816900" cy="1473203"/>
          </a:xfrm>
          <a:custGeom>
            <a:avLst/>
            <a:gdLst>
              <a:gd name="csX0" fmla="*/ 0 w 1816900"/>
              <a:gd name="csY0" fmla="*/ 0 h 1473203"/>
              <a:gd name="csX1" fmla="*/ 1816900 w 1816900"/>
              <a:gd name="csY1" fmla="*/ 0 h 1473203"/>
              <a:gd name="csX2" fmla="*/ 1816900 w 1816900"/>
              <a:gd name="csY2" fmla="*/ 1473203 h 1473203"/>
              <a:gd name="csX3" fmla="*/ 0 w 1816900"/>
              <a:gd name="csY3" fmla="*/ 1473203 h 1473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16900" h="1473203">
                <a:moveTo>
                  <a:pt x="0" y="0"/>
                </a:moveTo>
                <a:lnTo>
                  <a:pt x="1816900" y="0"/>
                </a:lnTo>
                <a:lnTo>
                  <a:pt x="1816900" y="1473203"/>
                </a:lnTo>
                <a:lnTo>
                  <a:pt x="0" y="1473203"/>
                </a:lnTo>
                <a:close/>
              </a:path>
            </a:pathLst>
          </a:cu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BF12C6C-BB88-A4C6-89B2-3EBB60685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786193"/>
            <a:ext cx="4956194" cy="1107996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IN" spc="0" dirty="0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494A7C03-03D3-A5C2-4C13-BAB8328C83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8263" y="2524791"/>
            <a:ext cx="4956194" cy="23159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spcBef>
                <a:spcPts val="0"/>
              </a:spcBef>
              <a:buNone/>
              <a:defRPr kumimoji="0" lang="en-US" sz="2000" b="0" i="0" u="none" strike="noStrike" cap="none" spc="0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629836617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image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Picture 206">
            <a:extLst>
              <a:ext uri="{FF2B5EF4-FFF2-40B4-BE49-F238E27FC236}">
                <a16:creationId xmlns:a16="http://schemas.microsoft.com/office/drawing/2014/main" id="{B1B249CE-5ED2-7E27-9C33-0A37D957C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custGeom>
            <a:avLst/>
            <a:gdLst>
              <a:gd name="csX0" fmla="*/ 0 w 3276017"/>
              <a:gd name="csY0" fmla="*/ 0 h 2786712"/>
              <a:gd name="csX1" fmla="*/ 3276017 w 3276017"/>
              <a:gd name="csY1" fmla="*/ 0 h 2786712"/>
              <a:gd name="csX2" fmla="*/ 3276017 w 3276017"/>
              <a:gd name="csY2" fmla="*/ 2786712 h 2786712"/>
              <a:gd name="csX3" fmla="*/ 2886302 w 3276017"/>
              <a:gd name="csY3" fmla="*/ 2786712 h 2786712"/>
              <a:gd name="csX4" fmla="*/ 2886302 w 3276017"/>
              <a:gd name="csY4" fmla="*/ 1535750 h 2786712"/>
              <a:gd name="csX5" fmla="*/ 2590818 w 3276017"/>
              <a:gd name="csY5" fmla="*/ 1240266 h 2786712"/>
              <a:gd name="csX6" fmla="*/ 0 w 3276017"/>
              <a:gd name="csY6" fmla="*/ 1240266 h 27867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276017" h="2786712">
                <a:moveTo>
                  <a:pt x="0" y="0"/>
                </a:moveTo>
                <a:lnTo>
                  <a:pt x="3276017" y="0"/>
                </a:lnTo>
                <a:lnTo>
                  <a:pt x="3276017" y="2786712"/>
                </a:lnTo>
                <a:lnTo>
                  <a:pt x="2886302" y="2786712"/>
                </a:lnTo>
                <a:lnTo>
                  <a:pt x="2886302" y="1535750"/>
                </a:lnTo>
                <a:cubicBezTo>
                  <a:pt x="2886302" y="1372559"/>
                  <a:pt x="2754009" y="1240266"/>
                  <a:pt x="2590818" y="1240266"/>
                </a:cubicBezTo>
                <a:lnTo>
                  <a:pt x="0" y="1240266"/>
                </a:lnTo>
                <a:close/>
              </a:path>
            </a:pathLst>
          </a:cu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5DF9585-C2E2-09B0-F145-8AB7C5F0B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182691" y="1436914"/>
            <a:ext cx="5426697" cy="4832124"/>
          </a:xfrm>
          <a:prstGeom prst="roundRect">
            <a:avLst>
              <a:gd name="adj" fmla="val 6115"/>
            </a:avLst>
          </a:prstGeom>
          <a:solidFill>
            <a:schemeClr val="bg1"/>
          </a:solidFill>
          <a:ln>
            <a:noFill/>
          </a:ln>
          <a:effectLst>
            <a:outerShdw blurRad="4445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err="1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AA84866-BFE3-C248-8509-4F6A85A95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4200" y="1436914"/>
            <a:ext cx="5426697" cy="4832124"/>
          </a:xfrm>
          <a:prstGeom prst="roundRect">
            <a:avLst>
              <a:gd name="adj" fmla="val 6115"/>
            </a:avLst>
          </a:prstGeom>
          <a:solidFill>
            <a:schemeClr val="bg1"/>
          </a:solidFill>
          <a:ln>
            <a:noFill/>
          </a:ln>
          <a:effectLst>
            <a:outerShdw blurRad="4445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err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CDD5A69-E60B-4D4B-81A5-F54CE2D03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6" name="Picture Placeholder 58" descr="Picture">
            <a:extLst>
              <a:ext uri="{FF2B5EF4-FFF2-40B4-BE49-F238E27FC236}">
                <a16:creationId xmlns:a16="http://schemas.microsoft.com/office/drawing/2014/main" id="{678281BA-4B18-020B-4D4A-85670217705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2"/>
          </p:nvPr>
        </p:nvSpPr>
        <p:spPr>
          <a:xfrm>
            <a:off x="727696" y="1567440"/>
            <a:ext cx="5139704" cy="3156968"/>
          </a:xfrm>
          <a:prstGeom prst="roundRect">
            <a:avLst>
              <a:gd name="adj" fmla="val 5023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7C49D305-5E41-A45A-1B2D-FD7FC7FC085F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004849" y="4945137"/>
            <a:ext cx="4585398" cy="3724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kumimoji="0" lang="en-US" sz="24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260A65D0-8128-F427-818A-9D04ED45CCDF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1004850" y="5418500"/>
            <a:ext cx="4585397" cy="5249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Picture Placeholder 58" descr="Picture">
            <a:extLst>
              <a:ext uri="{FF2B5EF4-FFF2-40B4-BE49-F238E27FC236}">
                <a16:creationId xmlns:a16="http://schemas.microsoft.com/office/drawing/2014/main" id="{B8FCD3FC-7B76-4574-EBA3-D97DD59FDDE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3"/>
          </p:nvPr>
        </p:nvSpPr>
        <p:spPr>
          <a:xfrm>
            <a:off x="6326187" y="1567440"/>
            <a:ext cx="5139704" cy="3156968"/>
          </a:xfrm>
          <a:prstGeom prst="roundRect">
            <a:avLst>
              <a:gd name="adj" fmla="val 5023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5653D619-5602-2DDD-EBA9-3E1EA4B1A2C2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603340" y="4945137"/>
            <a:ext cx="4585398" cy="3724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kumimoji="0" lang="en-US" sz="24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793CFDE6-FCCF-BF85-60D2-9B76EF37713E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603341" y="5418500"/>
            <a:ext cx="4585397" cy="5249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329994697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ith 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C42F30C-A0A2-CB2E-DDDA-478B3E46A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4DCD632-04DD-E361-1B11-50DE0A9676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384797"/>
            <a:ext cx="1816900" cy="1473203"/>
          </a:xfrm>
          <a:custGeom>
            <a:avLst/>
            <a:gdLst>
              <a:gd name="csX0" fmla="*/ 0 w 1816900"/>
              <a:gd name="csY0" fmla="*/ 0 h 1473203"/>
              <a:gd name="csX1" fmla="*/ 1816900 w 1816900"/>
              <a:gd name="csY1" fmla="*/ 0 h 1473203"/>
              <a:gd name="csX2" fmla="*/ 1816900 w 1816900"/>
              <a:gd name="csY2" fmla="*/ 1473203 h 1473203"/>
              <a:gd name="csX3" fmla="*/ 0 w 1816900"/>
              <a:gd name="csY3" fmla="*/ 1473203 h 1473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16900" h="1473203">
                <a:moveTo>
                  <a:pt x="0" y="0"/>
                </a:moveTo>
                <a:lnTo>
                  <a:pt x="1816900" y="0"/>
                </a:lnTo>
                <a:lnTo>
                  <a:pt x="1816900" y="1473203"/>
                </a:lnTo>
                <a:lnTo>
                  <a:pt x="0" y="147320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C465BFA-8D13-CF86-7377-265D47282D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813445"/>
            <a:ext cx="4956194" cy="1107996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IN" spc="0" dirty="0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  <a:endParaRPr lang="en-IN"/>
          </a:p>
        </p:txBody>
      </p:sp>
      <p:sp>
        <p:nvSpPr>
          <p:cNvPr id="4" name="Picture Placeholder 58" descr="Picture">
            <a:extLst>
              <a:ext uri="{FF2B5EF4-FFF2-40B4-BE49-F238E27FC236}">
                <a16:creationId xmlns:a16="http://schemas.microsoft.com/office/drawing/2014/main" id="{AA3F000A-B701-7384-09FA-E2AF5374B2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19788" y="585786"/>
            <a:ext cx="5686424" cy="5686424"/>
          </a:xfrm>
          <a:prstGeom prst="roundRect">
            <a:avLst>
              <a:gd name="adj" fmla="val 5988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919835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slide with box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F776932-DA40-660D-25F5-3BDBD6CB8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4A1F656-20D5-7229-156E-9C743C6B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892925" y="585788"/>
            <a:ext cx="4716463" cy="5683249"/>
          </a:xfrm>
          <a:prstGeom prst="roundRect">
            <a:avLst>
              <a:gd name="adj" fmla="val 6345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IN" sz="2000" err="1">
              <a:gradFill>
                <a:gsLst>
                  <a:gs pos="0">
                    <a:schemeClr val="tx2"/>
                  </a:gs>
                  <a:gs pos="100000">
                    <a:schemeClr val="tx2">
                      <a:lumMod val="60000"/>
                      <a:lumOff val="40000"/>
                    </a:schemeClr>
                  </a:gs>
                </a:gsLst>
                <a:lin ang="2700000" scaled="1"/>
              </a:gradFill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871FCD-05C7-9D89-1B11-E8F3E4BA8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2017713"/>
            <a:ext cx="7110413" cy="3486784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444500" dist="419100" dir="8100000" sx="95000" sy="95000" algn="tr" rotWithShape="0">
              <a:prstClr val="black">
                <a:alpha val="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IN" sz="2000" err="1">
              <a:solidFill>
                <a:schemeClr val="tx1"/>
              </a:solidFill>
              <a:cs typeface="Segoe UI" pitchFamily="34" charset="0"/>
            </a:endParaRPr>
          </a:p>
        </p:txBody>
      </p:sp>
      <p:sp>
        <p:nvSpPr>
          <p:cNvPr id="2" name="Graphic 28">
            <a:extLst>
              <a:ext uri="{FF2B5EF4-FFF2-40B4-BE49-F238E27FC236}">
                <a16:creationId xmlns:a16="http://schemas.microsoft.com/office/drawing/2014/main" id="{134AA67B-181A-DB26-3641-FDC0D21B5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4200" y="1341394"/>
            <a:ext cx="965312" cy="725262"/>
          </a:xfrm>
          <a:custGeom>
            <a:avLst/>
            <a:gdLst>
              <a:gd name="connsiteX0" fmla="*/ 325088 w 3616928"/>
              <a:gd name="connsiteY0" fmla="*/ 2493836 h 2717482"/>
              <a:gd name="connsiteX1" fmla="*/ 0 w 3616928"/>
              <a:gd name="connsiteY1" fmla="*/ 1620108 h 2717482"/>
              <a:gd name="connsiteX2" fmla="*/ 1086517 w 3616928"/>
              <a:gd name="connsiteY2" fmla="*/ 19336 h 2717482"/>
              <a:gd name="connsiteX3" fmla="*/ 1300734 w 3616928"/>
              <a:gd name="connsiteY3" fmla="*/ 71628 h 2717482"/>
              <a:gd name="connsiteX4" fmla="*/ 1300734 w 3616928"/>
              <a:gd name="connsiteY4" fmla="*/ 71628 h 2717482"/>
              <a:gd name="connsiteX5" fmla="*/ 1253776 w 3616928"/>
              <a:gd name="connsiteY5" fmla="*/ 305943 h 2717482"/>
              <a:gd name="connsiteX6" fmla="*/ 710375 w 3616928"/>
              <a:gd name="connsiteY6" fmla="*/ 858584 h 2717482"/>
              <a:gd name="connsiteX7" fmla="*/ 930497 w 3616928"/>
              <a:gd name="connsiteY7" fmla="*/ 1294448 h 2717482"/>
              <a:gd name="connsiteX8" fmla="*/ 934784 w 3616928"/>
              <a:gd name="connsiteY8" fmla="*/ 1295020 h 2717482"/>
              <a:gd name="connsiteX9" fmla="*/ 1585055 w 3616928"/>
              <a:gd name="connsiteY9" fmla="*/ 2006251 h 2717482"/>
              <a:gd name="connsiteX10" fmla="*/ 1387412 w 3616928"/>
              <a:gd name="connsiteY10" fmla="*/ 2507743 h 2717482"/>
              <a:gd name="connsiteX11" fmla="*/ 1375791 w 3616928"/>
              <a:gd name="connsiteY11" fmla="*/ 2520316 h 2717482"/>
              <a:gd name="connsiteX12" fmla="*/ 873919 w 3616928"/>
              <a:gd name="connsiteY12" fmla="*/ 2717483 h 2717482"/>
              <a:gd name="connsiteX13" fmla="*/ 325279 w 3616928"/>
              <a:gd name="connsiteY13" fmla="*/ 2493931 h 2717482"/>
              <a:gd name="connsiteX14" fmla="*/ 325279 w 3616928"/>
              <a:gd name="connsiteY14" fmla="*/ 2493931 h 2717482"/>
              <a:gd name="connsiteX15" fmla="*/ 2357057 w 3616928"/>
              <a:gd name="connsiteY15" fmla="*/ 2493836 h 2717482"/>
              <a:gd name="connsiteX16" fmla="*/ 2031968 w 3616928"/>
              <a:gd name="connsiteY16" fmla="*/ 1620108 h 2717482"/>
              <a:gd name="connsiteX17" fmla="*/ 3118485 w 3616928"/>
              <a:gd name="connsiteY17" fmla="*/ 19336 h 2717482"/>
              <a:gd name="connsiteX18" fmla="*/ 3332703 w 3616928"/>
              <a:gd name="connsiteY18" fmla="*/ 71628 h 2717482"/>
              <a:gd name="connsiteX19" fmla="*/ 3332703 w 3616928"/>
              <a:gd name="connsiteY19" fmla="*/ 71628 h 2717482"/>
              <a:gd name="connsiteX20" fmla="*/ 3285744 w 3616928"/>
              <a:gd name="connsiteY20" fmla="*/ 305943 h 2717482"/>
              <a:gd name="connsiteX21" fmla="*/ 2742343 w 3616928"/>
              <a:gd name="connsiteY21" fmla="*/ 858584 h 2717482"/>
              <a:gd name="connsiteX22" fmla="*/ 2962370 w 3616928"/>
              <a:gd name="connsiteY22" fmla="*/ 1294448 h 2717482"/>
              <a:gd name="connsiteX23" fmla="*/ 2966657 w 3616928"/>
              <a:gd name="connsiteY23" fmla="*/ 1295020 h 2717482"/>
              <a:gd name="connsiteX24" fmla="*/ 3616928 w 3616928"/>
              <a:gd name="connsiteY24" fmla="*/ 2006251 h 2717482"/>
              <a:gd name="connsiteX25" fmla="*/ 3413760 w 3616928"/>
              <a:gd name="connsiteY25" fmla="*/ 2514220 h 2717482"/>
              <a:gd name="connsiteX26" fmla="*/ 2905792 w 3616928"/>
              <a:gd name="connsiteY26" fmla="*/ 2717388 h 2717482"/>
              <a:gd name="connsiteX27" fmla="*/ 2357152 w 3616928"/>
              <a:gd name="connsiteY27" fmla="*/ 2493836 h 2717482"/>
              <a:gd name="connsiteX28" fmla="*/ 2357152 w 3616928"/>
              <a:gd name="connsiteY28" fmla="*/ 2493836 h 2717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616928" h="2717482">
                <a:moveTo>
                  <a:pt x="325088" y="2493836"/>
                </a:moveTo>
                <a:cubicBezTo>
                  <a:pt x="121920" y="2270380"/>
                  <a:pt x="0" y="2026539"/>
                  <a:pt x="0" y="1620108"/>
                </a:cubicBezTo>
                <a:cubicBezTo>
                  <a:pt x="0" y="954025"/>
                  <a:pt x="445675" y="359188"/>
                  <a:pt x="1086517" y="19336"/>
                </a:cubicBezTo>
                <a:cubicBezTo>
                  <a:pt x="1160812" y="-20097"/>
                  <a:pt x="1252918" y="2477"/>
                  <a:pt x="1300734" y="71628"/>
                </a:cubicBezTo>
                <a:lnTo>
                  <a:pt x="1300734" y="71628"/>
                </a:lnTo>
                <a:cubicBezTo>
                  <a:pt x="1354550" y="149448"/>
                  <a:pt x="1333310" y="254699"/>
                  <a:pt x="1253776" y="305943"/>
                </a:cubicBezTo>
                <a:cubicBezTo>
                  <a:pt x="981075" y="481585"/>
                  <a:pt x="813911" y="674466"/>
                  <a:pt x="710375" y="858584"/>
                </a:cubicBezTo>
                <a:cubicBezTo>
                  <a:pt x="606838" y="1042702"/>
                  <a:pt x="723805" y="1266159"/>
                  <a:pt x="930497" y="1294448"/>
                </a:cubicBezTo>
                <a:cubicBezTo>
                  <a:pt x="931926" y="1294639"/>
                  <a:pt x="933355" y="1294829"/>
                  <a:pt x="934784" y="1295020"/>
                </a:cubicBezTo>
                <a:cubicBezTo>
                  <a:pt x="1300543" y="1335691"/>
                  <a:pt x="1585055" y="1620108"/>
                  <a:pt x="1585055" y="2006251"/>
                </a:cubicBezTo>
                <a:cubicBezTo>
                  <a:pt x="1585055" y="2186369"/>
                  <a:pt x="1506188" y="2366487"/>
                  <a:pt x="1387412" y="2507743"/>
                </a:cubicBezTo>
                <a:cubicBezTo>
                  <a:pt x="1383792" y="2512124"/>
                  <a:pt x="1379887" y="2516315"/>
                  <a:pt x="1375791" y="2520316"/>
                </a:cubicBezTo>
                <a:cubicBezTo>
                  <a:pt x="1235012" y="2658237"/>
                  <a:pt x="1074230" y="2717483"/>
                  <a:pt x="873919" y="2717483"/>
                </a:cubicBezTo>
                <a:cubicBezTo>
                  <a:pt x="650367" y="2717483"/>
                  <a:pt x="447199" y="2615851"/>
                  <a:pt x="325279" y="2493931"/>
                </a:cubicBezTo>
                <a:lnTo>
                  <a:pt x="325279" y="2493931"/>
                </a:lnTo>
                <a:close/>
                <a:moveTo>
                  <a:pt x="2357057" y="2493836"/>
                </a:moveTo>
                <a:cubicBezTo>
                  <a:pt x="2153888" y="2270284"/>
                  <a:pt x="2031968" y="2026444"/>
                  <a:pt x="2031968" y="1620108"/>
                </a:cubicBezTo>
                <a:cubicBezTo>
                  <a:pt x="2031968" y="954025"/>
                  <a:pt x="2477643" y="359188"/>
                  <a:pt x="3118485" y="19336"/>
                </a:cubicBezTo>
                <a:cubicBezTo>
                  <a:pt x="3192780" y="-20097"/>
                  <a:pt x="3284887" y="2477"/>
                  <a:pt x="3332703" y="71628"/>
                </a:cubicBezTo>
                <a:lnTo>
                  <a:pt x="3332703" y="71628"/>
                </a:lnTo>
                <a:cubicBezTo>
                  <a:pt x="3386519" y="149448"/>
                  <a:pt x="3365278" y="254699"/>
                  <a:pt x="3285744" y="305943"/>
                </a:cubicBezTo>
                <a:cubicBezTo>
                  <a:pt x="3013043" y="481585"/>
                  <a:pt x="2845880" y="674466"/>
                  <a:pt x="2742343" y="858584"/>
                </a:cubicBezTo>
                <a:cubicBezTo>
                  <a:pt x="2640140" y="1040416"/>
                  <a:pt x="2755773" y="1266159"/>
                  <a:pt x="2962370" y="1294448"/>
                </a:cubicBezTo>
                <a:cubicBezTo>
                  <a:pt x="2963799" y="1294639"/>
                  <a:pt x="2965228" y="1294829"/>
                  <a:pt x="2966657" y="1295020"/>
                </a:cubicBezTo>
                <a:cubicBezTo>
                  <a:pt x="3332416" y="1335691"/>
                  <a:pt x="3616928" y="1620108"/>
                  <a:pt x="3616928" y="2006251"/>
                </a:cubicBezTo>
                <a:cubicBezTo>
                  <a:pt x="3616928" y="2189131"/>
                  <a:pt x="3535680" y="2372011"/>
                  <a:pt x="3413760" y="2514220"/>
                </a:cubicBezTo>
                <a:cubicBezTo>
                  <a:pt x="3291840" y="2656428"/>
                  <a:pt x="3108960" y="2717388"/>
                  <a:pt x="2905792" y="2717388"/>
                </a:cubicBezTo>
                <a:cubicBezTo>
                  <a:pt x="2682240" y="2717388"/>
                  <a:pt x="2479072" y="2615756"/>
                  <a:pt x="2357152" y="2493836"/>
                </a:cubicBezTo>
                <a:lnTo>
                  <a:pt x="2357152" y="2493836"/>
                </a:ln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0800" dist="76200" dir="8100000" algn="tr" rotWithShape="0">
              <a:schemeClr val="tx2">
                <a:alpha val="25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971DD112-F80E-C3D5-3727-DC230F6FD85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4200" y="2686834"/>
            <a:ext cx="5829300" cy="17322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kumimoji="0" lang="en-US" sz="24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C4C97650-CF35-A491-0503-5080029BBD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2613" y="4756201"/>
            <a:ext cx="5830888" cy="2756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228600" marR="0" indent="-228600" algn="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marR="0" lvl="0" indent="-228600" algn="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Speaker Name</a:t>
            </a:r>
          </a:p>
        </p:txBody>
      </p:sp>
      <p:sp>
        <p:nvSpPr>
          <p:cNvPr id="11" name="Picture Placeholder 58" descr="Picture">
            <a:extLst>
              <a:ext uri="{FF2B5EF4-FFF2-40B4-BE49-F238E27FC236}">
                <a16:creationId xmlns:a16="http://schemas.microsoft.com/office/drawing/2014/main" id="{ED000594-C305-614A-C01C-EC225C6C972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110413" y="800101"/>
            <a:ext cx="4281488" cy="5257794"/>
          </a:xfrm>
          <a:prstGeom prst="roundRect">
            <a:avLst>
              <a:gd name="adj" fmla="val 4431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982379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E33CBEB-5F3B-690E-98EA-D38032EDB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2" y="1436686"/>
            <a:ext cx="11603738" cy="4832351"/>
          </a:xfrm>
          <a:custGeom>
            <a:avLst/>
            <a:gdLst>
              <a:gd name="csX0" fmla="*/ 0 w 11603738"/>
              <a:gd name="csY0" fmla="*/ 0 h 4832351"/>
              <a:gd name="csX1" fmla="*/ 11603738 w 11603738"/>
              <a:gd name="csY1" fmla="*/ 0 h 4832351"/>
              <a:gd name="csX2" fmla="*/ 11603738 w 11603738"/>
              <a:gd name="csY2" fmla="*/ 4832351 h 4832351"/>
              <a:gd name="csX3" fmla="*/ 92250 w 11603738"/>
              <a:gd name="csY3" fmla="*/ 4832351 h 4832351"/>
              <a:gd name="csX4" fmla="*/ 0 w 11603738"/>
              <a:gd name="csY4" fmla="*/ 4740101 h 4832351"/>
              <a:gd name="csX5" fmla="*/ 0 w 11603738"/>
              <a:gd name="csY5" fmla="*/ 0 h 48323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603738" h="4832351">
                <a:moveTo>
                  <a:pt x="0" y="0"/>
                </a:moveTo>
                <a:lnTo>
                  <a:pt x="11603738" y="0"/>
                </a:lnTo>
                <a:lnTo>
                  <a:pt x="11603738" y="4832351"/>
                </a:lnTo>
                <a:lnTo>
                  <a:pt x="92250" y="4832351"/>
                </a:lnTo>
                <a:cubicBezTo>
                  <a:pt x="41302" y="4832351"/>
                  <a:pt x="0" y="4791049"/>
                  <a:pt x="0" y="4740101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18900000" scaled="1"/>
            <a:tileRect/>
          </a:gradFill>
          <a:ln>
            <a:noFill/>
            <a:headEnd type="none" w="med" len="med"/>
            <a:tailEnd type="none" w="med" len="med"/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12E08D-0DA5-4C54-CB56-2AFF9C605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2" y="1436687"/>
            <a:ext cx="11603738" cy="27432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75000"/>
                </a:schemeClr>
              </a:gs>
              <a:gs pos="0">
                <a:schemeClr val="accent1"/>
              </a:gs>
            </a:gsLst>
            <a:lin ang="108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cs typeface="Segoe UI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FF2F277-ADFE-5A26-BE1E-A58A66925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124003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0AA6D7E-E62E-CBB6-932B-A8CED8A48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C9E81439-4887-B45D-64DB-F0A08986AE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7238" y="1621002"/>
            <a:ext cx="10826500" cy="2983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kumimoji="0" lang="en-US" sz="18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" name="Text Placeholder 35">
            <a:extLst>
              <a:ext uri="{FF2B5EF4-FFF2-40B4-BE49-F238E27FC236}">
                <a16:creationId xmlns:a16="http://schemas.microsoft.com/office/drawing/2014/main" id="{B299B6C3-A015-7724-CEF9-6C3B789E1C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02152" y="2261674"/>
            <a:ext cx="4314125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spcAft>
                <a:spcPts val="0"/>
              </a:spcAft>
              <a:buNone/>
              <a:defRPr lang="en-US" sz="1600" b="0" cap="none" spc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marL="57150" lvl="0" indent="-285750">
              <a:spcBef>
                <a:spcPct val="0"/>
              </a:spcBef>
            </a:pPr>
            <a:r>
              <a:rPr lang="en-US"/>
              <a:t>Click to add text</a:t>
            </a:r>
          </a:p>
        </p:txBody>
      </p:sp>
      <p:sp>
        <p:nvSpPr>
          <p:cNvPr id="7" name="Text Placeholder 35">
            <a:extLst>
              <a:ext uri="{FF2B5EF4-FFF2-40B4-BE49-F238E27FC236}">
                <a16:creationId xmlns:a16="http://schemas.microsoft.com/office/drawing/2014/main" id="{A2BDB7F1-01E2-E61A-FE95-6355663FB0F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33639" y="2611299"/>
            <a:ext cx="4182638" cy="12367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179388" indent="-179388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kumimoji="0" lang="en-US" sz="1400" b="0" i="0" u="none" strike="noStrike" cap="none" spc="0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213E2993-CFBE-00A0-3810-8B350E8DB5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02152" y="4384037"/>
            <a:ext cx="4314125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spcAft>
                <a:spcPts val="0"/>
              </a:spcAft>
              <a:buNone/>
              <a:defRPr lang="en-US" sz="1600" b="0" cap="none" spc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marL="57150" lvl="0" indent="-285750">
              <a:spcBef>
                <a:spcPct val="0"/>
              </a:spcBef>
            </a:pPr>
            <a:r>
              <a:rPr lang="en-US"/>
              <a:t>Click to add text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D4E8CF10-FC27-B1A1-450D-EFEBB240AD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33639" y="4733662"/>
            <a:ext cx="4182638" cy="12367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179388" indent="-179388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kumimoji="0" lang="en-US" sz="1400" b="0" i="0" u="none" strike="noStrike" cap="none" spc="0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Picture Placeholder 58" descr="Picture">
            <a:extLst>
              <a:ext uri="{FF2B5EF4-FFF2-40B4-BE49-F238E27FC236}">
                <a16:creationId xmlns:a16="http://schemas.microsoft.com/office/drawing/2014/main" id="{4A5F0B65-5505-CB11-468C-7C71C52F7C9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98916" y="2417148"/>
            <a:ext cx="5604824" cy="3227274"/>
          </a:xfrm>
          <a:prstGeom prst="roundRect">
            <a:avLst>
              <a:gd name="adj" fmla="val 4431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1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CC8DC4C4-267F-ED06-C76B-06B55E5BE8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8914" y="5869249"/>
            <a:ext cx="5488235" cy="1391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100" b="0" i="0" u="none" strike="noStrike" cap="none" spc="0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601680910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Picture 213">
            <a:extLst>
              <a:ext uri="{FF2B5EF4-FFF2-40B4-BE49-F238E27FC236}">
                <a16:creationId xmlns:a16="http://schemas.microsoft.com/office/drawing/2014/main" id="{11781118-4081-C505-997C-79D4BFEDB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953072"/>
            <a:ext cx="12190966" cy="904928"/>
          </a:xfrm>
          <a:custGeom>
            <a:avLst/>
            <a:gdLst>
              <a:gd name="csX0" fmla="*/ 12190966 w 12190966"/>
              <a:gd name="csY0" fmla="*/ 0 h 904928"/>
              <a:gd name="csX1" fmla="*/ 12190966 w 12190966"/>
              <a:gd name="csY1" fmla="*/ 904928 h 904928"/>
              <a:gd name="csX2" fmla="*/ 0 w 12190966"/>
              <a:gd name="csY2" fmla="*/ 904928 h 904928"/>
              <a:gd name="csX3" fmla="*/ 0 w 12190966"/>
              <a:gd name="csY3" fmla="*/ 506467 h 904928"/>
              <a:gd name="csX4" fmla="*/ 11675277 w 12190966"/>
              <a:gd name="csY4" fmla="*/ 506467 h 904928"/>
              <a:gd name="csX5" fmla="*/ 12181502 w 12190966"/>
              <a:gd name="csY5" fmla="*/ 93882 h 9049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190966" h="904928">
                <a:moveTo>
                  <a:pt x="12190966" y="0"/>
                </a:moveTo>
                <a:lnTo>
                  <a:pt x="12190966" y="904928"/>
                </a:lnTo>
                <a:lnTo>
                  <a:pt x="0" y="904928"/>
                </a:lnTo>
                <a:lnTo>
                  <a:pt x="0" y="506467"/>
                </a:lnTo>
                <a:lnTo>
                  <a:pt x="11675277" y="506467"/>
                </a:lnTo>
                <a:cubicBezTo>
                  <a:pt x="11924983" y="506467"/>
                  <a:pt x="12133319" y="329344"/>
                  <a:pt x="12181502" y="93882"/>
                </a:cubicBezTo>
                <a:close/>
              </a:path>
            </a:pathLst>
          </a:cu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76D70C1-7A3B-7467-3273-9CF70A9DE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rot="16200000">
            <a:off x="6061472" y="-4758631"/>
            <a:ext cx="69057" cy="12192002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9DBE92EC-D49D-D209-5103-A7CD07617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rot="5400000" flipH="1">
            <a:off x="2937230" y="1964970"/>
            <a:ext cx="1908830" cy="6614889"/>
          </a:xfrm>
          <a:prstGeom prst="round2SameRect">
            <a:avLst>
              <a:gd name="adj1" fmla="val 0"/>
              <a:gd name="adj2" fmla="val 8982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18900000" scaled="1"/>
            <a:tileRect/>
          </a:gradFill>
          <a:ln>
            <a:noFill/>
            <a:headEnd type="none" w="med" len="med"/>
            <a:tailEnd type="none" w="med" len="med"/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IN" sz="2000">
                <a:solidFill>
                  <a:srgbClr val="FFFFFF"/>
                </a:solidFill>
                <a:cs typeface="Segoe UI" pitchFamily="34" charset="0"/>
              </a:rPr>
              <a:t>v</a:t>
            </a: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440DBB-E8AC-4A9A-336E-D8E8AA70F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2908877" y="5272415"/>
            <a:ext cx="170303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85BBCFE-CC55-CCB2-EE2A-C4BCAAF75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432561" y="2769472"/>
            <a:ext cx="5387339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099C5036-9D7D-D980-070A-95D5D18B9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1D66238B-808B-6B5B-98B8-2F03FE9460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2340" y="1509442"/>
            <a:ext cx="5387339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buNone/>
              <a:defRPr lang="en-US" sz="1600" b="0" cap="none" spc="0" dirty="0">
                <a:ln w="3175"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marL="57150" lvl="0" indent="-285750">
              <a:spcBef>
                <a:spcPct val="0"/>
              </a:spcBef>
            </a:pPr>
            <a:r>
              <a:rPr lang="en-US"/>
              <a:t>Click to add text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F067CBFC-6C92-6470-8044-2C3C3972912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32340" y="1895144"/>
            <a:ext cx="5387339" cy="7325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DF40F0B4-7937-EF27-244E-ACCE510A51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32340" y="2907015"/>
            <a:ext cx="5387339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buNone/>
              <a:defRPr lang="en-US" sz="1600" b="0" cap="none" spc="0">
                <a:ln w="3175"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marL="57150" lvl="0" indent="-285750">
              <a:spcBef>
                <a:spcPct val="0"/>
              </a:spcBef>
            </a:pPr>
            <a:r>
              <a:rPr lang="en-US"/>
              <a:t>Click to add text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F13C9FBC-B5C6-EBA9-9725-ED6643208B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32340" y="3292717"/>
            <a:ext cx="5387339" cy="7325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69725280-BF9D-CD50-E08C-6EF4E7FA45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4641" y="4468158"/>
            <a:ext cx="2769840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buNone/>
              <a:defRPr lang="en-US" sz="1600" b="0" cap="none" spc="0">
                <a:ln w="3175"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marL="57150" lvl="0" indent="-285750">
              <a:spcBef>
                <a:spcPct val="0"/>
              </a:spcBef>
            </a:pPr>
            <a:r>
              <a:rPr lang="en-US"/>
              <a:t>Click to add text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58A66DFE-B9FF-88E7-912D-B5E8E1634FE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4641" y="4853859"/>
            <a:ext cx="2769840" cy="122362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4" name="Text Placeholder 35">
            <a:extLst>
              <a:ext uri="{FF2B5EF4-FFF2-40B4-BE49-F238E27FC236}">
                <a16:creationId xmlns:a16="http://schemas.microsoft.com/office/drawing/2014/main" id="{8F792DAC-67BE-108A-51EF-F9E44380E09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66301" y="4468158"/>
            <a:ext cx="2769840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buNone/>
              <a:defRPr lang="en-US" sz="1600" b="0" cap="none" spc="0">
                <a:ln w="3175">
                  <a:noFill/>
                </a:ln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marL="57150" lvl="0" indent="-285750">
              <a:spcBef>
                <a:spcPct val="0"/>
              </a:spcBef>
            </a:pPr>
            <a:r>
              <a:rPr lang="en-US"/>
              <a:t>Click to add text</a:t>
            </a:r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0B7A4D10-6BA5-FC2B-EA95-09D04D56332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66301" y="4853859"/>
            <a:ext cx="2769840" cy="122362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6" name="Picture Placeholder 58" descr="Picture">
            <a:extLst>
              <a:ext uri="{FF2B5EF4-FFF2-40B4-BE49-F238E27FC236}">
                <a16:creationId xmlns:a16="http://schemas.microsoft.com/office/drawing/2014/main" id="{390A6AE7-B2CB-4169-C706-B32E0FBFE6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199091" y="215899"/>
            <a:ext cx="4410299" cy="6426199"/>
          </a:xfrm>
          <a:prstGeom prst="roundRect">
            <a:avLst>
              <a:gd name="adj" fmla="val 5089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1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28007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0F1A2AF9-F809-05E0-2EF7-EF53B8FC0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3AF1BFB-C4EA-B987-A8E5-DC229CC7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663700"/>
            <a:ext cx="12192000" cy="3975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445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indent="0" algn="ctr">
              <a:buFont typeface="Arial" panose="020B0604020202020204" pitchFamily="34" charset="0"/>
              <a:buNone/>
            </a:pPr>
            <a:endParaRPr lang="en-US" err="1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C9002D9-196C-7E55-3055-9D3D68AC9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8B28DA8B-3676-496D-F012-4F910FE51A7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29360" y="2143341"/>
            <a:ext cx="2668040" cy="238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Date/Heading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8E694B22-AE63-7CA6-2925-DD6EC5083C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29360" y="2466318"/>
            <a:ext cx="2668037" cy="7248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" name="Text Placeholder 35">
            <a:extLst>
              <a:ext uri="{FF2B5EF4-FFF2-40B4-BE49-F238E27FC236}">
                <a16:creationId xmlns:a16="http://schemas.microsoft.com/office/drawing/2014/main" id="{0C893ED8-786F-CF3D-C4E5-A2A2ABC56B3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2907" y="2143341"/>
            <a:ext cx="2668040" cy="238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Date/Heading</a:t>
            </a:r>
          </a:p>
        </p:txBody>
      </p:sp>
      <p:sp>
        <p:nvSpPr>
          <p:cNvPr id="7" name="Text Placeholder 35">
            <a:extLst>
              <a:ext uri="{FF2B5EF4-FFF2-40B4-BE49-F238E27FC236}">
                <a16:creationId xmlns:a16="http://schemas.microsoft.com/office/drawing/2014/main" id="{72A6C3B6-530E-7EAB-EDE5-B0CD7B488AD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692907" y="2466318"/>
            <a:ext cx="2668037" cy="7248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106A8FBB-EC08-5A04-DB58-6D4B9439151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6454" y="2143341"/>
            <a:ext cx="2668040" cy="238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Date/Heading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C8554BC-6E63-DBBE-A10D-4810ADE3C2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56454" y="2466318"/>
            <a:ext cx="2668037" cy="7248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CA969DC2-A955-7D3E-109F-ACD89151D4D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018508" y="3830449"/>
            <a:ext cx="2668040" cy="238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Date/Heading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7564B06C-E923-89CD-80EB-69EA0BA1E24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018508" y="4153425"/>
            <a:ext cx="2668037" cy="11548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56D81F2B-0F66-9DC8-2E71-70F30DF12A7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82055" y="3830449"/>
            <a:ext cx="2668040" cy="238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Date/Heading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5769CCB9-5342-C503-AF98-160B4190509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82055" y="4153425"/>
            <a:ext cx="2668037" cy="11548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4" name="Text Placeholder 35">
            <a:extLst>
              <a:ext uri="{FF2B5EF4-FFF2-40B4-BE49-F238E27FC236}">
                <a16:creationId xmlns:a16="http://schemas.microsoft.com/office/drawing/2014/main" id="{BA900841-37FD-56AC-F067-1EACB32136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945603" y="3830449"/>
            <a:ext cx="1827298" cy="238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Date/Heading</a:t>
            </a:r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540110EE-5E44-5159-1F74-0FCCB83EBBD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945604" y="4153425"/>
            <a:ext cx="1827296" cy="11548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34973542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venn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0D01915-2972-1A44-B38B-F861A235B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flipV="1">
            <a:off x="0" y="1436688"/>
            <a:ext cx="7467600" cy="5421312"/>
          </a:xfrm>
          <a:custGeom>
            <a:avLst/>
            <a:gdLst>
              <a:gd name="csX0" fmla="*/ 0 w 7467600"/>
              <a:gd name="csY0" fmla="*/ 5421312 h 5421312"/>
              <a:gd name="csX1" fmla="*/ 7008523 w 7467600"/>
              <a:gd name="csY1" fmla="*/ 5421312 h 5421312"/>
              <a:gd name="csX2" fmla="*/ 7467600 w 7467600"/>
              <a:gd name="csY2" fmla="*/ 4962235 h 5421312"/>
              <a:gd name="csX3" fmla="*/ 7467600 w 7467600"/>
              <a:gd name="csY3" fmla="*/ 0 h 5421312"/>
              <a:gd name="csX4" fmla="*/ 914400 w 7467600"/>
              <a:gd name="csY4" fmla="*/ 0 h 5421312"/>
              <a:gd name="csX5" fmla="*/ 459077 w 7467600"/>
              <a:gd name="csY5" fmla="*/ 0 h 5421312"/>
              <a:gd name="csX6" fmla="*/ 0 w 7467600"/>
              <a:gd name="csY6" fmla="*/ 0 h 5421312"/>
              <a:gd name="csX7" fmla="*/ 0 w 7467600"/>
              <a:gd name="csY7" fmla="*/ 459077 h 5421312"/>
              <a:gd name="csX8" fmla="*/ 0 w 7467600"/>
              <a:gd name="csY8" fmla="*/ 914400 h 54213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467600" h="5421312">
                <a:moveTo>
                  <a:pt x="0" y="5421312"/>
                </a:moveTo>
                <a:lnTo>
                  <a:pt x="7008523" y="5421312"/>
                </a:lnTo>
                <a:cubicBezTo>
                  <a:pt x="7262064" y="5421312"/>
                  <a:pt x="7467600" y="5215776"/>
                  <a:pt x="7467600" y="4962235"/>
                </a:cubicBezTo>
                <a:lnTo>
                  <a:pt x="7467600" y="0"/>
                </a:lnTo>
                <a:lnTo>
                  <a:pt x="914400" y="0"/>
                </a:lnTo>
                <a:lnTo>
                  <a:pt x="459077" y="0"/>
                </a:lnTo>
                <a:lnTo>
                  <a:pt x="0" y="0"/>
                </a:lnTo>
                <a:lnTo>
                  <a:pt x="0" y="459077"/>
                </a:lnTo>
                <a:lnTo>
                  <a:pt x="0" y="914400"/>
                </a:lnTo>
                <a:close/>
              </a:path>
            </a:pathLst>
          </a:cu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 err="1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D61B03E-B87F-B854-CA2B-8E1C4A50A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BC560371-4DD9-9932-D2C5-FDE5411CF39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27999" y="1352010"/>
            <a:ext cx="3478787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spcAft>
                <a:spcPts val="0"/>
              </a:spcAft>
              <a:buNone/>
              <a:defRPr lang="en-US" sz="3600" b="1" kern="1200" cap="none" spc="0" baseline="0" dirty="0">
                <a:ln w="3175">
                  <a:noFill/>
                </a:ln>
                <a:gradFill flip="none" rotWithShape="1">
                  <a:gsLst>
                    <a:gs pos="50000">
                      <a:srgbClr val="1D90B2"/>
                    </a:gs>
                    <a:gs pos="0">
                      <a:srgbClr val="1D90B2"/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effectLst/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342900" lvl="0" indent="-571500">
              <a:spcBef>
                <a:spcPct val="0"/>
              </a:spcBef>
            </a:pPr>
            <a:r>
              <a:rPr lang="en-US"/>
              <a:t>01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12407A43-EC91-CB9C-AD6A-05541D19FCD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7999" y="1949738"/>
            <a:ext cx="3478787" cy="238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Aft>
                <a:spcPts val="0"/>
              </a:spcAft>
              <a:buNone/>
              <a:defRPr kumimoji="0" lang="en-US" sz="1600" b="0" i="0" u="none" strike="noStrike" cap="none" spc="0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heading</a:t>
            </a:r>
          </a:p>
        </p:txBody>
      </p:sp>
      <p:sp>
        <p:nvSpPr>
          <p:cNvPr id="6" name="Text Placeholder 35">
            <a:extLst>
              <a:ext uri="{FF2B5EF4-FFF2-40B4-BE49-F238E27FC236}">
                <a16:creationId xmlns:a16="http://schemas.microsoft.com/office/drawing/2014/main" id="{FA57E2A9-1234-238C-CAA3-001310FC85B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7999" y="2277208"/>
            <a:ext cx="3478783" cy="7248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en-US" sz="1400" b="0" i="0" u="none" strike="noStrike" cap="none" spc="0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7" name="Text Placeholder 35">
            <a:extLst>
              <a:ext uri="{FF2B5EF4-FFF2-40B4-BE49-F238E27FC236}">
                <a16:creationId xmlns:a16="http://schemas.microsoft.com/office/drawing/2014/main" id="{D39B4A2E-5B4C-69F4-9DBA-14AA839355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27999" y="3072485"/>
            <a:ext cx="3478787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spcAft>
                <a:spcPts val="0"/>
              </a:spcAft>
              <a:buNone/>
              <a:defRPr lang="en-US" sz="3600" b="1" kern="1200" cap="none" spc="0" baseline="0" dirty="0">
                <a:ln w="3175">
                  <a:noFill/>
                </a:ln>
                <a:gradFill flip="none" rotWithShape="1">
                  <a:gsLst>
                    <a:gs pos="50000">
                      <a:srgbClr val="1D90B2"/>
                    </a:gs>
                    <a:gs pos="0">
                      <a:srgbClr val="1D90B2"/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effectLst/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342900" lvl="0" indent="-571500">
              <a:spcBef>
                <a:spcPct val="0"/>
              </a:spcBef>
            </a:pPr>
            <a:r>
              <a:rPr lang="en-US"/>
              <a:t>02</a:t>
            </a:r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53710538-440C-A774-7DB0-3F48472F7DA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7999" y="3670213"/>
            <a:ext cx="3478787" cy="238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Aft>
                <a:spcPts val="0"/>
              </a:spcAft>
              <a:buNone/>
              <a:defRPr kumimoji="0" lang="en-US" sz="1600" b="0" i="0" u="none" strike="noStrike" cap="none" spc="0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heading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BE958670-8C19-97BF-16DC-870BD93A44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27999" y="3997683"/>
            <a:ext cx="3478783" cy="7248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en-US" sz="1400" b="0" i="0" u="none" strike="noStrike" cap="none" spc="0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55524A7E-B999-748B-A0D2-6D90F4D945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27999" y="4797025"/>
            <a:ext cx="3478787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spcAft>
                <a:spcPts val="0"/>
              </a:spcAft>
              <a:buNone/>
              <a:defRPr lang="en-US" sz="3600" b="1" kern="1200" cap="none" spc="0" baseline="0">
                <a:ln w="3175">
                  <a:noFill/>
                </a:ln>
                <a:gradFill flip="none" rotWithShape="1">
                  <a:gsLst>
                    <a:gs pos="50000">
                      <a:srgbClr val="1D90B2"/>
                    </a:gs>
                    <a:gs pos="0">
                      <a:srgbClr val="1D90B2"/>
                    </a:gs>
                    <a:gs pos="100000">
                      <a:schemeClr val="accent2"/>
                    </a:gs>
                  </a:gsLst>
                  <a:lin ang="2700000" scaled="1"/>
                  <a:tileRect/>
                </a:gradFill>
                <a:effectLst/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342900" lvl="0" indent="-571500">
              <a:spcBef>
                <a:spcPct val="0"/>
              </a:spcBef>
            </a:pPr>
            <a:r>
              <a:rPr lang="en-US"/>
              <a:t>03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7A0C0703-7BDC-FCA4-F5A6-457854EAC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27999" y="5394753"/>
            <a:ext cx="3478787" cy="238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Aft>
                <a:spcPts val="0"/>
              </a:spcAft>
              <a:buNone/>
              <a:defRPr kumimoji="0" lang="en-US" sz="1600" b="0" i="0" u="none" strike="noStrike" cap="none" spc="0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heading</a:t>
            </a:r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F72179B1-5BF6-60B8-6AE6-CE19ABCA5CF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27999" y="5722223"/>
            <a:ext cx="3478783" cy="7248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en-US" sz="1400" b="0" i="0" u="none" strike="noStrike" cap="none" spc="0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314186684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yrami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ECE768-9CBC-8AD8-5255-F43241737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1246250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81E8EFB-5107-9B31-2505-C200BD082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436688"/>
            <a:ext cx="12192000" cy="4646612"/>
          </a:xfrm>
          <a:custGeom>
            <a:avLst/>
            <a:gdLst>
              <a:gd name="csX0" fmla="*/ 0 w 12192000"/>
              <a:gd name="csY0" fmla="*/ 0 h 4646612"/>
              <a:gd name="csX1" fmla="*/ 12192000 w 12192000"/>
              <a:gd name="csY1" fmla="*/ 0 h 4646612"/>
              <a:gd name="csX2" fmla="*/ 12192000 w 12192000"/>
              <a:gd name="csY2" fmla="*/ 4646612 h 4646612"/>
              <a:gd name="csX3" fmla="*/ 0 w 12192000"/>
              <a:gd name="csY3" fmla="*/ 4646612 h 46466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4646612">
                <a:moveTo>
                  <a:pt x="0" y="0"/>
                </a:moveTo>
                <a:lnTo>
                  <a:pt x="12192000" y="0"/>
                </a:lnTo>
                <a:lnTo>
                  <a:pt x="12192000" y="4646612"/>
                </a:lnTo>
                <a:lnTo>
                  <a:pt x="0" y="4646612"/>
                </a:lnTo>
                <a:close/>
              </a:path>
            </a:pathLst>
          </a:cu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076778E-9F4D-2A3C-38A0-3726BB9E2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62225169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Single Corner Rounded 12">
            <a:extLst>
              <a:ext uri="{FF2B5EF4-FFF2-40B4-BE49-F238E27FC236}">
                <a16:creationId xmlns:a16="http://schemas.microsoft.com/office/drawing/2014/main" id="{BC1C916E-8DFE-52BC-93D3-300ADEB77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436688"/>
            <a:ext cx="5740400" cy="5113533"/>
          </a:xfrm>
          <a:prstGeom prst="round1Rect">
            <a:avLst>
              <a:gd name="adj" fmla="val 8551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DC70D0-355A-D324-2968-8D78058A2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8263" y="1436688"/>
            <a:ext cx="290512" cy="0"/>
          </a:xfrm>
          <a:prstGeom prst="line">
            <a:avLst/>
          </a:prstGeom>
          <a:ln w="38100" cap="rnd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41F3E90-D574-849D-1CD7-8F34C2001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42050" y="1436688"/>
            <a:ext cx="290512" cy="0"/>
          </a:xfrm>
          <a:prstGeom prst="line">
            <a:avLst/>
          </a:prstGeom>
          <a:ln w="38100" cap="rnd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6A9520B-0B3A-F650-5E91-EA73BDF4D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6550221"/>
            <a:ext cx="12192000" cy="307779"/>
          </a:xfrm>
          <a:custGeom>
            <a:avLst/>
            <a:gdLst>
              <a:gd name="csX0" fmla="*/ 0 w 12192000"/>
              <a:gd name="csY0" fmla="*/ 0 h 307779"/>
              <a:gd name="csX1" fmla="*/ 12192000 w 12192000"/>
              <a:gd name="csY1" fmla="*/ 0 h 307779"/>
              <a:gd name="csX2" fmla="*/ 12192000 w 12192000"/>
              <a:gd name="csY2" fmla="*/ 307779 h 307779"/>
              <a:gd name="csX3" fmla="*/ 0 w 12192000"/>
              <a:gd name="csY3" fmla="*/ 307779 h 3077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07779">
                <a:moveTo>
                  <a:pt x="0" y="0"/>
                </a:moveTo>
                <a:lnTo>
                  <a:pt x="12192000" y="0"/>
                </a:lnTo>
                <a:lnTo>
                  <a:pt x="12192000" y="307779"/>
                </a:lnTo>
                <a:lnTo>
                  <a:pt x="0" y="307779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380CBD1-6837-AB05-4A4C-B95D59754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17" name="Text Placeholder 35">
            <a:extLst>
              <a:ext uri="{FF2B5EF4-FFF2-40B4-BE49-F238E27FC236}">
                <a16:creationId xmlns:a16="http://schemas.microsoft.com/office/drawing/2014/main" id="{C51F7A77-00C7-E6B6-42C4-B5742373B6C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8263" y="1789499"/>
            <a:ext cx="4710812" cy="42100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en-US" sz="1800" b="0" i="0" u="none" strike="noStrike" cap="none" spc="0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63E659AD-8C27-9D26-AE75-BB9E5BD7E5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42050" y="1709268"/>
            <a:ext cx="5361686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spcAft>
                <a:spcPts val="0"/>
              </a:spcAft>
              <a:buNone/>
              <a:defRPr lang="en-US" sz="2000" b="0" cap="none" spc="0" dirty="0">
                <a:ln w="3175">
                  <a:noFill/>
                </a:ln>
                <a:gradFill>
                  <a:gsLst>
                    <a:gs pos="0">
                      <a:schemeClr val="accent1"/>
                    </a:gs>
                    <a:gs pos="100000">
                      <a:srgbClr val="17518A"/>
                    </a:gs>
                  </a:gsLst>
                  <a:lin ang="2700000" scaled="1"/>
                </a:gradFill>
                <a:effectLst/>
                <a:latin typeface="+mj-lt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US"/>
              <a:t>Click to add text</a:t>
            </a:r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ADA9B4B3-2C39-79D6-01ED-D5E517C75E9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42049" y="2158477"/>
            <a:ext cx="5361685" cy="1477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en-US" sz="1600" b="0" i="0" u="none" strike="noStrike" cap="none" spc="0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0" name="Text Placeholder 35">
            <a:extLst>
              <a:ext uri="{FF2B5EF4-FFF2-40B4-BE49-F238E27FC236}">
                <a16:creationId xmlns:a16="http://schemas.microsoft.com/office/drawing/2014/main" id="{3A7F90D8-8BFE-9B6F-B2CE-4A48694E22E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2050" y="4049818"/>
            <a:ext cx="5361686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spcAft>
                <a:spcPts val="0"/>
              </a:spcAft>
              <a:buNone/>
              <a:defRPr lang="en-US" sz="2000" b="0" cap="none" spc="0">
                <a:ln w="3175">
                  <a:noFill/>
                </a:ln>
                <a:gradFill>
                  <a:gsLst>
                    <a:gs pos="0">
                      <a:schemeClr val="accent1"/>
                    </a:gs>
                    <a:gs pos="100000">
                      <a:srgbClr val="17518A"/>
                    </a:gs>
                  </a:gsLst>
                  <a:lin ang="2700000" scaled="1"/>
                </a:gradFill>
                <a:effectLst/>
                <a:latin typeface="+mj-lt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US"/>
              <a:t>Click to add text</a:t>
            </a:r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2B78A1E3-6CA8-C19D-5E10-B9AD37C542F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42049" y="4499027"/>
            <a:ext cx="5361685" cy="1477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en-US" sz="1600" b="0" i="0" u="none" strike="noStrike" cap="none" spc="0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91184058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 Images with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4F6B26-12E6-BE22-1428-2395D540F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471D240-02FD-BD3D-0E95-2834B5F1C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" r="18"/>
          <a:stretch/>
        </p:blipFill>
        <p:spPr>
          <a:xfrm>
            <a:off x="0" y="2509728"/>
            <a:ext cx="12192630" cy="4348271"/>
          </a:xfrm>
          <a:custGeom>
            <a:avLst/>
            <a:gdLst>
              <a:gd name="csX0" fmla="*/ 0 w 12192000"/>
              <a:gd name="csY0" fmla="*/ 0 h 3477157"/>
              <a:gd name="csX1" fmla="*/ 12192000 w 12192000"/>
              <a:gd name="csY1" fmla="*/ 0 h 3477157"/>
              <a:gd name="csX2" fmla="*/ 12192000 w 12192000"/>
              <a:gd name="csY2" fmla="*/ 3477157 h 3477157"/>
              <a:gd name="csX3" fmla="*/ 0 w 12192000"/>
              <a:gd name="csY3" fmla="*/ 3477157 h 3477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477157">
                <a:moveTo>
                  <a:pt x="0" y="0"/>
                </a:moveTo>
                <a:lnTo>
                  <a:pt x="12192000" y="0"/>
                </a:lnTo>
                <a:lnTo>
                  <a:pt x="12192000" y="3477157"/>
                </a:lnTo>
                <a:lnTo>
                  <a:pt x="0" y="3477157"/>
                </a:lnTo>
                <a:close/>
              </a:path>
            </a:pathLst>
          </a:cu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EF0C861-6B30-AFA6-C183-A3059B272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2509728"/>
            <a:ext cx="12204700" cy="96310"/>
          </a:xfrm>
          <a:prstGeom prst="rect">
            <a:avLst/>
          </a:prstGeom>
          <a:solidFill>
            <a:schemeClr val="accent1"/>
          </a:soli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D16B150-1B6A-9740-C486-916DFE572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18160" y="1328644"/>
            <a:ext cx="2445512" cy="2445512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err="1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7A806A1-1FF4-B4D4-B201-0A0C1FCD5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3421210" y="1328644"/>
            <a:ext cx="2445512" cy="2445512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err="1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A70B1E5-37E7-19B9-533C-4AC651D3F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324260" y="1328644"/>
            <a:ext cx="2445512" cy="2445512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err="1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5F800AE-ED35-5985-4184-411D9FA1B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9227311" y="1328644"/>
            <a:ext cx="2445512" cy="2445512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err="1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61148B4-4BFC-A5D4-0277-99159F9DE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58" descr="Picture">
            <a:extLst>
              <a:ext uri="{FF2B5EF4-FFF2-40B4-BE49-F238E27FC236}">
                <a16:creationId xmlns:a16="http://schemas.microsoft.com/office/drawing/2014/main" id="{262E2B76-CBD6-A77A-0D88-09F8419551B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7145" y="1407629"/>
            <a:ext cx="2287542" cy="228754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2000" dirty="0"/>
            </a:lvl1pPr>
          </a:lstStyle>
          <a:p>
            <a:endParaRPr lang="en-IN"/>
          </a:p>
        </p:txBody>
      </p:sp>
      <p:sp>
        <p:nvSpPr>
          <p:cNvPr id="14" name="Text Placeholder 35">
            <a:extLst>
              <a:ext uri="{FF2B5EF4-FFF2-40B4-BE49-F238E27FC236}">
                <a16:creationId xmlns:a16="http://schemas.microsoft.com/office/drawing/2014/main" id="{81F9D583-51B2-F8C8-155C-2D26DED92FC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2613" y="4004637"/>
            <a:ext cx="2316608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44AD4EED-D45F-9E4F-EF45-FAA7FCFE76F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2613" y="4373880"/>
            <a:ext cx="2316608" cy="18951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6" name="Picture Placeholder 58" descr="Picture">
            <a:extLst>
              <a:ext uri="{FF2B5EF4-FFF2-40B4-BE49-F238E27FC236}">
                <a16:creationId xmlns:a16="http://schemas.microsoft.com/office/drawing/2014/main" id="{EC9E6DFF-4C71-3DDE-9A2D-851F916EEA5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500195" y="1407629"/>
            <a:ext cx="2287542" cy="228754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2000" dirty="0"/>
            </a:lvl1pPr>
          </a:lstStyle>
          <a:p>
            <a:endParaRPr lang="en-IN"/>
          </a:p>
        </p:txBody>
      </p:sp>
      <p:sp>
        <p:nvSpPr>
          <p:cNvPr id="17" name="Text Placeholder 35">
            <a:extLst>
              <a:ext uri="{FF2B5EF4-FFF2-40B4-BE49-F238E27FC236}">
                <a16:creationId xmlns:a16="http://schemas.microsoft.com/office/drawing/2014/main" id="{B7FA03C7-6334-5189-2180-8815D1695D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85662" y="4004637"/>
            <a:ext cx="2316608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D4C8E617-B811-8D4B-3218-614F130465A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85662" y="4373880"/>
            <a:ext cx="2316608" cy="18951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9" name="Picture Placeholder 58" descr="Picture">
            <a:extLst>
              <a:ext uri="{FF2B5EF4-FFF2-40B4-BE49-F238E27FC236}">
                <a16:creationId xmlns:a16="http://schemas.microsoft.com/office/drawing/2014/main" id="{978A7010-7B8A-6A37-A6F8-747D308F131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03246" y="1408158"/>
            <a:ext cx="2287542" cy="228754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2000" dirty="0"/>
            </a:lvl1pPr>
          </a:lstStyle>
          <a:p>
            <a:endParaRPr lang="en-IN"/>
          </a:p>
        </p:txBody>
      </p:sp>
      <p:sp>
        <p:nvSpPr>
          <p:cNvPr id="20" name="Text Placeholder 35">
            <a:extLst>
              <a:ext uri="{FF2B5EF4-FFF2-40B4-BE49-F238E27FC236}">
                <a16:creationId xmlns:a16="http://schemas.microsoft.com/office/drawing/2014/main" id="{B7A71F20-9914-C0B5-BD68-E4AE25FD323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88713" y="4004637"/>
            <a:ext cx="2316608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650EEFD5-CC1A-69E6-CE99-ED628969554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88713" y="4373880"/>
            <a:ext cx="2316608" cy="18951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2" name="Picture Placeholder 58" descr="Picture">
            <a:extLst>
              <a:ext uri="{FF2B5EF4-FFF2-40B4-BE49-F238E27FC236}">
                <a16:creationId xmlns:a16="http://schemas.microsoft.com/office/drawing/2014/main" id="{D64B0E3F-2927-E9A1-A0AC-227CD02CB29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306296" y="1407629"/>
            <a:ext cx="2287542" cy="228754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2000"/>
            </a:lvl1pPr>
          </a:lstStyle>
          <a:p>
            <a:endParaRPr lang="en-IN"/>
          </a:p>
        </p:txBody>
      </p:sp>
      <p:sp>
        <p:nvSpPr>
          <p:cNvPr id="23" name="Text Placeholder 35">
            <a:extLst>
              <a:ext uri="{FF2B5EF4-FFF2-40B4-BE49-F238E27FC236}">
                <a16:creationId xmlns:a16="http://schemas.microsoft.com/office/drawing/2014/main" id="{99FC0850-AF71-366F-9FFC-968F6790647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92780" y="4004637"/>
            <a:ext cx="2316608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4" name="Text Placeholder 35">
            <a:extLst>
              <a:ext uri="{FF2B5EF4-FFF2-40B4-BE49-F238E27FC236}">
                <a16:creationId xmlns:a16="http://schemas.microsoft.com/office/drawing/2014/main" id="{DE7A3585-4E41-CC67-402E-156EB645C1C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92780" y="4373880"/>
            <a:ext cx="2316608" cy="18951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936751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 Images with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82FEDF-804C-81F9-A123-F85895D71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8" r="18"/>
          <a:stretch/>
        </p:blipFill>
        <p:spPr>
          <a:xfrm>
            <a:off x="0" y="2509728"/>
            <a:ext cx="12192630" cy="4348271"/>
          </a:xfrm>
          <a:custGeom>
            <a:avLst/>
            <a:gdLst>
              <a:gd name="csX0" fmla="*/ 0 w 12192000"/>
              <a:gd name="csY0" fmla="*/ 0 h 3477157"/>
              <a:gd name="csX1" fmla="*/ 12192000 w 12192000"/>
              <a:gd name="csY1" fmla="*/ 0 h 3477157"/>
              <a:gd name="csX2" fmla="*/ 12192000 w 12192000"/>
              <a:gd name="csY2" fmla="*/ 3477157 h 3477157"/>
              <a:gd name="csX3" fmla="*/ 0 w 12192000"/>
              <a:gd name="csY3" fmla="*/ 3477157 h 3477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477157">
                <a:moveTo>
                  <a:pt x="0" y="0"/>
                </a:moveTo>
                <a:lnTo>
                  <a:pt x="12192000" y="0"/>
                </a:lnTo>
                <a:lnTo>
                  <a:pt x="12192000" y="3477157"/>
                </a:lnTo>
                <a:lnTo>
                  <a:pt x="0" y="3477157"/>
                </a:lnTo>
                <a:close/>
              </a:path>
            </a:pathLst>
          </a:cu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DEB1705-F71E-1DA6-25CC-6971DCE35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2489529"/>
            <a:ext cx="12204700" cy="96310"/>
          </a:xfrm>
          <a:prstGeom prst="rect">
            <a:avLst/>
          </a:prstGeom>
          <a:solidFill>
            <a:schemeClr val="accent1"/>
          </a:soli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93AECD-50AD-075B-BFCA-7DF914F6A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AF18152E-18E0-EAC7-4087-77937818F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69676" y="1463040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E9D1F35-7A51-7F84-F897-BA3930C92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741205" y="1463040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F07CFFD-CA80-AA89-43BC-69236B9C1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012734" y="1463040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FA0E1D-4AB1-652C-32CA-B57465286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7284263" y="1463040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DD60C5F-08CD-966F-1031-167AE707B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9555792" y="1463040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A666AC1-7A04-20E4-AD15-E6D56D34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58" descr="Picture">
            <a:extLst>
              <a:ext uri="{FF2B5EF4-FFF2-40B4-BE49-F238E27FC236}">
                <a16:creationId xmlns:a16="http://schemas.microsoft.com/office/drawing/2014/main" id="{651442C2-4445-F3A4-6612-24FED01D40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41265" y="1535158"/>
            <a:ext cx="2033544" cy="203354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355FD147-E983-3B8E-2CE6-D3E1E9D5AE3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4200" y="3921107"/>
            <a:ext cx="1933578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6" name="Text Placeholder 35">
            <a:extLst>
              <a:ext uri="{FF2B5EF4-FFF2-40B4-BE49-F238E27FC236}">
                <a16:creationId xmlns:a16="http://schemas.microsoft.com/office/drawing/2014/main" id="{43A6CF39-A21C-089C-FBC0-3F8AC1A712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200" y="4267200"/>
            <a:ext cx="1933578" cy="20018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7" name="Picture Placeholder 58" descr="Picture">
            <a:extLst>
              <a:ext uri="{FF2B5EF4-FFF2-40B4-BE49-F238E27FC236}">
                <a16:creationId xmlns:a16="http://schemas.microsoft.com/office/drawing/2014/main" id="{58E720D6-2D56-10E6-ACE2-DFCAB19D27D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812794" y="1535158"/>
            <a:ext cx="2033544" cy="203354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FBB0B7C5-0A34-3D6E-35A6-46767A56FED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69826" y="3921107"/>
            <a:ext cx="1919481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968C381D-1BBB-3DE5-6FF3-864C6373380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69826" y="4267200"/>
            <a:ext cx="1919481" cy="20018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0" name="Picture Placeholder 58" descr="Picture">
            <a:extLst>
              <a:ext uri="{FF2B5EF4-FFF2-40B4-BE49-F238E27FC236}">
                <a16:creationId xmlns:a16="http://schemas.microsoft.com/office/drawing/2014/main" id="{EA99EE8B-56CB-47E1-493B-B2ADCC741B8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084323" y="1535158"/>
            <a:ext cx="2033544" cy="203354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473DE788-2FB8-4FB3-416C-4AA177FC40D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41355" y="3921107"/>
            <a:ext cx="1919481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2" name="Text Placeholder 35">
            <a:extLst>
              <a:ext uri="{FF2B5EF4-FFF2-40B4-BE49-F238E27FC236}">
                <a16:creationId xmlns:a16="http://schemas.microsoft.com/office/drawing/2014/main" id="{60CC3135-9958-8A31-228F-D8B4B566CF3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41355" y="4267200"/>
            <a:ext cx="1919481" cy="20018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3" name="Picture Placeholder 58" descr="Picture">
            <a:extLst>
              <a:ext uri="{FF2B5EF4-FFF2-40B4-BE49-F238E27FC236}">
                <a16:creationId xmlns:a16="http://schemas.microsoft.com/office/drawing/2014/main" id="{CE2DE431-186F-8527-9453-D8F26734BF3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55852" y="1535158"/>
            <a:ext cx="2033544" cy="203354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24" name="Text Placeholder 35">
            <a:extLst>
              <a:ext uri="{FF2B5EF4-FFF2-40B4-BE49-F238E27FC236}">
                <a16:creationId xmlns:a16="http://schemas.microsoft.com/office/drawing/2014/main" id="{2A52D59A-D7F5-48DA-A99B-C877CC8197D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12884" y="3921107"/>
            <a:ext cx="1919481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5" name="Text Placeholder 35">
            <a:extLst>
              <a:ext uri="{FF2B5EF4-FFF2-40B4-BE49-F238E27FC236}">
                <a16:creationId xmlns:a16="http://schemas.microsoft.com/office/drawing/2014/main" id="{0C49AB29-28DB-163A-B196-5DD05088C51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12884" y="4267200"/>
            <a:ext cx="1919481" cy="20018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6" name="Picture Placeholder 58" descr="Picture">
            <a:extLst>
              <a:ext uri="{FF2B5EF4-FFF2-40B4-BE49-F238E27FC236}">
                <a16:creationId xmlns:a16="http://schemas.microsoft.com/office/drawing/2014/main" id="{2A0F47BF-C33F-264E-A9B3-AAF2F70CFF1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627381" y="1535158"/>
            <a:ext cx="2033544" cy="203354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27" name="Text Placeholder 35">
            <a:extLst>
              <a:ext uri="{FF2B5EF4-FFF2-40B4-BE49-F238E27FC236}">
                <a16:creationId xmlns:a16="http://schemas.microsoft.com/office/drawing/2014/main" id="{3958E851-1863-1E44-AA73-D0F9C4D35EC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684412" y="3921107"/>
            <a:ext cx="1919481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8" name="Text Placeholder 35">
            <a:extLst>
              <a:ext uri="{FF2B5EF4-FFF2-40B4-BE49-F238E27FC236}">
                <a16:creationId xmlns:a16="http://schemas.microsoft.com/office/drawing/2014/main" id="{480ECC9A-D90A-4F61-7DE6-038DBAD3DA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84412" y="4267200"/>
            <a:ext cx="1919481" cy="20018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572636541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 Images with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09E4922-A2B8-BCD2-1C32-51A02EA27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844" b="844"/>
          <a:stretch/>
        </p:blipFill>
        <p:spPr>
          <a:xfrm>
            <a:off x="0" y="2585839"/>
            <a:ext cx="12189461" cy="4272161"/>
          </a:xfrm>
          <a:custGeom>
            <a:avLst/>
            <a:gdLst>
              <a:gd name="csX0" fmla="*/ 0 w 12192000"/>
              <a:gd name="csY0" fmla="*/ 0 h 4272161"/>
              <a:gd name="csX1" fmla="*/ 12192000 w 12192000"/>
              <a:gd name="csY1" fmla="*/ 0 h 4272161"/>
              <a:gd name="csX2" fmla="*/ 12192000 w 12192000"/>
              <a:gd name="csY2" fmla="*/ 4272161 h 4272161"/>
              <a:gd name="csX3" fmla="*/ 0 w 12192000"/>
              <a:gd name="csY3" fmla="*/ 4272161 h 42721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4272161">
                <a:moveTo>
                  <a:pt x="0" y="0"/>
                </a:moveTo>
                <a:lnTo>
                  <a:pt x="12192000" y="0"/>
                </a:lnTo>
                <a:lnTo>
                  <a:pt x="12192000" y="4272161"/>
                </a:lnTo>
                <a:lnTo>
                  <a:pt x="0" y="4272161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ABA6632-4D36-D550-9FAD-A024A9828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2489529"/>
            <a:ext cx="12204700" cy="96310"/>
          </a:xfrm>
          <a:prstGeom prst="rect">
            <a:avLst/>
          </a:prstGeom>
          <a:solidFill>
            <a:schemeClr val="accent1"/>
          </a:soli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E3BD16-0AED-7997-F2D0-F8BBE9367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2FD907C-888F-415E-3CDA-6EE4991C7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86453" y="16967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5630CC5-5BC1-FF91-E824-468FC2106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400233" y="16967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E377B1A-3B0F-F00B-F786-096C01185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314013" y="16967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4DE5549-7A02-722F-9417-E6D5AF014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227793" y="16967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AD6EE03-0929-ADF6-52E5-90D84D75E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8141573" y="16967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78F5EAB-8BAD-1244-2C8E-D655D3229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0055355" y="16967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0C51C5-47FF-8CE8-45FA-F2163565F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58" descr="Picture">
            <a:extLst>
              <a:ext uri="{FF2B5EF4-FFF2-40B4-BE49-F238E27FC236}">
                <a16:creationId xmlns:a16="http://schemas.microsoft.com/office/drawing/2014/main" id="{8403B91C-F491-13D3-7670-E333172CE48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41779" y="1752048"/>
            <a:ext cx="1543604" cy="154360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16" name="Text Placeholder 35">
            <a:extLst>
              <a:ext uri="{FF2B5EF4-FFF2-40B4-BE49-F238E27FC236}">
                <a16:creationId xmlns:a16="http://schemas.microsoft.com/office/drawing/2014/main" id="{63706C20-BB79-8C33-CF3C-5BD42B96DF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4201" y="3727201"/>
            <a:ext cx="1458761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7" name="Text Placeholder 35">
            <a:extLst>
              <a:ext uri="{FF2B5EF4-FFF2-40B4-BE49-F238E27FC236}">
                <a16:creationId xmlns:a16="http://schemas.microsoft.com/office/drawing/2014/main" id="{3F6F8A03-125D-D60B-47CC-53C3222A5BB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201" y="4085449"/>
            <a:ext cx="1458762" cy="21780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8" name="Picture Placeholder 58" descr="Picture">
            <a:extLst>
              <a:ext uri="{FF2B5EF4-FFF2-40B4-BE49-F238E27FC236}">
                <a16:creationId xmlns:a16="http://schemas.microsoft.com/office/drawing/2014/main" id="{4A82F512-AC7E-34ED-B4FC-C0B9A673117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455559" y="1752048"/>
            <a:ext cx="1543604" cy="154360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3ACF7C15-AD8F-9304-DAD4-F4E0D6D0E43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97980" y="3727201"/>
            <a:ext cx="1448127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0" name="Text Placeholder 35">
            <a:extLst>
              <a:ext uri="{FF2B5EF4-FFF2-40B4-BE49-F238E27FC236}">
                <a16:creationId xmlns:a16="http://schemas.microsoft.com/office/drawing/2014/main" id="{1E07FB8D-EF82-B9B6-4542-8C71D9C7216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97979" y="4085449"/>
            <a:ext cx="1458762" cy="21780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1" name="Picture Placeholder 58" descr="Picture">
            <a:extLst>
              <a:ext uri="{FF2B5EF4-FFF2-40B4-BE49-F238E27FC236}">
                <a16:creationId xmlns:a16="http://schemas.microsoft.com/office/drawing/2014/main" id="{450F5D1D-5633-CD8C-E5C2-9989D56CC1B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369339" y="1752048"/>
            <a:ext cx="1543604" cy="154360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22" name="Text Placeholder 35">
            <a:extLst>
              <a:ext uri="{FF2B5EF4-FFF2-40B4-BE49-F238E27FC236}">
                <a16:creationId xmlns:a16="http://schemas.microsoft.com/office/drawing/2014/main" id="{287EEF9B-A066-C92A-03C9-8E5A38443F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11760" y="3727201"/>
            <a:ext cx="1448127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3" name="Text Placeholder 35">
            <a:extLst>
              <a:ext uri="{FF2B5EF4-FFF2-40B4-BE49-F238E27FC236}">
                <a16:creationId xmlns:a16="http://schemas.microsoft.com/office/drawing/2014/main" id="{3FAC243B-EEAD-DB14-55C1-78FF7BB6E7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11759" y="4085449"/>
            <a:ext cx="1458762" cy="21780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4" name="Picture Placeholder 58" descr="Picture">
            <a:extLst>
              <a:ext uri="{FF2B5EF4-FFF2-40B4-BE49-F238E27FC236}">
                <a16:creationId xmlns:a16="http://schemas.microsoft.com/office/drawing/2014/main" id="{F3ABF6F5-7694-794D-7DAE-127EC010A32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283119" y="1752048"/>
            <a:ext cx="1543604" cy="154360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25" name="Text Placeholder 35">
            <a:extLst>
              <a:ext uri="{FF2B5EF4-FFF2-40B4-BE49-F238E27FC236}">
                <a16:creationId xmlns:a16="http://schemas.microsoft.com/office/drawing/2014/main" id="{7CBE8A49-443B-444B-04CA-C4896B46C8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25540" y="3727201"/>
            <a:ext cx="1448127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6" name="Text Placeholder 35">
            <a:extLst>
              <a:ext uri="{FF2B5EF4-FFF2-40B4-BE49-F238E27FC236}">
                <a16:creationId xmlns:a16="http://schemas.microsoft.com/office/drawing/2014/main" id="{136BA13E-DEA0-5D51-D5D0-5C35DC2CBC1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25539" y="4085449"/>
            <a:ext cx="1458762" cy="21780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7" name="Picture Placeholder 58" descr="Picture">
            <a:extLst>
              <a:ext uri="{FF2B5EF4-FFF2-40B4-BE49-F238E27FC236}">
                <a16:creationId xmlns:a16="http://schemas.microsoft.com/office/drawing/2014/main" id="{775AC263-E47D-DEC0-D466-7BC7ED7F74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196899" y="1752048"/>
            <a:ext cx="1543604" cy="154360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28" name="Text Placeholder 35">
            <a:extLst>
              <a:ext uri="{FF2B5EF4-FFF2-40B4-BE49-F238E27FC236}">
                <a16:creationId xmlns:a16="http://schemas.microsoft.com/office/drawing/2014/main" id="{492364A5-03C2-6B88-1BCF-C7F14281C1E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39320" y="3727201"/>
            <a:ext cx="1448127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9" name="Text Placeholder 35">
            <a:extLst>
              <a:ext uri="{FF2B5EF4-FFF2-40B4-BE49-F238E27FC236}">
                <a16:creationId xmlns:a16="http://schemas.microsoft.com/office/drawing/2014/main" id="{B769BB63-D61E-B804-7A4C-16AFA9C813C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39319" y="4085449"/>
            <a:ext cx="1458762" cy="21780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0" name="Picture Placeholder 58" descr="Picture">
            <a:extLst>
              <a:ext uri="{FF2B5EF4-FFF2-40B4-BE49-F238E27FC236}">
                <a16:creationId xmlns:a16="http://schemas.microsoft.com/office/drawing/2014/main" id="{D3A6C189-8B2D-1B3B-60BB-B8E3487D385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10110681" y="1752048"/>
            <a:ext cx="1543604" cy="154360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31" name="Text Placeholder 35">
            <a:extLst>
              <a:ext uri="{FF2B5EF4-FFF2-40B4-BE49-F238E27FC236}">
                <a16:creationId xmlns:a16="http://schemas.microsoft.com/office/drawing/2014/main" id="{6FAA049A-3276-E8FF-3D49-049A1BA6B85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163737" y="3727201"/>
            <a:ext cx="1448127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2" name="Text Placeholder 35">
            <a:extLst>
              <a:ext uri="{FF2B5EF4-FFF2-40B4-BE49-F238E27FC236}">
                <a16:creationId xmlns:a16="http://schemas.microsoft.com/office/drawing/2014/main" id="{FCB52AC3-D5F6-89D9-7DF0-0922FFD864E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163736" y="4085449"/>
            <a:ext cx="1458762" cy="21780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58907964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 speaker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9EB1ACD-72DC-BD74-EFB8-A25F1B5F0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7212" b="7212"/>
          <a:stretch/>
        </p:blipFill>
        <p:spPr>
          <a:xfrm>
            <a:off x="0" y="3139275"/>
            <a:ext cx="12189461" cy="3718725"/>
          </a:xfrm>
          <a:custGeom>
            <a:avLst/>
            <a:gdLst>
              <a:gd name="csX0" fmla="*/ 0 w 12192000"/>
              <a:gd name="csY0" fmla="*/ 0 h 3718725"/>
              <a:gd name="csX1" fmla="*/ 12192000 w 12192000"/>
              <a:gd name="csY1" fmla="*/ 0 h 3718725"/>
              <a:gd name="csX2" fmla="*/ 12192000 w 12192000"/>
              <a:gd name="csY2" fmla="*/ 3718725 h 3718725"/>
              <a:gd name="csX3" fmla="*/ 0 w 12192000"/>
              <a:gd name="csY3" fmla="*/ 3718725 h 3718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718725">
                <a:moveTo>
                  <a:pt x="0" y="0"/>
                </a:moveTo>
                <a:lnTo>
                  <a:pt x="12192000" y="0"/>
                </a:lnTo>
                <a:lnTo>
                  <a:pt x="12192000" y="3718725"/>
                </a:lnTo>
                <a:lnTo>
                  <a:pt x="0" y="3718725"/>
                </a:lnTo>
                <a:close/>
              </a:path>
            </a:pathLst>
          </a:cu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60F8FE7-ED40-FFAC-C9A3-D50C27517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3042965"/>
            <a:ext cx="12204700" cy="96310"/>
          </a:xfrm>
          <a:prstGeom prst="rect">
            <a:avLst/>
          </a:prstGeom>
          <a:solidFill>
            <a:schemeClr val="accent1"/>
          </a:soli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6A67E1-3B71-31DE-6A38-4467FDC5E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3489123B-311C-0262-62DA-5021257E5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18160" y="1826650"/>
            <a:ext cx="2445512" cy="2445512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err="1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C893A7C-B903-2F73-4FCD-1C1C08A65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3421210" y="1826650"/>
            <a:ext cx="2445512" cy="2445512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err="1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E015070-88AD-B729-E1B3-775F04939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324260" y="1826650"/>
            <a:ext cx="2445512" cy="2445512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err="1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17D9F90-990B-9688-144B-C54A40527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9227311" y="1826650"/>
            <a:ext cx="2445512" cy="2445512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err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5BD592-E8D0-A1B9-58C2-50D2AC9F924E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58" descr="Picture">
            <a:extLst>
              <a:ext uri="{FF2B5EF4-FFF2-40B4-BE49-F238E27FC236}">
                <a16:creationId xmlns:a16="http://schemas.microsoft.com/office/drawing/2014/main" id="{ED4E0334-2E14-B0B4-28F8-74C6288709C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4"/>
          </p:nvPr>
        </p:nvSpPr>
        <p:spPr>
          <a:xfrm>
            <a:off x="599852" y="1908870"/>
            <a:ext cx="2282130" cy="2282130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2000" dirty="0"/>
            </a:lvl1pPr>
          </a:lstStyle>
          <a:p>
            <a:endParaRPr lang="en-IN"/>
          </a:p>
        </p:txBody>
      </p:sp>
      <p:sp>
        <p:nvSpPr>
          <p:cNvPr id="14" name="Text Placeholder 35">
            <a:extLst>
              <a:ext uri="{FF2B5EF4-FFF2-40B4-BE49-F238E27FC236}">
                <a16:creationId xmlns:a16="http://schemas.microsoft.com/office/drawing/2014/main" id="{9E84366E-339A-2791-54CC-8C1BC7F1264A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582613" y="4433192"/>
            <a:ext cx="2316608" cy="62510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0CF5C58C-75D0-03A8-1371-02EA311A315D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582613" y="5162470"/>
            <a:ext cx="2316608" cy="56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6" name="Picture Placeholder 58" descr="Picture">
            <a:extLst>
              <a:ext uri="{FF2B5EF4-FFF2-40B4-BE49-F238E27FC236}">
                <a16:creationId xmlns:a16="http://schemas.microsoft.com/office/drawing/2014/main" id="{4E7B86D7-F246-A602-FBA7-31B8035E721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3"/>
          </p:nvPr>
        </p:nvSpPr>
        <p:spPr>
          <a:xfrm>
            <a:off x="3502902" y="1908870"/>
            <a:ext cx="2282130" cy="2282130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2000" dirty="0"/>
            </a:lvl1pPr>
          </a:lstStyle>
          <a:p>
            <a:endParaRPr lang="en-IN"/>
          </a:p>
        </p:txBody>
      </p:sp>
      <p:sp>
        <p:nvSpPr>
          <p:cNvPr id="17" name="Text Placeholder 35">
            <a:extLst>
              <a:ext uri="{FF2B5EF4-FFF2-40B4-BE49-F238E27FC236}">
                <a16:creationId xmlns:a16="http://schemas.microsoft.com/office/drawing/2014/main" id="{89B3CFAF-04D7-8DC8-0FDA-6EAF96E99B22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3485662" y="4433192"/>
            <a:ext cx="2316608" cy="62510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DB981E82-B09A-F74B-543D-7B4352B43360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3485662" y="5162470"/>
            <a:ext cx="2316608" cy="56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9" name="Picture Placeholder 58" descr="Picture">
            <a:extLst>
              <a:ext uri="{FF2B5EF4-FFF2-40B4-BE49-F238E27FC236}">
                <a16:creationId xmlns:a16="http://schemas.microsoft.com/office/drawing/2014/main" id="{22448ACE-834B-B8A4-F5A3-1A792D0402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2"/>
          </p:nvPr>
        </p:nvSpPr>
        <p:spPr>
          <a:xfrm>
            <a:off x="6405952" y="1908870"/>
            <a:ext cx="2282130" cy="2282130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2000" dirty="0"/>
            </a:lvl1pPr>
          </a:lstStyle>
          <a:p>
            <a:endParaRPr lang="en-IN"/>
          </a:p>
        </p:txBody>
      </p:sp>
      <p:sp>
        <p:nvSpPr>
          <p:cNvPr id="20" name="Text Placeholder 35">
            <a:extLst>
              <a:ext uri="{FF2B5EF4-FFF2-40B4-BE49-F238E27FC236}">
                <a16:creationId xmlns:a16="http://schemas.microsoft.com/office/drawing/2014/main" id="{92DC6BE6-B6E6-BB64-1626-6136975B9BD0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6388713" y="4433192"/>
            <a:ext cx="2316608" cy="62510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30E1561D-010E-ECAE-259A-10CBD8133E7D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6388713" y="5162470"/>
            <a:ext cx="2316608" cy="56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2" name="Picture Placeholder 58" descr="Picture">
            <a:extLst>
              <a:ext uri="{FF2B5EF4-FFF2-40B4-BE49-F238E27FC236}">
                <a16:creationId xmlns:a16="http://schemas.microsoft.com/office/drawing/2014/main" id="{96DC8EBE-30F0-F7C9-FCF8-61565FB9D7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5"/>
          </p:nvPr>
        </p:nvSpPr>
        <p:spPr>
          <a:xfrm>
            <a:off x="9309003" y="1908870"/>
            <a:ext cx="2282130" cy="2282130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2000"/>
            </a:lvl1pPr>
          </a:lstStyle>
          <a:p>
            <a:endParaRPr lang="en-IN"/>
          </a:p>
        </p:txBody>
      </p:sp>
      <p:sp>
        <p:nvSpPr>
          <p:cNvPr id="23" name="Text Placeholder 35">
            <a:extLst>
              <a:ext uri="{FF2B5EF4-FFF2-40B4-BE49-F238E27FC236}">
                <a16:creationId xmlns:a16="http://schemas.microsoft.com/office/drawing/2014/main" id="{0F1479C2-7DFF-F818-2F14-B8D3E379A67D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9292780" y="4433192"/>
            <a:ext cx="2316608" cy="62510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4" name="Text Placeholder 35">
            <a:extLst>
              <a:ext uri="{FF2B5EF4-FFF2-40B4-BE49-F238E27FC236}">
                <a16:creationId xmlns:a16="http://schemas.microsoft.com/office/drawing/2014/main" id="{D174F807-69B0-7587-6ED4-859A930F5637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9292780" y="5162470"/>
            <a:ext cx="2316608" cy="56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32626842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 speaker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23B991-1B66-9197-F18D-D87ED541A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7212" b="7212"/>
          <a:stretch/>
        </p:blipFill>
        <p:spPr>
          <a:xfrm>
            <a:off x="0" y="3139275"/>
            <a:ext cx="12189461" cy="3718725"/>
          </a:xfrm>
          <a:custGeom>
            <a:avLst/>
            <a:gdLst>
              <a:gd name="csX0" fmla="*/ 0 w 12192000"/>
              <a:gd name="csY0" fmla="*/ 0 h 3718725"/>
              <a:gd name="csX1" fmla="*/ 12192000 w 12192000"/>
              <a:gd name="csY1" fmla="*/ 0 h 3718725"/>
              <a:gd name="csX2" fmla="*/ 12192000 w 12192000"/>
              <a:gd name="csY2" fmla="*/ 3718725 h 3718725"/>
              <a:gd name="csX3" fmla="*/ 0 w 12192000"/>
              <a:gd name="csY3" fmla="*/ 3718725 h 3718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718725">
                <a:moveTo>
                  <a:pt x="0" y="0"/>
                </a:moveTo>
                <a:lnTo>
                  <a:pt x="12192000" y="0"/>
                </a:lnTo>
                <a:lnTo>
                  <a:pt x="12192000" y="3718725"/>
                </a:lnTo>
                <a:lnTo>
                  <a:pt x="0" y="3718725"/>
                </a:lnTo>
                <a:close/>
              </a:path>
            </a:pathLst>
          </a:cu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9625CF0-1E50-00AB-741F-FB7BF315D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3042965"/>
            <a:ext cx="12204700" cy="96310"/>
          </a:xfrm>
          <a:prstGeom prst="rect">
            <a:avLst/>
          </a:prstGeom>
          <a:solidFill>
            <a:schemeClr val="accent1"/>
          </a:soli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720F54-29B2-EE81-B0D2-4DEE29258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091EFCCE-C0F3-FE82-0AB5-8BE61981D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69676" y="1904551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4D5104E-B7D2-19BF-4BD1-E62E475C2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741205" y="1904551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1CEAB9-43C0-74C0-FC46-8365E43E9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012734" y="1904551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ECDBEAB-A864-3A1C-F69F-4C54874C8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7284263" y="1904551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EA503C0-2732-A503-D0AB-5EF618429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9555792" y="1904551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F65D1D-06BA-871C-9D0C-41C430969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58" descr="Picture">
            <a:extLst>
              <a:ext uri="{FF2B5EF4-FFF2-40B4-BE49-F238E27FC236}">
                <a16:creationId xmlns:a16="http://schemas.microsoft.com/office/drawing/2014/main" id="{32AC6F61-DEBE-904C-B12D-B5917576F9B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0976" y="1986380"/>
            <a:ext cx="2014122" cy="2014120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D55EA71C-98EC-49B9-B8BC-083B118F88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4200" y="4150959"/>
            <a:ext cx="1933578" cy="62510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6" name="Text Placeholder 35">
            <a:extLst>
              <a:ext uri="{FF2B5EF4-FFF2-40B4-BE49-F238E27FC236}">
                <a16:creationId xmlns:a16="http://schemas.microsoft.com/office/drawing/2014/main" id="{03F49FBE-4BE4-72AE-0881-8A3C77F972F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200" y="4873101"/>
            <a:ext cx="1933578" cy="56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7" name="Picture Placeholder 58" descr="Picture">
            <a:extLst>
              <a:ext uri="{FF2B5EF4-FFF2-40B4-BE49-F238E27FC236}">
                <a16:creationId xmlns:a16="http://schemas.microsoft.com/office/drawing/2014/main" id="{E85FB56D-64ED-051B-B8E0-7697C4641DF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822505" y="1986380"/>
            <a:ext cx="2014122" cy="2014120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12F6F45D-FD98-E917-2C1F-648110EF956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69826" y="4150959"/>
            <a:ext cx="1919481" cy="62510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7A96BAAE-5781-79C9-2798-E970D584350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69826" y="4873101"/>
            <a:ext cx="1919481" cy="56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0" name="Picture Placeholder 58" descr="Picture">
            <a:extLst>
              <a:ext uri="{FF2B5EF4-FFF2-40B4-BE49-F238E27FC236}">
                <a16:creationId xmlns:a16="http://schemas.microsoft.com/office/drawing/2014/main" id="{5132E725-3D53-FEA1-84C0-C659217559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094034" y="1986380"/>
            <a:ext cx="2014122" cy="2014120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1E7CA425-DA29-10B1-FC0E-92A1B7AF90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41355" y="4150959"/>
            <a:ext cx="1919481" cy="62510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2" name="Text Placeholder 35">
            <a:extLst>
              <a:ext uri="{FF2B5EF4-FFF2-40B4-BE49-F238E27FC236}">
                <a16:creationId xmlns:a16="http://schemas.microsoft.com/office/drawing/2014/main" id="{276C2C77-5ED7-26CE-59F2-DAD71B89CC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41355" y="4873101"/>
            <a:ext cx="1919481" cy="56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3" name="Picture Placeholder 58" descr="Picture">
            <a:extLst>
              <a:ext uri="{FF2B5EF4-FFF2-40B4-BE49-F238E27FC236}">
                <a16:creationId xmlns:a16="http://schemas.microsoft.com/office/drawing/2014/main" id="{47F704F8-44B4-0A3C-0013-B4A8A37FC42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65563" y="1986380"/>
            <a:ext cx="2014122" cy="2014120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24" name="Text Placeholder 35">
            <a:extLst>
              <a:ext uri="{FF2B5EF4-FFF2-40B4-BE49-F238E27FC236}">
                <a16:creationId xmlns:a16="http://schemas.microsoft.com/office/drawing/2014/main" id="{4B67FCB6-B075-4E95-2ADD-CEB2B6B9975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12884" y="4150959"/>
            <a:ext cx="1919481" cy="62510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5" name="Text Placeholder 35">
            <a:extLst>
              <a:ext uri="{FF2B5EF4-FFF2-40B4-BE49-F238E27FC236}">
                <a16:creationId xmlns:a16="http://schemas.microsoft.com/office/drawing/2014/main" id="{17CBD014-20C8-8CBE-1C3E-4EB82716C0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12884" y="4873101"/>
            <a:ext cx="1919481" cy="56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6" name="Picture Placeholder 58" descr="Picture">
            <a:extLst>
              <a:ext uri="{FF2B5EF4-FFF2-40B4-BE49-F238E27FC236}">
                <a16:creationId xmlns:a16="http://schemas.microsoft.com/office/drawing/2014/main" id="{40CC1546-FE65-EE8E-F409-5C58AA53B8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637092" y="1986380"/>
            <a:ext cx="2014122" cy="2014120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27" name="Text Placeholder 35">
            <a:extLst>
              <a:ext uri="{FF2B5EF4-FFF2-40B4-BE49-F238E27FC236}">
                <a16:creationId xmlns:a16="http://schemas.microsoft.com/office/drawing/2014/main" id="{C9C4EAE7-A8A9-AACA-25A2-85C92A90729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684412" y="4150959"/>
            <a:ext cx="1919481" cy="62510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8" name="Text Placeholder 35">
            <a:extLst>
              <a:ext uri="{FF2B5EF4-FFF2-40B4-BE49-F238E27FC236}">
                <a16:creationId xmlns:a16="http://schemas.microsoft.com/office/drawing/2014/main" id="{4F93DE22-E232-34EF-862E-46EFD20543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84412" y="4873101"/>
            <a:ext cx="1919481" cy="56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967788926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812F96D-ED46-208B-FF67-F78FE9570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52001"/>
            <a:ext cx="11018520" cy="553998"/>
          </a:xfrm>
        </p:spPr>
        <p:txBody>
          <a:bodyPr/>
          <a:lstStyle/>
          <a:p>
            <a:r>
              <a:rPr lang="en-US"/>
              <a:t>Section Divider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C52765-832E-2B0A-0526-C490F65196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219698"/>
            <a:ext cx="1816900" cy="16383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190230-2102-9B20-AA6D-CE362640AD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854618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E2D7A02-F6D5-7814-4B80-03051B136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52001"/>
            <a:ext cx="11018520" cy="553998"/>
          </a:xfrm>
        </p:spPr>
        <p:txBody>
          <a:bodyPr/>
          <a:lstStyle/>
          <a:p>
            <a:r>
              <a:rPr lang="en-US"/>
              <a:t>Section Divider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A524DF-36D8-F9F6-94C6-EADB327EC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219698"/>
            <a:ext cx="1816900" cy="16383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46F1DD-17CE-F01C-1336-641BF2C9AC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2" name="Text Placeholder 35">
            <a:extLst>
              <a:ext uri="{FF2B5EF4-FFF2-40B4-BE49-F238E27FC236}">
                <a16:creationId xmlns:a16="http://schemas.microsoft.com/office/drawing/2014/main" id="{DCE34315-F2C5-0375-29F1-78445E1509C7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586740" y="3824976"/>
            <a:ext cx="5407660" cy="39868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4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Speaker</a:t>
            </a:r>
          </a:p>
        </p:txBody>
      </p:sp>
    </p:spTree>
    <p:extLst>
      <p:ext uri="{BB962C8B-B14F-4D97-AF65-F5344CB8AC3E}">
        <p14:creationId xmlns:p14="http://schemas.microsoft.com/office/powerpoint/2010/main" val="800508912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 speaker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CB1D51-1C52-75AE-3DD0-60D8B0656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4423"/>
          <a:stretch>
            <a:fillRect/>
          </a:stretch>
        </p:blipFill>
        <p:spPr>
          <a:xfrm>
            <a:off x="0" y="3139275"/>
            <a:ext cx="12189461" cy="3718725"/>
          </a:xfrm>
          <a:custGeom>
            <a:avLst/>
            <a:gdLst>
              <a:gd name="csX0" fmla="*/ 0 w 12192000"/>
              <a:gd name="csY0" fmla="*/ 0 h 3718725"/>
              <a:gd name="csX1" fmla="*/ 12192000 w 12192000"/>
              <a:gd name="csY1" fmla="*/ 0 h 3718725"/>
              <a:gd name="csX2" fmla="*/ 12192000 w 12192000"/>
              <a:gd name="csY2" fmla="*/ 3718725 h 3718725"/>
              <a:gd name="csX3" fmla="*/ 0 w 12192000"/>
              <a:gd name="csY3" fmla="*/ 3718725 h 3718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718725">
                <a:moveTo>
                  <a:pt x="0" y="0"/>
                </a:moveTo>
                <a:lnTo>
                  <a:pt x="12192000" y="0"/>
                </a:lnTo>
                <a:lnTo>
                  <a:pt x="12192000" y="3718725"/>
                </a:lnTo>
                <a:lnTo>
                  <a:pt x="0" y="3718725"/>
                </a:lnTo>
                <a:close/>
              </a:path>
            </a:pathLst>
          </a:cu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41B986D-D748-C5CD-FA17-B8C979EEA6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3042965"/>
            <a:ext cx="12204700" cy="96310"/>
          </a:xfrm>
          <a:prstGeom prst="rect">
            <a:avLst/>
          </a:prstGeom>
          <a:solidFill>
            <a:schemeClr val="accent1"/>
          </a:soli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7CD443-644E-7F55-87DB-6FC619A40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EC5CD614-6BB9-A402-28A0-20EEAE4CE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86453" y="22301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7527013-9D54-DF36-2706-0D6B601A5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400233" y="22301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1CDAFED-28F4-4E4F-82F9-047284557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314013" y="22301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5D032B4-2328-365A-3A63-F2FD9049C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227793" y="22301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6CF73D3-057B-511B-888F-AEC5828E3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8141573" y="22301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BFE27DF-EF40-19F1-3021-5ED678608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0055355" y="22301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803968-1A81-0BBE-471F-D15C85186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58" descr="Picture">
            <a:extLst>
              <a:ext uri="{FF2B5EF4-FFF2-40B4-BE49-F238E27FC236}">
                <a16:creationId xmlns:a16="http://schemas.microsoft.com/office/drawing/2014/main" id="{4524DADB-4F66-2EE4-2E2F-64B7439B0FF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1304" y="2294973"/>
            <a:ext cx="1524554" cy="152455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16" name="Text Placeholder 35">
            <a:extLst>
              <a:ext uri="{FF2B5EF4-FFF2-40B4-BE49-F238E27FC236}">
                <a16:creationId xmlns:a16="http://schemas.microsoft.com/office/drawing/2014/main" id="{7EB227B7-443E-6AF7-CC6E-2CE44E3D24C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4201" y="3952119"/>
            <a:ext cx="1458761" cy="52957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7" name="Text Placeholder 35">
            <a:extLst>
              <a:ext uri="{FF2B5EF4-FFF2-40B4-BE49-F238E27FC236}">
                <a16:creationId xmlns:a16="http://schemas.microsoft.com/office/drawing/2014/main" id="{449A5045-9942-03A2-EA96-79154819FCC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201" y="4618849"/>
            <a:ext cx="1458762" cy="7492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8" name="Picture Placeholder 58" descr="Picture">
            <a:extLst>
              <a:ext uri="{FF2B5EF4-FFF2-40B4-BE49-F238E27FC236}">
                <a16:creationId xmlns:a16="http://schemas.microsoft.com/office/drawing/2014/main" id="{C2D1730C-9FC5-3BDF-F2E6-49601C8FBC6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465084" y="2294973"/>
            <a:ext cx="1524554" cy="152455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8002A12C-4BC6-0DBE-15B8-C3E4E28FDDD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97980" y="3952119"/>
            <a:ext cx="1448127" cy="52957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0" name="Text Placeholder 35">
            <a:extLst>
              <a:ext uri="{FF2B5EF4-FFF2-40B4-BE49-F238E27FC236}">
                <a16:creationId xmlns:a16="http://schemas.microsoft.com/office/drawing/2014/main" id="{AF8E15E6-A811-3193-92E3-CD29E4D5D08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97979" y="4618849"/>
            <a:ext cx="1458762" cy="7492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1" name="Picture Placeholder 58" descr="Picture">
            <a:extLst>
              <a:ext uri="{FF2B5EF4-FFF2-40B4-BE49-F238E27FC236}">
                <a16:creationId xmlns:a16="http://schemas.microsoft.com/office/drawing/2014/main" id="{DB44BD85-E8D7-968F-8B63-86A387B4DC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378864" y="2294973"/>
            <a:ext cx="1524554" cy="152455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22" name="Text Placeholder 35">
            <a:extLst>
              <a:ext uri="{FF2B5EF4-FFF2-40B4-BE49-F238E27FC236}">
                <a16:creationId xmlns:a16="http://schemas.microsoft.com/office/drawing/2014/main" id="{674A4634-DC71-D355-27CB-32A001BFF4E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11760" y="3952119"/>
            <a:ext cx="1448127" cy="52957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3" name="Text Placeholder 35">
            <a:extLst>
              <a:ext uri="{FF2B5EF4-FFF2-40B4-BE49-F238E27FC236}">
                <a16:creationId xmlns:a16="http://schemas.microsoft.com/office/drawing/2014/main" id="{7EB81790-6186-92FD-3286-08439AF7A9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11759" y="4618849"/>
            <a:ext cx="1458762" cy="7492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4" name="Picture Placeholder 58" descr="Picture">
            <a:extLst>
              <a:ext uri="{FF2B5EF4-FFF2-40B4-BE49-F238E27FC236}">
                <a16:creationId xmlns:a16="http://schemas.microsoft.com/office/drawing/2014/main" id="{1083ACEC-2B19-C930-24B2-E0ED3718DD2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292644" y="2294973"/>
            <a:ext cx="1524554" cy="152455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25" name="Text Placeholder 35">
            <a:extLst>
              <a:ext uri="{FF2B5EF4-FFF2-40B4-BE49-F238E27FC236}">
                <a16:creationId xmlns:a16="http://schemas.microsoft.com/office/drawing/2014/main" id="{D3B03BD4-5FBC-E56A-1287-A6D5512472E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25540" y="3952119"/>
            <a:ext cx="1448127" cy="52957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6" name="Text Placeholder 35">
            <a:extLst>
              <a:ext uri="{FF2B5EF4-FFF2-40B4-BE49-F238E27FC236}">
                <a16:creationId xmlns:a16="http://schemas.microsoft.com/office/drawing/2014/main" id="{0C00418D-9ADF-5910-1747-6E6560F88FA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25539" y="4618849"/>
            <a:ext cx="1458762" cy="7492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7" name="Picture Placeholder 58" descr="Picture">
            <a:extLst>
              <a:ext uri="{FF2B5EF4-FFF2-40B4-BE49-F238E27FC236}">
                <a16:creationId xmlns:a16="http://schemas.microsoft.com/office/drawing/2014/main" id="{75BE8E07-C50B-CBC3-BA67-88A9E88CF9F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206424" y="2294973"/>
            <a:ext cx="1524554" cy="152455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28" name="Text Placeholder 35">
            <a:extLst>
              <a:ext uri="{FF2B5EF4-FFF2-40B4-BE49-F238E27FC236}">
                <a16:creationId xmlns:a16="http://schemas.microsoft.com/office/drawing/2014/main" id="{528E0BDB-4BFB-9CC3-C1E1-DC1082477EE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39320" y="3952119"/>
            <a:ext cx="1448127" cy="52957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9" name="Text Placeholder 35">
            <a:extLst>
              <a:ext uri="{FF2B5EF4-FFF2-40B4-BE49-F238E27FC236}">
                <a16:creationId xmlns:a16="http://schemas.microsoft.com/office/drawing/2014/main" id="{802B5A71-E669-A850-EEEE-CE1970607E4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39319" y="4618849"/>
            <a:ext cx="1458762" cy="7492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0" name="Picture Placeholder 58" descr="Picture">
            <a:extLst>
              <a:ext uri="{FF2B5EF4-FFF2-40B4-BE49-F238E27FC236}">
                <a16:creationId xmlns:a16="http://schemas.microsoft.com/office/drawing/2014/main" id="{703C0C91-2A41-961E-3D30-854A6D46DB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10120206" y="2294973"/>
            <a:ext cx="1524554" cy="152455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31" name="Text Placeholder 35">
            <a:extLst>
              <a:ext uri="{FF2B5EF4-FFF2-40B4-BE49-F238E27FC236}">
                <a16:creationId xmlns:a16="http://schemas.microsoft.com/office/drawing/2014/main" id="{94C3EA05-E089-1828-73D0-64FCB5BA7C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163737" y="3952119"/>
            <a:ext cx="1448127" cy="52957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2" name="Text Placeholder 35">
            <a:extLst>
              <a:ext uri="{FF2B5EF4-FFF2-40B4-BE49-F238E27FC236}">
                <a16:creationId xmlns:a16="http://schemas.microsoft.com/office/drawing/2014/main" id="{90E0AD30-182E-C638-61C4-EBC2C7974E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163736" y="4618849"/>
            <a:ext cx="1458762" cy="7492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190000581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mber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3" name="Freeform: Shape 2" descr="One">
            <a:extLst>
              <a:ext uri="{FF2B5EF4-FFF2-40B4-BE49-F238E27FC236}">
                <a16:creationId xmlns:a16="http://schemas.microsoft.com/office/drawing/2014/main" id="{3CDE8D65-48FD-A576-78A7-ADE61EC14641}"/>
              </a:ext>
            </a:extLst>
          </p:cNvPr>
          <p:cNvSpPr/>
          <p:nvPr userDrawn="1"/>
        </p:nvSpPr>
        <p:spPr bwMode="auto">
          <a:xfrm>
            <a:off x="631799" y="2351177"/>
            <a:ext cx="2053586" cy="4506823"/>
          </a:xfrm>
          <a:custGeom>
            <a:avLst/>
            <a:gdLst/>
            <a:ahLst/>
            <a:cxnLst/>
            <a:rect l="l" t="t" r="r" b="b"/>
            <a:pathLst>
              <a:path w="2053586" h="4506823">
                <a:moveTo>
                  <a:pt x="1466408" y="0"/>
                </a:moveTo>
                <a:lnTo>
                  <a:pt x="2053586" y="0"/>
                </a:lnTo>
                <a:lnTo>
                  <a:pt x="2053586" y="4506823"/>
                </a:lnTo>
                <a:lnTo>
                  <a:pt x="1085203" y="4506823"/>
                </a:lnTo>
                <a:lnTo>
                  <a:pt x="1085203" y="1143614"/>
                </a:lnTo>
                <a:cubicBezTo>
                  <a:pt x="972482" y="1219445"/>
                  <a:pt x="847975" y="1284004"/>
                  <a:pt x="711684" y="1337291"/>
                </a:cubicBezTo>
                <a:cubicBezTo>
                  <a:pt x="575393" y="1390578"/>
                  <a:pt x="426293" y="1442840"/>
                  <a:pt x="264384" y="1494077"/>
                </a:cubicBezTo>
                <a:lnTo>
                  <a:pt x="0" y="719371"/>
                </a:lnTo>
                <a:cubicBezTo>
                  <a:pt x="280780" y="637391"/>
                  <a:pt x="546188" y="534917"/>
                  <a:pt x="796226" y="411947"/>
                </a:cubicBezTo>
                <a:cubicBezTo>
                  <a:pt x="1046263" y="288978"/>
                  <a:pt x="1269657" y="151663"/>
                  <a:pt x="1466408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99962195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number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9" name="TextBox 8" descr="Two">
            <a:extLst>
              <a:ext uri="{FF2B5EF4-FFF2-40B4-BE49-F238E27FC236}">
                <a16:creationId xmlns:a16="http://schemas.microsoft.com/office/drawing/2014/main" id="{11171EE8-A1E9-E0A4-7FBA-76CD23710AB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877738" y="2378311"/>
            <a:ext cx="3028117" cy="4479689"/>
          </a:xfrm>
          <a:custGeom>
            <a:avLst/>
            <a:gdLst/>
            <a:ahLst/>
            <a:cxnLst/>
            <a:rect l="l" t="t" r="r" b="b"/>
            <a:pathLst>
              <a:path w="3028117" h="4479689">
                <a:moveTo>
                  <a:pt x="1613971" y="0"/>
                </a:moveTo>
                <a:cubicBezTo>
                  <a:pt x="2046412" y="0"/>
                  <a:pt x="2390214" y="113235"/>
                  <a:pt x="2645375" y="339703"/>
                </a:cubicBezTo>
                <a:cubicBezTo>
                  <a:pt x="2900536" y="566171"/>
                  <a:pt x="3028117" y="870008"/>
                  <a:pt x="3028117" y="1251212"/>
                </a:cubicBezTo>
                <a:cubicBezTo>
                  <a:pt x="3028117" y="1454112"/>
                  <a:pt x="2996862" y="1634467"/>
                  <a:pt x="2934353" y="1792277"/>
                </a:cubicBezTo>
                <a:cubicBezTo>
                  <a:pt x="2871843" y="1950087"/>
                  <a:pt x="2788327" y="2093552"/>
                  <a:pt x="2683803" y="2222669"/>
                </a:cubicBezTo>
                <a:cubicBezTo>
                  <a:pt x="2581329" y="2351787"/>
                  <a:pt x="2463995" y="2472195"/>
                  <a:pt x="2331804" y="2583892"/>
                </a:cubicBezTo>
                <a:cubicBezTo>
                  <a:pt x="2199612" y="2695589"/>
                  <a:pt x="2060759" y="2801650"/>
                  <a:pt x="1915245" y="2902075"/>
                </a:cubicBezTo>
                <a:cubicBezTo>
                  <a:pt x="1823019" y="2971757"/>
                  <a:pt x="1732329" y="3038878"/>
                  <a:pt x="1643176" y="3103437"/>
                </a:cubicBezTo>
                <a:cubicBezTo>
                  <a:pt x="1554023" y="3167996"/>
                  <a:pt x="1476655" y="3233067"/>
                  <a:pt x="1411071" y="3298650"/>
                </a:cubicBezTo>
                <a:cubicBezTo>
                  <a:pt x="1341389" y="3366283"/>
                  <a:pt x="1289639" y="3431867"/>
                  <a:pt x="1255823" y="3495401"/>
                </a:cubicBezTo>
                <a:cubicBezTo>
                  <a:pt x="1222006" y="3558935"/>
                  <a:pt x="1205098" y="3619395"/>
                  <a:pt x="1205098" y="3676781"/>
                </a:cubicBezTo>
                <a:lnTo>
                  <a:pt x="3021968" y="3676781"/>
                </a:lnTo>
                <a:lnTo>
                  <a:pt x="3021968" y="4479689"/>
                </a:lnTo>
                <a:lnTo>
                  <a:pt x="89152" y="4479689"/>
                </a:lnTo>
                <a:lnTo>
                  <a:pt x="89152" y="4150212"/>
                </a:lnTo>
                <a:cubicBezTo>
                  <a:pt x="89152" y="3924769"/>
                  <a:pt x="127068" y="3722382"/>
                  <a:pt x="202899" y="3543052"/>
                </a:cubicBezTo>
                <a:cubicBezTo>
                  <a:pt x="278730" y="3363721"/>
                  <a:pt x="374031" y="3202324"/>
                  <a:pt x="488802" y="3058860"/>
                </a:cubicBezTo>
                <a:cubicBezTo>
                  <a:pt x="603574" y="2917446"/>
                  <a:pt x="729105" y="2791915"/>
                  <a:pt x="865395" y="2682267"/>
                </a:cubicBezTo>
                <a:cubicBezTo>
                  <a:pt x="1001686" y="2572619"/>
                  <a:pt x="1131316" y="2473732"/>
                  <a:pt x="1254286" y="2385604"/>
                </a:cubicBezTo>
                <a:cubicBezTo>
                  <a:pt x="1383403" y="2293377"/>
                  <a:pt x="1496637" y="2205249"/>
                  <a:pt x="1593988" y="2121220"/>
                </a:cubicBezTo>
                <a:cubicBezTo>
                  <a:pt x="1691339" y="2037191"/>
                  <a:pt x="1772806" y="1953162"/>
                  <a:pt x="1838390" y="1869133"/>
                </a:cubicBezTo>
                <a:cubicBezTo>
                  <a:pt x="1906023" y="1787153"/>
                  <a:pt x="1958797" y="1701075"/>
                  <a:pt x="1996713" y="1610897"/>
                </a:cubicBezTo>
                <a:cubicBezTo>
                  <a:pt x="2034628" y="1520720"/>
                  <a:pt x="2053586" y="1415171"/>
                  <a:pt x="2053586" y="1294252"/>
                </a:cubicBezTo>
                <a:cubicBezTo>
                  <a:pt x="2053586" y="1136441"/>
                  <a:pt x="2002861" y="1012447"/>
                  <a:pt x="1901411" y="922270"/>
                </a:cubicBezTo>
                <a:cubicBezTo>
                  <a:pt x="1799962" y="832092"/>
                  <a:pt x="1664183" y="787004"/>
                  <a:pt x="1494076" y="787004"/>
                </a:cubicBezTo>
                <a:cubicBezTo>
                  <a:pt x="1338315" y="787004"/>
                  <a:pt x="1201511" y="838241"/>
                  <a:pt x="1083666" y="940715"/>
                </a:cubicBezTo>
                <a:cubicBezTo>
                  <a:pt x="965820" y="1043190"/>
                  <a:pt x="864883" y="1183579"/>
                  <a:pt x="780854" y="1361885"/>
                </a:cubicBezTo>
                <a:lnTo>
                  <a:pt x="0" y="1042165"/>
                </a:lnTo>
                <a:cubicBezTo>
                  <a:pt x="147562" y="720396"/>
                  <a:pt x="356098" y="466259"/>
                  <a:pt x="625605" y="279756"/>
                </a:cubicBezTo>
                <a:cubicBezTo>
                  <a:pt x="895113" y="93252"/>
                  <a:pt x="1224568" y="0"/>
                  <a:pt x="1613971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/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27384079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umber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8" name="TextBox 7" descr="Three">
            <a:extLst>
              <a:ext uri="{FF2B5EF4-FFF2-40B4-BE49-F238E27FC236}">
                <a16:creationId xmlns:a16="http://schemas.microsoft.com/office/drawing/2014/main" id="{AC659153-E442-DD6D-70C1-1207A848FD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816253" y="2308643"/>
            <a:ext cx="3157235" cy="4549357"/>
          </a:xfrm>
          <a:custGeom>
            <a:avLst/>
            <a:gdLst/>
            <a:ahLst/>
            <a:cxnLst/>
            <a:rect l="l" t="t" r="r" b="b"/>
            <a:pathLst>
              <a:path w="3157235" h="4549357">
                <a:moveTo>
                  <a:pt x="1617045" y="0"/>
                </a:moveTo>
                <a:cubicBezTo>
                  <a:pt x="2067933" y="0"/>
                  <a:pt x="2415321" y="102987"/>
                  <a:pt x="2659210" y="308961"/>
                </a:cubicBezTo>
                <a:cubicBezTo>
                  <a:pt x="2903099" y="514934"/>
                  <a:pt x="3025043" y="797251"/>
                  <a:pt x="3025043" y="1155911"/>
                </a:cubicBezTo>
                <a:cubicBezTo>
                  <a:pt x="3025043" y="1395701"/>
                  <a:pt x="2960484" y="1605774"/>
                  <a:pt x="2831367" y="1786129"/>
                </a:cubicBezTo>
                <a:cubicBezTo>
                  <a:pt x="2702249" y="1966484"/>
                  <a:pt x="2507548" y="2098676"/>
                  <a:pt x="2247263" y="2182704"/>
                </a:cubicBezTo>
                <a:lnTo>
                  <a:pt x="2247263" y="2198076"/>
                </a:lnTo>
                <a:cubicBezTo>
                  <a:pt x="2528042" y="2247263"/>
                  <a:pt x="2749900" y="2365621"/>
                  <a:pt x="2912834" y="2553149"/>
                </a:cubicBezTo>
                <a:cubicBezTo>
                  <a:pt x="3075768" y="2740677"/>
                  <a:pt x="3157235" y="2965608"/>
                  <a:pt x="3157235" y="3227943"/>
                </a:cubicBezTo>
                <a:cubicBezTo>
                  <a:pt x="3157235" y="3639890"/>
                  <a:pt x="3010184" y="3964221"/>
                  <a:pt x="2716083" y="4200937"/>
                </a:cubicBezTo>
                <a:cubicBezTo>
                  <a:pt x="2495507" y="4378474"/>
                  <a:pt x="2223341" y="4489434"/>
                  <a:pt x="1899586" y="4533819"/>
                </a:cubicBezTo>
                <a:lnTo>
                  <a:pt x="1744447" y="4549357"/>
                </a:lnTo>
                <a:lnTo>
                  <a:pt x="1416230" y="4549357"/>
                </a:lnTo>
                <a:lnTo>
                  <a:pt x="1283107" y="4543137"/>
                </a:lnTo>
                <a:cubicBezTo>
                  <a:pt x="1019492" y="4517391"/>
                  <a:pt x="791614" y="4453024"/>
                  <a:pt x="599475" y="4350037"/>
                </a:cubicBezTo>
                <a:cubicBezTo>
                  <a:pt x="343289" y="4212722"/>
                  <a:pt x="143464" y="4014946"/>
                  <a:pt x="0" y="3756711"/>
                </a:cubicBezTo>
                <a:lnTo>
                  <a:pt x="743964" y="3320170"/>
                </a:lnTo>
                <a:cubicBezTo>
                  <a:pt x="811597" y="3459535"/>
                  <a:pt x="908435" y="3572769"/>
                  <a:pt x="1034479" y="3659872"/>
                </a:cubicBezTo>
                <a:cubicBezTo>
                  <a:pt x="1160522" y="3746976"/>
                  <a:pt x="1315771" y="3790527"/>
                  <a:pt x="1500225" y="3790527"/>
                </a:cubicBezTo>
                <a:cubicBezTo>
                  <a:pt x="1688777" y="3790527"/>
                  <a:pt x="1847100" y="3742365"/>
                  <a:pt x="1975193" y="3646038"/>
                </a:cubicBezTo>
                <a:cubicBezTo>
                  <a:pt x="2103286" y="3549712"/>
                  <a:pt x="2167333" y="3406248"/>
                  <a:pt x="2167333" y="3215646"/>
                </a:cubicBezTo>
                <a:cubicBezTo>
                  <a:pt x="2167333" y="3018895"/>
                  <a:pt x="2081767" y="2868770"/>
                  <a:pt x="1910634" y="2765271"/>
                </a:cubicBezTo>
                <a:cubicBezTo>
                  <a:pt x="1739502" y="2661772"/>
                  <a:pt x="1504323" y="2608998"/>
                  <a:pt x="1205098" y="2606948"/>
                </a:cubicBezTo>
                <a:lnTo>
                  <a:pt x="845413" y="2606948"/>
                </a:lnTo>
                <a:lnTo>
                  <a:pt x="845413" y="1850687"/>
                </a:lnTo>
                <a:lnTo>
                  <a:pt x="1174356" y="1850687"/>
                </a:lnTo>
                <a:cubicBezTo>
                  <a:pt x="1461284" y="1850687"/>
                  <a:pt x="1676480" y="1802524"/>
                  <a:pt x="1819944" y="1706199"/>
                </a:cubicBezTo>
                <a:cubicBezTo>
                  <a:pt x="1963409" y="1609873"/>
                  <a:pt x="2035141" y="1457186"/>
                  <a:pt x="2035141" y="1248138"/>
                </a:cubicBezTo>
                <a:cubicBezTo>
                  <a:pt x="2035141" y="1090327"/>
                  <a:pt x="1984416" y="967871"/>
                  <a:pt x="1882966" y="880768"/>
                </a:cubicBezTo>
                <a:cubicBezTo>
                  <a:pt x="1781517" y="793664"/>
                  <a:pt x="1657010" y="750113"/>
                  <a:pt x="1509447" y="750113"/>
                </a:cubicBezTo>
                <a:cubicBezTo>
                  <a:pt x="1370082" y="750113"/>
                  <a:pt x="1240452" y="785466"/>
                  <a:pt x="1120557" y="856174"/>
                </a:cubicBezTo>
                <a:cubicBezTo>
                  <a:pt x="1000662" y="926881"/>
                  <a:pt x="900749" y="1038066"/>
                  <a:pt x="820820" y="1189728"/>
                </a:cubicBezTo>
                <a:lnTo>
                  <a:pt x="98375" y="842340"/>
                </a:lnTo>
                <a:cubicBezTo>
                  <a:pt x="223394" y="602550"/>
                  <a:pt x="417583" y="402212"/>
                  <a:pt x="680942" y="241328"/>
                </a:cubicBezTo>
                <a:cubicBezTo>
                  <a:pt x="944301" y="80443"/>
                  <a:pt x="1256335" y="0"/>
                  <a:pt x="1617045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/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185565222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umber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8" name="TextBox 7" descr="Four">
            <a:extLst>
              <a:ext uri="{FF2B5EF4-FFF2-40B4-BE49-F238E27FC236}">
                <a16:creationId xmlns:a16="http://schemas.microsoft.com/office/drawing/2014/main" id="{8DADC848-E47E-9D68-7F28-7E04E4B7063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791659" y="2452093"/>
            <a:ext cx="3154161" cy="4405907"/>
          </a:xfrm>
          <a:custGeom>
            <a:avLst/>
            <a:gdLst/>
            <a:ahLst/>
            <a:cxnLst/>
            <a:rect l="l" t="t" r="r" b="b"/>
            <a:pathLst>
              <a:path w="3154161" h="4405907">
                <a:moveTo>
                  <a:pt x="1816870" y="1263509"/>
                </a:moveTo>
                <a:cubicBezTo>
                  <a:pt x="1749237" y="1396725"/>
                  <a:pt x="1674943" y="1531479"/>
                  <a:pt x="1593989" y="1667770"/>
                </a:cubicBezTo>
                <a:cubicBezTo>
                  <a:pt x="1513034" y="1804061"/>
                  <a:pt x="1431567" y="1937790"/>
                  <a:pt x="1349587" y="2068957"/>
                </a:cubicBezTo>
                <a:cubicBezTo>
                  <a:pt x="1265558" y="2198075"/>
                  <a:pt x="1180505" y="2322581"/>
                  <a:pt x="1094426" y="2442477"/>
                </a:cubicBezTo>
                <a:cubicBezTo>
                  <a:pt x="1008348" y="2562372"/>
                  <a:pt x="925343" y="2674581"/>
                  <a:pt x="845414" y="2779105"/>
                </a:cubicBezTo>
                <a:lnTo>
                  <a:pt x="1816870" y="2779105"/>
                </a:lnTo>
                <a:close/>
                <a:moveTo>
                  <a:pt x="1801499" y="0"/>
                </a:moveTo>
                <a:lnTo>
                  <a:pt x="2739140" y="0"/>
                </a:lnTo>
                <a:lnTo>
                  <a:pt x="2739140" y="2779105"/>
                </a:lnTo>
                <a:lnTo>
                  <a:pt x="3154161" y="2779105"/>
                </a:lnTo>
                <a:lnTo>
                  <a:pt x="3154161" y="3504623"/>
                </a:lnTo>
                <a:lnTo>
                  <a:pt x="2739140" y="3504623"/>
                </a:lnTo>
                <a:lnTo>
                  <a:pt x="2739140" y="4405907"/>
                </a:lnTo>
                <a:lnTo>
                  <a:pt x="1816870" y="4405907"/>
                </a:lnTo>
                <a:lnTo>
                  <a:pt x="1816870" y="3504623"/>
                </a:lnTo>
                <a:lnTo>
                  <a:pt x="0" y="3504623"/>
                </a:lnTo>
                <a:lnTo>
                  <a:pt x="0" y="2745288"/>
                </a:lnTo>
                <a:cubicBezTo>
                  <a:pt x="159860" y="2554686"/>
                  <a:pt x="326381" y="2346151"/>
                  <a:pt x="499563" y="2119682"/>
                </a:cubicBezTo>
                <a:cubicBezTo>
                  <a:pt x="672744" y="1893214"/>
                  <a:pt x="839265" y="1660085"/>
                  <a:pt x="999125" y="1420295"/>
                </a:cubicBezTo>
                <a:cubicBezTo>
                  <a:pt x="1161035" y="1180505"/>
                  <a:pt x="1311160" y="939177"/>
                  <a:pt x="1449500" y="696313"/>
                </a:cubicBezTo>
                <a:cubicBezTo>
                  <a:pt x="1587840" y="453449"/>
                  <a:pt x="1705174" y="221345"/>
                  <a:pt x="1801499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/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300270635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umber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8" name="TextBox 7" descr="Five">
            <a:extLst>
              <a:ext uri="{FF2B5EF4-FFF2-40B4-BE49-F238E27FC236}">
                <a16:creationId xmlns:a16="http://schemas.microsoft.com/office/drawing/2014/main" id="{CDC91E59-9D00-BD7E-8668-ABA0332A93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816253" y="2367185"/>
            <a:ext cx="3104973" cy="4482229"/>
          </a:xfrm>
          <a:custGeom>
            <a:avLst/>
            <a:gdLst/>
            <a:ahLst/>
            <a:cxnLst/>
            <a:rect l="l" t="t" r="r" b="b"/>
            <a:pathLst>
              <a:path w="3104973" h="4482229">
                <a:moveTo>
                  <a:pt x="516471" y="0"/>
                </a:moveTo>
                <a:lnTo>
                  <a:pt x="2849812" y="0"/>
                </a:lnTo>
                <a:lnTo>
                  <a:pt x="2849812" y="793152"/>
                </a:lnTo>
                <a:lnTo>
                  <a:pt x="1257360" y="793152"/>
                </a:lnTo>
                <a:lnTo>
                  <a:pt x="1195876" y="1663159"/>
                </a:lnTo>
                <a:cubicBezTo>
                  <a:pt x="1275806" y="1657010"/>
                  <a:pt x="1349075" y="1652399"/>
                  <a:pt x="1415683" y="1649325"/>
                </a:cubicBezTo>
                <a:cubicBezTo>
                  <a:pt x="1482292" y="1646251"/>
                  <a:pt x="1562734" y="1644713"/>
                  <a:pt x="1657010" y="1644713"/>
                </a:cubicBezTo>
                <a:cubicBezTo>
                  <a:pt x="2109947" y="1644713"/>
                  <a:pt x="2464509" y="1764609"/>
                  <a:pt x="2720694" y="2004399"/>
                </a:cubicBezTo>
                <a:cubicBezTo>
                  <a:pt x="2976880" y="2244189"/>
                  <a:pt x="3104973" y="2566983"/>
                  <a:pt x="3104973" y="2972781"/>
                </a:cubicBezTo>
                <a:cubicBezTo>
                  <a:pt x="3104973" y="3417520"/>
                  <a:pt x="2955361" y="3780279"/>
                  <a:pt x="2656135" y="4061059"/>
                </a:cubicBezTo>
                <a:cubicBezTo>
                  <a:pt x="2356910" y="4341839"/>
                  <a:pt x="1967508" y="4482229"/>
                  <a:pt x="1487928" y="4482229"/>
                </a:cubicBezTo>
                <a:cubicBezTo>
                  <a:pt x="1147713" y="4482229"/>
                  <a:pt x="853611" y="4412546"/>
                  <a:pt x="605623" y="4273181"/>
                </a:cubicBezTo>
                <a:cubicBezTo>
                  <a:pt x="357635" y="4133816"/>
                  <a:pt x="155761" y="3925793"/>
                  <a:pt x="0" y="3649112"/>
                </a:cubicBezTo>
                <a:lnTo>
                  <a:pt x="753187" y="3231017"/>
                </a:lnTo>
                <a:cubicBezTo>
                  <a:pt x="837215" y="3394976"/>
                  <a:pt x="937640" y="3518457"/>
                  <a:pt x="1054461" y="3601462"/>
                </a:cubicBezTo>
                <a:cubicBezTo>
                  <a:pt x="1171282" y="3684466"/>
                  <a:pt x="1315771" y="3725968"/>
                  <a:pt x="1487928" y="3725968"/>
                </a:cubicBezTo>
                <a:cubicBezTo>
                  <a:pt x="1674431" y="3725968"/>
                  <a:pt x="1829167" y="3667558"/>
                  <a:pt x="1952136" y="3550737"/>
                </a:cubicBezTo>
                <a:cubicBezTo>
                  <a:pt x="2075106" y="3433916"/>
                  <a:pt x="2136590" y="3279180"/>
                  <a:pt x="2136590" y="3086528"/>
                </a:cubicBezTo>
                <a:cubicBezTo>
                  <a:pt x="2136590" y="2854936"/>
                  <a:pt x="2056148" y="2683804"/>
                  <a:pt x="1895263" y="2573131"/>
                </a:cubicBezTo>
                <a:cubicBezTo>
                  <a:pt x="1734379" y="2462459"/>
                  <a:pt x="1499200" y="2407123"/>
                  <a:pt x="1189727" y="2407123"/>
                </a:cubicBezTo>
                <a:cubicBezTo>
                  <a:pt x="1077005" y="2407123"/>
                  <a:pt x="945838" y="2411734"/>
                  <a:pt x="796226" y="2420957"/>
                </a:cubicBezTo>
                <a:cubicBezTo>
                  <a:pt x="646613" y="2430180"/>
                  <a:pt x="498025" y="2442989"/>
                  <a:pt x="350462" y="2459385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/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35280925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number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8" name="TextBox 7" descr="Six">
            <a:extLst>
              <a:ext uri="{FF2B5EF4-FFF2-40B4-BE49-F238E27FC236}">
                <a16:creationId xmlns:a16="http://schemas.microsoft.com/office/drawing/2014/main" id="{E9021368-1CAC-F4BF-771C-C2DF5F6FD78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874663" y="2293404"/>
            <a:ext cx="3037341" cy="4556010"/>
          </a:xfrm>
          <a:custGeom>
            <a:avLst/>
            <a:gdLst/>
            <a:ahLst/>
            <a:cxnLst/>
            <a:rect l="l" t="t" r="r" b="b"/>
            <a:pathLst>
              <a:path w="3037341" h="4556010">
                <a:moveTo>
                  <a:pt x="1555561" y="2379454"/>
                </a:moveTo>
                <a:cubicBezTo>
                  <a:pt x="1369058" y="2379454"/>
                  <a:pt x="1221495" y="2449649"/>
                  <a:pt x="1112872" y="2590039"/>
                </a:cubicBezTo>
                <a:cubicBezTo>
                  <a:pt x="1004249" y="2730429"/>
                  <a:pt x="949938" y="2893875"/>
                  <a:pt x="949938" y="3080379"/>
                </a:cubicBezTo>
                <a:cubicBezTo>
                  <a:pt x="949938" y="3295575"/>
                  <a:pt x="1004249" y="3468757"/>
                  <a:pt x="1112872" y="3599924"/>
                </a:cubicBezTo>
                <a:cubicBezTo>
                  <a:pt x="1221495" y="3731091"/>
                  <a:pt x="1361884" y="3796675"/>
                  <a:pt x="1534041" y="3796675"/>
                </a:cubicBezTo>
                <a:cubicBezTo>
                  <a:pt x="1722594" y="3796675"/>
                  <a:pt x="1870157" y="3730067"/>
                  <a:pt x="1976731" y="3596850"/>
                </a:cubicBezTo>
                <a:cubicBezTo>
                  <a:pt x="2083304" y="3463633"/>
                  <a:pt x="2136591" y="3290452"/>
                  <a:pt x="2136591" y="3077305"/>
                </a:cubicBezTo>
                <a:cubicBezTo>
                  <a:pt x="2136591" y="2866207"/>
                  <a:pt x="2085866" y="2697125"/>
                  <a:pt x="1984416" y="2570057"/>
                </a:cubicBezTo>
                <a:cubicBezTo>
                  <a:pt x="1882967" y="2442988"/>
                  <a:pt x="1740015" y="2379454"/>
                  <a:pt x="1555561" y="2379454"/>
                </a:cubicBezTo>
                <a:close/>
                <a:moveTo>
                  <a:pt x="1773832" y="0"/>
                </a:moveTo>
                <a:cubicBezTo>
                  <a:pt x="2046413" y="0"/>
                  <a:pt x="2289790" y="69170"/>
                  <a:pt x="2503961" y="207510"/>
                </a:cubicBezTo>
                <a:cubicBezTo>
                  <a:pt x="2718133" y="345850"/>
                  <a:pt x="2881580" y="527742"/>
                  <a:pt x="2994301" y="753186"/>
                </a:cubicBezTo>
                <a:lnTo>
                  <a:pt x="2317970" y="1152836"/>
                </a:lnTo>
                <a:cubicBezTo>
                  <a:pt x="2262634" y="1031916"/>
                  <a:pt x="2187828" y="935078"/>
                  <a:pt x="2093551" y="862321"/>
                </a:cubicBezTo>
                <a:cubicBezTo>
                  <a:pt x="1999275" y="789565"/>
                  <a:pt x="1882454" y="753186"/>
                  <a:pt x="1743089" y="753186"/>
                </a:cubicBezTo>
                <a:cubicBezTo>
                  <a:pt x="1640615" y="753186"/>
                  <a:pt x="1544801" y="773168"/>
                  <a:pt x="1455649" y="813133"/>
                </a:cubicBezTo>
                <a:cubicBezTo>
                  <a:pt x="1366496" y="853098"/>
                  <a:pt x="1285029" y="914071"/>
                  <a:pt x="1211247" y="996050"/>
                </a:cubicBezTo>
                <a:cubicBezTo>
                  <a:pt x="1108773" y="1106723"/>
                  <a:pt x="1032429" y="1252749"/>
                  <a:pt x="982217" y="1434128"/>
                </a:cubicBezTo>
                <a:cubicBezTo>
                  <a:pt x="932005" y="1615508"/>
                  <a:pt x="904849" y="1818919"/>
                  <a:pt x="900750" y="2044363"/>
                </a:cubicBezTo>
                <a:lnTo>
                  <a:pt x="928418" y="2044363"/>
                </a:lnTo>
                <a:cubicBezTo>
                  <a:pt x="1037041" y="1913196"/>
                  <a:pt x="1168720" y="1814308"/>
                  <a:pt x="1323457" y="1747700"/>
                </a:cubicBezTo>
                <a:cubicBezTo>
                  <a:pt x="1478193" y="1681091"/>
                  <a:pt x="1653937" y="1647787"/>
                  <a:pt x="1850687" y="1647787"/>
                </a:cubicBezTo>
                <a:cubicBezTo>
                  <a:pt x="2213447" y="1647787"/>
                  <a:pt x="2501912" y="1773831"/>
                  <a:pt x="2716083" y="2025918"/>
                </a:cubicBezTo>
                <a:cubicBezTo>
                  <a:pt x="2930255" y="2278005"/>
                  <a:pt x="3037341" y="2607972"/>
                  <a:pt x="3037341" y="3015820"/>
                </a:cubicBezTo>
                <a:cubicBezTo>
                  <a:pt x="3037341" y="3452361"/>
                  <a:pt x="2896438" y="3818194"/>
                  <a:pt x="2614634" y="4113321"/>
                </a:cubicBezTo>
                <a:cubicBezTo>
                  <a:pt x="2332829" y="4408447"/>
                  <a:pt x="1966483" y="4556010"/>
                  <a:pt x="1515596" y="4556010"/>
                </a:cubicBezTo>
                <a:cubicBezTo>
                  <a:pt x="1036016" y="4556010"/>
                  <a:pt x="663522" y="4387439"/>
                  <a:pt x="398113" y="4050299"/>
                </a:cubicBezTo>
                <a:cubicBezTo>
                  <a:pt x="132705" y="3713158"/>
                  <a:pt x="0" y="3200274"/>
                  <a:pt x="0" y="2511646"/>
                </a:cubicBezTo>
                <a:cubicBezTo>
                  <a:pt x="0" y="2077155"/>
                  <a:pt x="50725" y="1687240"/>
                  <a:pt x="152175" y="1341901"/>
                </a:cubicBezTo>
                <a:cubicBezTo>
                  <a:pt x="253624" y="996562"/>
                  <a:pt x="401700" y="714246"/>
                  <a:pt x="596401" y="494951"/>
                </a:cubicBezTo>
                <a:cubicBezTo>
                  <a:pt x="748063" y="324843"/>
                  <a:pt x="923294" y="199825"/>
                  <a:pt x="1122095" y="119895"/>
                </a:cubicBezTo>
                <a:cubicBezTo>
                  <a:pt x="1320895" y="39965"/>
                  <a:pt x="1538140" y="0"/>
                  <a:pt x="1773832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/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734609573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number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9" name="TextBox 8" descr="Seven">
            <a:extLst>
              <a:ext uri="{FF2B5EF4-FFF2-40B4-BE49-F238E27FC236}">
                <a16:creationId xmlns:a16="http://schemas.microsoft.com/office/drawing/2014/main" id="{DA209AD3-A949-CB7B-5C0C-B6BC95916B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853144" y="2462435"/>
            <a:ext cx="3077305" cy="4395565"/>
          </a:xfrm>
          <a:custGeom>
            <a:avLst/>
            <a:gdLst/>
            <a:ahLst/>
            <a:cxnLst/>
            <a:rect l="l" t="t" r="r" b="b"/>
            <a:pathLst>
              <a:path w="3077305" h="4395565">
                <a:moveTo>
                  <a:pt x="0" y="0"/>
                </a:moveTo>
                <a:lnTo>
                  <a:pt x="3077305" y="0"/>
                </a:lnTo>
                <a:lnTo>
                  <a:pt x="3077305" y="559510"/>
                </a:lnTo>
                <a:cubicBezTo>
                  <a:pt x="2681754" y="1266583"/>
                  <a:pt x="2367158" y="1903974"/>
                  <a:pt x="2133516" y="2471682"/>
                </a:cubicBezTo>
                <a:cubicBezTo>
                  <a:pt x="1958285" y="2897463"/>
                  <a:pt x="1818792" y="3367052"/>
                  <a:pt x="1715036" y="3880448"/>
                </a:cubicBezTo>
                <a:lnTo>
                  <a:pt x="1625434" y="4395565"/>
                </a:lnTo>
                <a:lnTo>
                  <a:pt x="608122" y="4395565"/>
                </a:lnTo>
                <a:lnTo>
                  <a:pt x="703806" y="3902352"/>
                </a:lnTo>
                <a:cubicBezTo>
                  <a:pt x="815631" y="3405095"/>
                  <a:pt x="968382" y="2934353"/>
                  <a:pt x="1162059" y="2490127"/>
                </a:cubicBezTo>
                <a:cubicBezTo>
                  <a:pt x="1420294" y="1897825"/>
                  <a:pt x="1717470" y="1332167"/>
                  <a:pt x="2053586" y="793152"/>
                </a:cubicBezTo>
                <a:lnTo>
                  <a:pt x="0" y="793152"/>
                </a:ln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/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252499952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number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8" name="TextBox 7" descr="Eight">
            <a:extLst>
              <a:ext uri="{FF2B5EF4-FFF2-40B4-BE49-F238E27FC236}">
                <a16:creationId xmlns:a16="http://schemas.microsoft.com/office/drawing/2014/main" id="{8156F505-C16B-A784-AF6D-9E7D713B217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846995" y="2293404"/>
            <a:ext cx="3095751" cy="4556010"/>
          </a:xfrm>
          <a:custGeom>
            <a:avLst/>
            <a:gdLst/>
            <a:ahLst/>
            <a:cxnLst/>
            <a:rect l="l" t="t" r="r" b="b"/>
            <a:pathLst>
              <a:path w="3095751" h="4556010">
                <a:moveTo>
                  <a:pt x="1555561" y="2560834"/>
                </a:moveTo>
                <a:cubicBezTo>
                  <a:pt x="1367008" y="2560834"/>
                  <a:pt x="1210222" y="2622831"/>
                  <a:pt x="1085204" y="2746825"/>
                </a:cubicBezTo>
                <a:cubicBezTo>
                  <a:pt x="960185" y="2870819"/>
                  <a:pt x="897676" y="3026068"/>
                  <a:pt x="897676" y="3212571"/>
                </a:cubicBezTo>
                <a:cubicBezTo>
                  <a:pt x="897676" y="3413421"/>
                  <a:pt x="958135" y="3571744"/>
                  <a:pt x="1079055" y="3687540"/>
                </a:cubicBezTo>
                <a:cubicBezTo>
                  <a:pt x="1199975" y="3803335"/>
                  <a:pt x="1358810" y="3861234"/>
                  <a:pt x="1555561" y="3861234"/>
                </a:cubicBezTo>
                <a:cubicBezTo>
                  <a:pt x="1742064" y="3861234"/>
                  <a:pt x="1897313" y="3802311"/>
                  <a:pt x="2021307" y="3684465"/>
                </a:cubicBezTo>
                <a:cubicBezTo>
                  <a:pt x="2145301" y="3566620"/>
                  <a:pt x="2207298" y="3409322"/>
                  <a:pt x="2207298" y="3212571"/>
                </a:cubicBezTo>
                <a:cubicBezTo>
                  <a:pt x="2207298" y="3034265"/>
                  <a:pt x="2146838" y="2881066"/>
                  <a:pt x="2025918" y="2752973"/>
                </a:cubicBezTo>
                <a:cubicBezTo>
                  <a:pt x="1904999" y="2624880"/>
                  <a:pt x="1748213" y="2560834"/>
                  <a:pt x="1555561" y="2560834"/>
                </a:cubicBezTo>
                <a:close/>
                <a:moveTo>
                  <a:pt x="1564784" y="697850"/>
                </a:moveTo>
                <a:cubicBezTo>
                  <a:pt x="1411072" y="697850"/>
                  <a:pt x="1283492" y="748062"/>
                  <a:pt x="1182042" y="848487"/>
                </a:cubicBezTo>
                <a:cubicBezTo>
                  <a:pt x="1080592" y="948912"/>
                  <a:pt x="1029867" y="1083154"/>
                  <a:pt x="1029867" y="1251211"/>
                </a:cubicBezTo>
                <a:cubicBezTo>
                  <a:pt x="1029867" y="1421319"/>
                  <a:pt x="1083154" y="1558634"/>
                  <a:pt x="1189728" y="1663158"/>
                </a:cubicBezTo>
                <a:cubicBezTo>
                  <a:pt x="1296301" y="1767682"/>
                  <a:pt x="1421320" y="1819944"/>
                  <a:pt x="1564784" y="1819944"/>
                </a:cubicBezTo>
                <a:cubicBezTo>
                  <a:pt x="1710297" y="1819944"/>
                  <a:pt x="1836341" y="1768707"/>
                  <a:pt x="1942914" y="1666233"/>
                </a:cubicBezTo>
                <a:cubicBezTo>
                  <a:pt x="2049487" y="1563758"/>
                  <a:pt x="2102774" y="1425418"/>
                  <a:pt x="2102774" y="1251211"/>
                </a:cubicBezTo>
                <a:cubicBezTo>
                  <a:pt x="2102774" y="1079054"/>
                  <a:pt x="2050000" y="943788"/>
                  <a:pt x="1944451" y="845413"/>
                </a:cubicBezTo>
                <a:cubicBezTo>
                  <a:pt x="1838903" y="747038"/>
                  <a:pt x="1712347" y="697850"/>
                  <a:pt x="1564784" y="697850"/>
                </a:cubicBezTo>
                <a:close/>
                <a:moveTo>
                  <a:pt x="1561709" y="0"/>
                </a:moveTo>
                <a:cubicBezTo>
                  <a:pt x="1973657" y="0"/>
                  <a:pt x="2311309" y="109647"/>
                  <a:pt x="2574669" y="328942"/>
                </a:cubicBezTo>
                <a:cubicBezTo>
                  <a:pt x="2838028" y="548237"/>
                  <a:pt x="2969707" y="824918"/>
                  <a:pt x="2969707" y="1158984"/>
                </a:cubicBezTo>
                <a:cubicBezTo>
                  <a:pt x="2969707" y="1368032"/>
                  <a:pt x="2910785" y="1556585"/>
                  <a:pt x="2792939" y="1724643"/>
                </a:cubicBezTo>
                <a:cubicBezTo>
                  <a:pt x="2675094" y="1892701"/>
                  <a:pt x="2512672" y="2035140"/>
                  <a:pt x="2305673" y="2151961"/>
                </a:cubicBezTo>
                <a:cubicBezTo>
                  <a:pt x="2568008" y="2256485"/>
                  <a:pt x="2765271" y="2409172"/>
                  <a:pt x="2897463" y="2610022"/>
                </a:cubicBezTo>
                <a:cubicBezTo>
                  <a:pt x="3029655" y="2810871"/>
                  <a:pt x="3095751" y="3036315"/>
                  <a:pt x="3095751" y="3286352"/>
                </a:cubicBezTo>
                <a:cubicBezTo>
                  <a:pt x="3095751" y="3663458"/>
                  <a:pt x="2953824" y="3969344"/>
                  <a:pt x="2669970" y="4204010"/>
                </a:cubicBezTo>
                <a:cubicBezTo>
                  <a:pt x="2386116" y="4438677"/>
                  <a:pt x="2013622" y="4556010"/>
                  <a:pt x="1552487" y="4556010"/>
                </a:cubicBezTo>
                <a:cubicBezTo>
                  <a:pt x="1095451" y="4556010"/>
                  <a:pt x="722445" y="4438677"/>
                  <a:pt x="433467" y="4204010"/>
                </a:cubicBezTo>
                <a:cubicBezTo>
                  <a:pt x="144489" y="3969344"/>
                  <a:pt x="0" y="3666532"/>
                  <a:pt x="0" y="3295575"/>
                </a:cubicBezTo>
                <a:cubicBezTo>
                  <a:pt x="0" y="3047587"/>
                  <a:pt x="65071" y="2824705"/>
                  <a:pt x="195214" y="2626930"/>
                </a:cubicBezTo>
                <a:cubicBezTo>
                  <a:pt x="325356" y="2429154"/>
                  <a:pt x="521595" y="2278005"/>
                  <a:pt x="783929" y="2173481"/>
                </a:cubicBezTo>
                <a:cubicBezTo>
                  <a:pt x="585129" y="2056660"/>
                  <a:pt x="430905" y="1913196"/>
                  <a:pt x="321257" y="1743088"/>
                </a:cubicBezTo>
                <a:cubicBezTo>
                  <a:pt x="211610" y="1572981"/>
                  <a:pt x="156786" y="1382379"/>
                  <a:pt x="156786" y="1171281"/>
                </a:cubicBezTo>
                <a:cubicBezTo>
                  <a:pt x="156786" y="835165"/>
                  <a:pt x="288466" y="555923"/>
                  <a:pt x="551825" y="333554"/>
                </a:cubicBezTo>
                <a:cubicBezTo>
                  <a:pt x="815184" y="111184"/>
                  <a:pt x="1151812" y="0"/>
                  <a:pt x="1561709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/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530413233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number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8" name="TextBox 7" descr="Nine">
            <a:extLst>
              <a:ext uri="{FF2B5EF4-FFF2-40B4-BE49-F238E27FC236}">
                <a16:creationId xmlns:a16="http://schemas.microsoft.com/office/drawing/2014/main" id="{1B6B9379-B20D-D1BD-A37B-80ADDB2E2BA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874663" y="2293404"/>
            <a:ext cx="3037341" cy="4556010"/>
          </a:xfrm>
          <a:custGeom>
            <a:avLst/>
            <a:gdLst/>
            <a:ahLst/>
            <a:cxnLst/>
            <a:rect l="l" t="t" r="r" b="b"/>
            <a:pathLst>
              <a:path w="3037341" h="4556010">
                <a:moveTo>
                  <a:pt x="1515596" y="753186"/>
                </a:moveTo>
                <a:cubicBezTo>
                  <a:pt x="1341390" y="753186"/>
                  <a:pt x="1199463" y="822356"/>
                  <a:pt x="1089815" y="960697"/>
                </a:cubicBezTo>
                <a:cubicBezTo>
                  <a:pt x="980168" y="1099037"/>
                  <a:pt x="925344" y="1269657"/>
                  <a:pt x="925344" y="1472556"/>
                </a:cubicBezTo>
                <a:cubicBezTo>
                  <a:pt x="925344" y="1708247"/>
                  <a:pt x="977093" y="1885015"/>
                  <a:pt x="1080592" y="2002861"/>
                </a:cubicBezTo>
                <a:cubicBezTo>
                  <a:pt x="1184091" y="2120706"/>
                  <a:pt x="1335241" y="2179629"/>
                  <a:pt x="1534041" y="2179629"/>
                </a:cubicBezTo>
                <a:cubicBezTo>
                  <a:pt x="1710297" y="2179629"/>
                  <a:pt x="1851712" y="2118145"/>
                  <a:pt x="1958285" y="1995175"/>
                </a:cubicBezTo>
                <a:cubicBezTo>
                  <a:pt x="2064859" y="1872206"/>
                  <a:pt x="2118145" y="1723618"/>
                  <a:pt x="2118145" y="1549412"/>
                </a:cubicBezTo>
                <a:cubicBezTo>
                  <a:pt x="2118145" y="1328067"/>
                  <a:pt x="2061785" y="1140027"/>
                  <a:pt x="1949062" y="985290"/>
                </a:cubicBezTo>
                <a:cubicBezTo>
                  <a:pt x="1836341" y="830554"/>
                  <a:pt x="1691852" y="753186"/>
                  <a:pt x="1515596" y="753186"/>
                </a:cubicBezTo>
                <a:close/>
                <a:moveTo>
                  <a:pt x="1540190" y="0"/>
                </a:moveTo>
                <a:cubicBezTo>
                  <a:pt x="2013622" y="0"/>
                  <a:pt x="2381504" y="174718"/>
                  <a:pt x="2643839" y="524156"/>
                </a:cubicBezTo>
                <a:cubicBezTo>
                  <a:pt x="2906174" y="873593"/>
                  <a:pt x="3037341" y="1387502"/>
                  <a:pt x="3037341" y="2065883"/>
                </a:cubicBezTo>
                <a:cubicBezTo>
                  <a:pt x="3037341" y="2861084"/>
                  <a:pt x="2882604" y="3474905"/>
                  <a:pt x="2573132" y="3907347"/>
                </a:cubicBezTo>
                <a:cubicBezTo>
                  <a:pt x="2263659" y="4339789"/>
                  <a:pt x="1835316" y="4556010"/>
                  <a:pt x="1288103" y="4556010"/>
                </a:cubicBezTo>
                <a:cubicBezTo>
                  <a:pt x="966334" y="4556010"/>
                  <a:pt x="699900" y="4488889"/>
                  <a:pt x="488803" y="4354648"/>
                </a:cubicBezTo>
                <a:cubicBezTo>
                  <a:pt x="277706" y="4220406"/>
                  <a:pt x="114772" y="4043638"/>
                  <a:pt x="0" y="3824343"/>
                </a:cubicBezTo>
                <a:lnTo>
                  <a:pt x="639440" y="3384728"/>
                </a:lnTo>
                <a:cubicBezTo>
                  <a:pt x="707073" y="3522043"/>
                  <a:pt x="793664" y="3627592"/>
                  <a:pt x="899213" y="3701374"/>
                </a:cubicBezTo>
                <a:cubicBezTo>
                  <a:pt x="1004761" y="3775155"/>
                  <a:pt x="1135416" y="3812046"/>
                  <a:pt x="1291177" y="3812046"/>
                </a:cubicBezTo>
                <a:cubicBezTo>
                  <a:pt x="1512522" y="3812046"/>
                  <a:pt x="1711834" y="3709571"/>
                  <a:pt x="1889115" y="3504623"/>
                </a:cubicBezTo>
                <a:cubicBezTo>
                  <a:pt x="2066396" y="3299674"/>
                  <a:pt x="2155036" y="2972781"/>
                  <a:pt x="2155036" y="2523943"/>
                </a:cubicBezTo>
                <a:lnTo>
                  <a:pt x="2139665" y="2517795"/>
                </a:lnTo>
                <a:cubicBezTo>
                  <a:pt x="2047438" y="2638714"/>
                  <a:pt x="1927543" y="2735040"/>
                  <a:pt x="1779980" y="2806772"/>
                </a:cubicBezTo>
                <a:cubicBezTo>
                  <a:pt x="1632417" y="2878504"/>
                  <a:pt x="1457186" y="2914370"/>
                  <a:pt x="1254286" y="2914370"/>
                </a:cubicBezTo>
                <a:cubicBezTo>
                  <a:pt x="883329" y="2914370"/>
                  <a:pt x="587691" y="2791401"/>
                  <a:pt x="367371" y="2545463"/>
                </a:cubicBezTo>
                <a:cubicBezTo>
                  <a:pt x="147051" y="2299524"/>
                  <a:pt x="36891" y="1969557"/>
                  <a:pt x="36891" y="1555560"/>
                </a:cubicBezTo>
                <a:cubicBezTo>
                  <a:pt x="36891" y="1090326"/>
                  <a:pt x="175744" y="714758"/>
                  <a:pt x="453449" y="428855"/>
                </a:cubicBezTo>
                <a:cubicBezTo>
                  <a:pt x="731155" y="142951"/>
                  <a:pt x="1093402" y="0"/>
                  <a:pt x="1540190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/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552306795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number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74544F-D291-9977-8112-DF0EFF825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B37801-9ADC-1E93-C5BF-FC515160A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4" name="TextBox 3" descr="Ten">
            <a:extLst>
              <a:ext uri="{FF2B5EF4-FFF2-40B4-BE49-F238E27FC236}">
                <a16:creationId xmlns:a16="http://schemas.microsoft.com/office/drawing/2014/main" id="{D4B614D3-1D49-6D94-28CB-46D1E57927BF}"/>
              </a:ext>
            </a:extLst>
          </p:cNvPr>
          <p:cNvSpPr txBox="1"/>
          <p:nvPr userDrawn="1"/>
        </p:nvSpPr>
        <p:spPr>
          <a:xfrm>
            <a:off x="332306" y="3112156"/>
            <a:ext cx="4930932" cy="3745845"/>
          </a:xfrm>
          <a:custGeom>
            <a:avLst/>
            <a:gdLst/>
            <a:ahLst/>
            <a:cxnLst/>
            <a:rect l="l" t="t" r="r" b="b"/>
            <a:pathLst>
              <a:path w="4930932" h="3745845">
                <a:moveTo>
                  <a:pt x="3647052" y="638096"/>
                </a:moveTo>
                <a:cubicBezTo>
                  <a:pt x="3483044" y="638096"/>
                  <a:pt x="3366017" y="747862"/>
                  <a:pt x="3295971" y="967395"/>
                </a:cubicBezTo>
                <a:cubicBezTo>
                  <a:pt x="3225926" y="1186927"/>
                  <a:pt x="3190903" y="1517080"/>
                  <a:pt x="3190903" y="1957853"/>
                </a:cubicBezTo>
                <a:cubicBezTo>
                  <a:pt x="3190903" y="2371291"/>
                  <a:pt x="3227207" y="2681370"/>
                  <a:pt x="3299815" y="2888089"/>
                </a:cubicBezTo>
                <a:cubicBezTo>
                  <a:pt x="3372423" y="3094808"/>
                  <a:pt x="3489023" y="3198168"/>
                  <a:pt x="3649615" y="3198168"/>
                </a:cubicBezTo>
                <a:cubicBezTo>
                  <a:pt x="3827291" y="3198168"/>
                  <a:pt x="3947735" y="3091392"/>
                  <a:pt x="4010946" y="2877839"/>
                </a:cubicBezTo>
                <a:cubicBezTo>
                  <a:pt x="4074158" y="2664286"/>
                  <a:pt x="4105764" y="2344811"/>
                  <a:pt x="4105764" y="1919413"/>
                </a:cubicBezTo>
                <a:cubicBezTo>
                  <a:pt x="4105764" y="1492307"/>
                  <a:pt x="4072876" y="1171978"/>
                  <a:pt x="4007102" y="958425"/>
                </a:cubicBezTo>
                <a:cubicBezTo>
                  <a:pt x="3941328" y="744873"/>
                  <a:pt x="3821311" y="638096"/>
                  <a:pt x="3647052" y="638096"/>
                </a:cubicBezTo>
                <a:close/>
                <a:moveTo>
                  <a:pt x="3649615" y="20501"/>
                </a:moveTo>
                <a:cubicBezTo>
                  <a:pt x="4117722" y="20501"/>
                  <a:pt x="4448303" y="176395"/>
                  <a:pt x="4641355" y="488182"/>
                </a:cubicBezTo>
                <a:cubicBezTo>
                  <a:pt x="4834406" y="799969"/>
                  <a:pt x="4930932" y="1268504"/>
                  <a:pt x="4930932" y="1893787"/>
                </a:cubicBezTo>
                <a:cubicBezTo>
                  <a:pt x="4930932" y="2515653"/>
                  <a:pt x="4824583" y="2991876"/>
                  <a:pt x="4611884" y="3322456"/>
                </a:cubicBezTo>
                <a:cubicBezTo>
                  <a:pt x="4505535" y="3487746"/>
                  <a:pt x="4372171" y="3611713"/>
                  <a:pt x="4211793" y="3694358"/>
                </a:cubicBezTo>
                <a:lnTo>
                  <a:pt x="4092796" y="3745845"/>
                </a:lnTo>
                <a:lnTo>
                  <a:pt x="3180628" y="3745845"/>
                </a:lnTo>
                <a:lnTo>
                  <a:pt x="3073022" y="3703327"/>
                </a:lnTo>
                <a:cubicBezTo>
                  <a:pt x="2910722" y="3626662"/>
                  <a:pt x="2778319" y="3511664"/>
                  <a:pt x="2675814" y="3358333"/>
                </a:cubicBezTo>
                <a:cubicBezTo>
                  <a:pt x="2470803" y="3051671"/>
                  <a:pt x="2368298" y="2591678"/>
                  <a:pt x="2368298" y="1978354"/>
                </a:cubicBezTo>
                <a:cubicBezTo>
                  <a:pt x="2368298" y="1341112"/>
                  <a:pt x="2479772" y="855493"/>
                  <a:pt x="2702722" y="521496"/>
                </a:cubicBezTo>
                <a:cubicBezTo>
                  <a:pt x="2925671" y="187500"/>
                  <a:pt x="3241302" y="20501"/>
                  <a:pt x="3649615" y="20501"/>
                </a:cubicBezTo>
                <a:close/>
                <a:moveTo>
                  <a:pt x="1222377" y="0"/>
                </a:moveTo>
                <a:lnTo>
                  <a:pt x="1711840" y="0"/>
                </a:lnTo>
                <a:lnTo>
                  <a:pt x="1711840" y="3745845"/>
                </a:lnTo>
                <a:lnTo>
                  <a:pt x="904610" y="3745845"/>
                </a:lnTo>
                <a:lnTo>
                  <a:pt x="904610" y="953300"/>
                </a:lnTo>
                <a:cubicBezTo>
                  <a:pt x="810647" y="1016512"/>
                  <a:pt x="706860" y="1070327"/>
                  <a:pt x="593250" y="1114746"/>
                </a:cubicBezTo>
                <a:cubicBezTo>
                  <a:pt x="479640" y="1159165"/>
                  <a:pt x="355352" y="1202730"/>
                  <a:pt x="220387" y="1245441"/>
                </a:cubicBezTo>
                <a:lnTo>
                  <a:pt x="0" y="599657"/>
                </a:lnTo>
                <a:cubicBezTo>
                  <a:pt x="234054" y="531320"/>
                  <a:pt x="455295" y="445899"/>
                  <a:pt x="663723" y="343393"/>
                </a:cubicBezTo>
                <a:cubicBezTo>
                  <a:pt x="872150" y="240888"/>
                  <a:pt x="1058368" y="126424"/>
                  <a:pt x="1222377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/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143DB346-99E4-E509-6FB3-6F90DD3176F1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5511800" y="2525349"/>
            <a:ext cx="60975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6" name="Text Placeholder 35">
            <a:extLst>
              <a:ext uri="{FF2B5EF4-FFF2-40B4-BE49-F238E27FC236}">
                <a16:creationId xmlns:a16="http://schemas.microsoft.com/office/drawing/2014/main" id="{FA0DE0A3-29AF-3EA2-297B-C2FB6FC23805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5511800" y="3414349"/>
            <a:ext cx="60975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817523687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A6F3AD-841F-0EB8-09B3-01EB77EAF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9" r="49"/>
          <a:stretch/>
        </p:blipFill>
        <p:spPr>
          <a:xfrm>
            <a:off x="8594106" y="0"/>
            <a:ext cx="3617479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765F1B1-F7C1-1C8A-CCA1-E47A26591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06" y="245459"/>
            <a:ext cx="8242143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IN" dirty="0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567D5ED9-4560-5537-CBCA-2A646718C9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2782" y="799457"/>
            <a:ext cx="8242143" cy="246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2">
            <a:extLst>
              <a:ext uri="{FF2B5EF4-FFF2-40B4-BE49-F238E27FC236}">
                <a16:creationId xmlns:a16="http://schemas.microsoft.com/office/drawing/2014/main" id="{061941A9-FA5F-A1DB-FE82-AF45792879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51302" y="6278887"/>
            <a:ext cx="2944154" cy="2154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285750" indent="-117475">
              <a:defRPr sz="1400"/>
            </a:lvl2pPr>
            <a:lvl3pPr marL="512763" indent="-111125">
              <a:defRPr sz="1100"/>
            </a:lvl3pPr>
            <a:lvl4pPr marL="798513" indent="-136525">
              <a:defRPr sz="1050"/>
            </a:lvl4pPr>
            <a:lvl5pPr marL="969963" indent="-114300"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4892064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C526E8-8996-1566-85F0-3205D3941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4754406-07DC-EC76-61D1-69E4FB8A4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92645" y="1172697"/>
            <a:ext cx="3617377" cy="4642930"/>
          </a:xfrm>
          <a:prstGeom prst="roundRect">
            <a:avLst>
              <a:gd name="adj" fmla="val 249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 noProof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8C6AE17-9429-096F-1E8F-B770375C4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292328" y="1172697"/>
            <a:ext cx="3617377" cy="4642930"/>
          </a:xfrm>
          <a:prstGeom prst="roundRect">
            <a:avLst>
              <a:gd name="adj" fmla="val 249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 noProof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43606F3-8101-01FF-A93D-3938D53D1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7992011" y="1172697"/>
            <a:ext cx="3617377" cy="4642930"/>
          </a:xfrm>
          <a:prstGeom prst="roundRect">
            <a:avLst>
              <a:gd name="adj" fmla="val 249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 noProof="0" err="1">
              <a:solidFill>
                <a:schemeClr val="tx1"/>
              </a:solidFill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E4F43F4-F96B-2B18-F162-4BF7D5034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016726" y="3796035"/>
            <a:ext cx="3567947" cy="0"/>
          </a:xfrm>
          <a:prstGeom prst="line">
            <a:avLst/>
          </a:prstGeom>
          <a:noFill/>
          <a:ln w="6350" cap="rnd" cmpd="sng" algn="ctr">
            <a:solidFill>
              <a:schemeClr val="tx2"/>
            </a:solidFill>
            <a:prstDash val="solid"/>
            <a:headEnd type="none" w="lg" len="med"/>
            <a:tailEnd type="none" w="lg" len="med"/>
          </a:ln>
          <a:effectLst/>
        </p:spPr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8DB73F7-C86B-8942-83F5-A5A5044BE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17360" y="3063878"/>
            <a:ext cx="3567947" cy="0"/>
          </a:xfrm>
          <a:prstGeom prst="line">
            <a:avLst/>
          </a:prstGeom>
          <a:ln w="6350" cap="rnd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5F806A0-3C32-58B1-7CDE-118770D63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4200" y="5908121"/>
            <a:ext cx="11038987" cy="461147"/>
          </a:xfrm>
          <a:prstGeom prst="roundRect">
            <a:avLst>
              <a:gd name="adj" fmla="val 20116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90500" dist="88900" dir="5400000" algn="t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noProof="0">
              <a:solidFill>
                <a:srgbClr val="FFFFFF"/>
              </a:solidFill>
              <a:cs typeface="Segoe UI" pitchFamily="34" charset="0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5E11882-CB08-356E-5B74-26B1248E3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4232483" y="5947410"/>
            <a:ext cx="0" cy="382570"/>
          </a:xfrm>
          <a:prstGeom prst="line">
            <a:avLst/>
          </a:prstGeom>
          <a:noFill/>
          <a:ln w="3175" cap="rnd" cmpd="sng" algn="ctr">
            <a:solidFill>
              <a:schemeClr val="bg1">
                <a:lumMod val="75000"/>
              </a:schemeClr>
            </a:solidFill>
            <a:prstDash val="solid"/>
            <a:headEnd type="none" w="lg" len="med"/>
            <a:tailEnd type="none" w="lg" len="med"/>
          </a:ln>
          <a:effectLst/>
        </p:spPr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63B8DCD-DE62-48E9-0A4B-BA3CD78E5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7961103" y="5947410"/>
            <a:ext cx="0" cy="382570"/>
          </a:xfrm>
          <a:prstGeom prst="line">
            <a:avLst/>
          </a:prstGeom>
          <a:noFill/>
          <a:ln w="3175" cap="rnd" cmpd="sng" algn="ctr">
            <a:solidFill>
              <a:schemeClr val="bg1">
                <a:lumMod val="75000"/>
              </a:schemeClr>
            </a:solidFill>
            <a:prstDash val="solid"/>
            <a:headEnd type="none" w="lg" len="med"/>
            <a:tailEnd type="none" w="lg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8F027FD-F521-DE87-CD2E-8041E9556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17360" y="5143879"/>
            <a:ext cx="3567947" cy="0"/>
          </a:xfrm>
          <a:prstGeom prst="line">
            <a:avLst/>
          </a:prstGeom>
          <a:ln w="6350" cap="rnd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 Placeholder 19">
            <a:extLst>
              <a:ext uri="{FF2B5EF4-FFF2-40B4-BE49-F238E27FC236}">
                <a16:creationId xmlns:a16="http://schemas.microsoft.com/office/drawing/2014/main" id="{181B8105-6CDF-D2DE-6AFA-A385BBC31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725424" y="6015584"/>
            <a:ext cx="3285498" cy="2462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B80E17-B469-ADBA-3E8B-42D7E7A8C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3" name="Text Placeholder 19">
            <a:extLst>
              <a:ext uri="{FF2B5EF4-FFF2-40B4-BE49-F238E27FC236}">
                <a16:creationId xmlns:a16="http://schemas.microsoft.com/office/drawing/2014/main" id="{8068FD61-0883-9F36-F1D7-B2A9A9FB1D7C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725424" y="1277306"/>
            <a:ext cx="3285498" cy="246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Content Placeholder 79">
            <a:extLst>
              <a:ext uri="{FF2B5EF4-FFF2-40B4-BE49-F238E27FC236}">
                <a16:creationId xmlns:a16="http://schemas.microsoft.com/office/drawing/2014/main" id="{6628A398-DC5A-1A70-4BEC-835B87517F3B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725424" y="1841262"/>
            <a:ext cx="3285498" cy="1087722"/>
          </a:xfrm>
          <a:prstGeom prst="roundRect">
            <a:avLst>
              <a:gd name="adj" fmla="val 7500"/>
            </a:avLst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45720" anchor="t">
            <a:noAutofit/>
          </a:bodyPr>
          <a:lstStyle>
            <a:lvl1pPr marL="0" indent="0" algn="ctr">
              <a:buNone/>
              <a:defRPr sz="10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r>
              <a:rPr lang="en-US"/>
              <a:t>Master text</a:t>
            </a:r>
            <a:endParaRPr lang="en-IN"/>
          </a:p>
        </p:txBody>
      </p:sp>
      <p:sp>
        <p:nvSpPr>
          <p:cNvPr id="76" name="Text Placeholder 75">
            <a:extLst>
              <a:ext uri="{FF2B5EF4-FFF2-40B4-BE49-F238E27FC236}">
                <a16:creationId xmlns:a16="http://schemas.microsoft.com/office/drawing/2014/main" id="{A786D3A4-9022-6969-01DC-7F30FFFDDBF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5424" y="3201900"/>
            <a:ext cx="2816429" cy="246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171450" indent="-115888">
              <a:tabLst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19">
            <a:extLst>
              <a:ext uri="{FF2B5EF4-FFF2-40B4-BE49-F238E27FC236}">
                <a16:creationId xmlns:a16="http://schemas.microsoft.com/office/drawing/2014/main" id="{3981418A-A896-E8E4-2620-0B17CEB9636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25425" y="3520875"/>
            <a:ext cx="2816429" cy="184666"/>
          </a:xfrm>
          <a:prstGeom prst="rect">
            <a:avLst/>
          </a:prstGeom>
        </p:spPr>
        <p:txBody>
          <a:bodyPr/>
          <a:lstStyle>
            <a:lvl1pPr marL="173038" indent="-115888"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9">
            <a:extLst>
              <a:ext uri="{FF2B5EF4-FFF2-40B4-BE49-F238E27FC236}">
                <a16:creationId xmlns:a16="http://schemas.microsoft.com/office/drawing/2014/main" id="{6B5B20DC-6BE6-AC3F-7438-B3A00512F21E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725425" y="5265400"/>
            <a:ext cx="2816429" cy="246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9">
            <a:extLst>
              <a:ext uri="{FF2B5EF4-FFF2-40B4-BE49-F238E27FC236}">
                <a16:creationId xmlns:a16="http://schemas.microsoft.com/office/drawing/2014/main" id="{46082AB6-170E-8CF3-D9E4-F30B5BA7AD7E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4454044" y="1277306"/>
            <a:ext cx="3285498" cy="246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Content Placeholder 79">
            <a:extLst>
              <a:ext uri="{FF2B5EF4-FFF2-40B4-BE49-F238E27FC236}">
                <a16:creationId xmlns:a16="http://schemas.microsoft.com/office/drawing/2014/main" id="{FBF4AE9F-1D31-284D-41A0-D620B510A44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23665" y="2159230"/>
            <a:ext cx="1463150" cy="3007946"/>
          </a:xfrm>
          <a:prstGeom prst="roundRect">
            <a:avLst>
              <a:gd name="adj" fmla="val 7500"/>
            </a:avLst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731520">
            <a:noAutofit/>
          </a:bodyPr>
          <a:lstStyle>
            <a:lvl1pPr marL="0" indent="0" algn="ctr">
              <a:buNone/>
              <a:defRPr sz="105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0" name="Content Placeholder 79">
            <a:extLst>
              <a:ext uri="{FF2B5EF4-FFF2-40B4-BE49-F238E27FC236}">
                <a16:creationId xmlns:a16="http://schemas.microsoft.com/office/drawing/2014/main" id="{8066C20F-A2B5-7765-B4EE-49AB73AD9F7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181334" y="2159231"/>
            <a:ext cx="1497492" cy="916131"/>
          </a:xfrm>
          <a:prstGeom prst="roundRect">
            <a:avLst>
              <a:gd name="adj" fmla="val 7500"/>
            </a:avLst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t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1" name="Content Placeholder 79">
            <a:extLst>
              <a:ext uri="{FF2B5EF4-FFF2-40B4-BE49-F238E27FC236}">
                <a16:creationId xmlns:a16="http://schemas.microsoft.com/office/drawing/2014/main" id="{72743848-925A-61E9-5F3F-5CE62F34ED0F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181334" y="3205137"/>
            <a:ext cx="1497492" cy="916131"/>
          </a:xfrm>
          <a:prstGeom prst="roundRect">
            <a:avLst>
              <a:gd name="adj" fmla="val 7500"/>
            </a:avLst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t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2" name="Content Placeholder 79">
            <a:extLst>
              <a:ext uri="{FF2B5EF4-FFF2-40B4-BE49-F238E27FC236}">
                <a16:creationId xmlns:a16="http://schemas.microsoft.com/office/drawing/2014/main" id="{AC32087E-8C90-75D8-CA68-ED71700F51A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181334" y="4251045"/>
            <a:ext cx="1497492" cy="916131"/>
          </a:xfrm>
          <a:prstGeom prst="roundRect">
            <a:avLst>
              <a:gd name="adj" fmla="val 7500"/>
            </a:avLst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t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4" name="Content Placeholder 79">
            <a:extLst>
              <a:ext uri="{FF2B5EF4-FFF2-40B4-BE49-F238E27FC236}">
                <a16:creationId xmlns:a16="http://schemas.microsoft.com/office/drawing/2014/main" id="{02F6F7BD-F793-FAD7-2A16-AF45BD54710E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523665" y="5310485"/>
            <a:ext cx="1497492" cy="352592"/>
          </a:xfrm>
          <a:prstGeom prst="roundRect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t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3" name="Content Placeholder 79">
            <a:extLst>
              <a:ext uri="{FF2B5EF4-FFF2-40B4-BE49-F238E27FC236}">
                <a16:creationId xmlns:a16="http://schemas.microsoft.com/office/drawing/2014/main" id="{369946CB-0637-4CF3-F149-CF7F63E4E2D0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81334" y="5310485"/>
            <a:ext cx="1497492" cy="352592"/>
          </a:xfrm>
          <a:prstGeom prst="roundRect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t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72" name="Text Placeholder 19">
            <a:extLst>
              <a:ext uri="{FF2B5EF4-FFF2-40B4-BE49-F238E27FC236}">
                <a16:creationId xmlns:a16="http://schemas.microsoft.com/office/drawing/2014/main" id="{EF6919F7-07CE-C436-CB9A-42FAAE9B817C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4454044" y="6015584"/>
            <a:ext cx="3285498" cy="2462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9">
            <a:extLst>
              <a:ext uri="{FF2B5EF4-FFF2-40B4-BE49-F238E27FC236}">
                <a16:creationId xmlns:a16="http://schemas.microsoft.com/office/drawing/2014/main" id="{903A10FE-A006-7ED4-252B-244DC9C4CF8E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8157950" y="1277306"/>
            <a:ext cx="3285498" cy="246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" name="Content Placeholder 79">
            <a:extLst>
              <a:ext uri="{FF2B5EF4-FFF2-40B4-BE49-F238E27FC236}">
                <a16:creationId xmlns:a16="http://schemas.microsoft.com/office/drawing/2014/main" id="{CCF1C177-A37E-50D5-EEAC-02CEAD2156FC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157950" y="1628136"/>
            <a:ext cx="3285498" cy="1988193"/>
          </a:xfrm>
          <a:prstGeom prst="roundRect">
            <a:avLst>
              <a:gd name="adj" fmla="val 7500"/>
            </a:avLst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ctr">
            <a:noAutofit/>
          </a:bodyPr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69" name="Text Placeholder 19">
            <a:extLst>
              <a:ext uri="{FF2B5EF4-FFF2-40B4-BE49-F238E27FC236}">
                <a16:creationId xmlns:a16="http://schemas.microsoft.com/office/drawing/2014/main" id="{734EE56D-7C57-A9ED-4EEC-C18D8EAFCEB7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8157950" y="3930021"/>
            <a:ext cx="3285498" cy="246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19">
            <a:extLst>
              <a:ext uri="{FF2B5EF4-FFF2-40B4-BE49-F238E27FC236}">
                <a16:creationId xmlns:a16="http://schemas.microsoft.com/office/drawing/2014/main" id="{58A65D1C-52B7-197B-2FC4-43449ABFCABD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8157950" y="4246880"/>
            <a:ext cx="3285498" cy="6428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5" name="Content Placeholder 79">
            <a:extLst>
              <a:ext uri="{FF2B5EF4-FFF2-40B4-BE49-F238E27FC236}">
                <a16:creationId xmlns:a16="http://schemas.microsoft.com/office/drawing/2014/main" id="{9503EABA-20B8-6893-82CD-1962B3CC6E14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8157950" y="5006081"/>
            <a:ext cx="740664" cy="656996"/>
          </a:xfrm>
          <a:prstGeom prst="roundRect">
            <a:avLst>
              <a:gd name="adj" fmla="val 7500"/>
            </a:avLst>
          </a:prstGeom>
          <a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t">
            <a:no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6" name="Content Placeholder 79">
            <a:extLst>
              <a:ext uri="{FF2B5EF4-FFF2-40B4-BE49-F238E27FC236}">
                <a16:creationId xmlns:a16="http://schemas.microsoft.com/office/drawing/2014/main" id="{1CABCBCD-9387-E209-85CA-937B674F8FC4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9006228" y="5006081"/>
            <a:ext cx="740664" cy="656996"/>
          </a:xfrm>
          <a:prstGeom prst="roundRect">
            <a:avLst>
              <a:gd name="adj" fmla="val 7500"/>
            </a:avLst>
          </a:prstGeom>
          <a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t">
            <a:no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7" name="Content Placeholder 79">
            <a:extLst>
              <a:ext uri="{FF2B5EF4-FFF2-40B4-BE49-F238E27FC236}">
                <a16:creationId xmlns:a16="http://schemas.microsoft.com/office/drawing/2014/main" id="{10E00F9F-0569-9CBD-F3AC-54BBEBA42B4D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854506" y="5006081"/>
            <a:ext cx="740664" cy="656996"/>
          </a:xfrm>
          <a:prstGeom prst="roundRect">
            <a:avLst>
              <a:gd name="adj" fmla="val 7500"/>
            </a:avLst>
          </a:prstGeom>
          <a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t">
            <a:no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8" name="Content Placeholder 79">
            <a:extLst>
              <a:ext uri="{FF2B5EF4-FFF2-40B4-BE49-F238E27FC236}">
                <a16:creationId xmlns:a16="http://schemas.microsoft.com/office/drawing/2014/main" id="{DF233606-C006-5D80-AAB4-16F601FEF40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10702784" y="5006081"/>
            <a:ext cx="740664" cy="656996"/>
          </a:xfrm>
          <a:prstGeom prst="roundRect">
            <a:avLst>
              <a:gd name="adj" fmla="val 7500"/>
            </a:avLst>
          </a:prstGeom>
          <a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t">
            <a:no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73" name="Text Placeholder 19">
            <a:extLst>
              <a:ext uri="{FF2B5EF4-FFF2-40B4-BE49-F238E27FC236}">
                <a16:creationId xmlns:a16="http://schemas.microsoft.com/office/drawing/2014/main" id="{6EA99964-67CF-9C1F-2BFD-7F45BC1262A0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8182665" y="6015584"/>
            <a:ext cx="3285498" cy="2462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71848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888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EF7D99-A1F6-29D8-E0DB-9FC16B3C0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4754406-07DC-EC76-61D1-69E4FB8A4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17359" y="1172697"/>
            <a:ext cx="5399675" cy="2256303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 noProof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E01A25E-672E-08FB-5D32-A094ED816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209713" y="1172697"/>
            <a:ext cx="5399675" cy="2256303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 noProof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7575C7-5E7C-A729-6772-2DDF9871E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34FB5524-DE65-9820-D5BE-322C75C17DD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75089" y="1172697"/>
            <a:ext cx="5284215" cy="605294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spcBef>
                <a:spcPts val="100"/>
              </a:spcBef>
              <a:spcAft>
                <a:spcPts val="300"/>
              </a:spcAft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 marL="288925" indent="-174625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9E3CB33B-AA91-CDC6-081C-F0985DBF6AA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67443" y="1172697"/>
            <a:ext cx="5284215" cy="605294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spcBef>
                <a:spcPts val="100"/>
              </a:spcBef>
              <a:spcAft>
                <a:spcPts val="300"/>
              </a:spcAft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 marL="288925" indent="-174625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1" name="Content Placeholder 79">
            <a:extLst>
              <a:ext uri="{FF2B5EF4-FFF2-40B4-BE49-F238E27FC236}">
                <a16:creationId xmlns:a16="http://schemas.microsoft.com/office/drawing/2014/main" id="{6628A398-DC5A-1A70-4BEC-835B87517F3B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17359" y="3649695"/>
            <a:ext cx="2603499" cy="1240994"/>
          </a:xfrm>
          <a:prstGeom prst="roundRect">
            <a:avLst>
              <a:gd name="adj" fmla="val 7500"/>
            </a:avLst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ctr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80" name="Content Placeholder 79">
            <a:extLst>
              <a:ext uri="{FF2B5EF4-FFF2-40B4-BE49-F238E27FC236}">
                <a16:creationId xmlns:a16="http://schemas.microsoft.com/office/drawing/2014/main" id="{FBF4AE9F-1D31-284D-41A0-D620B510A44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413536" y="3649695"/>
            <a:ext cx="2603499" cy="1240994"/>
          </a:xfrm>
          <a:prstGeom prst="roundRect">
            <a:avLst>
              <a:gd name="adj" fmla="val 7500"/>
            </a:avLst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0" name="Content Placeholder 79">
            <a:extLst>
              <a:ext uri="{FF2B5EF4-FFF2-40B4-BE49-F238E27FC236}">
                <a16:creationId xmlns:a16="http://schemas.microsoft.com/office/drawing/2014/main" id="{8066C20F-A2B5-7765-B4EE-49AB73AD9F7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09713" y="3649695"/>
            <a:ext cx="2603499" cy="1240994"/>
          </a:xfrm>
          <a:prstGeom prst="roundRect">
            <a:avLst>
              <a:gd name="adj" fmla="val 7500"/>
            </a:avLst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1" name="Content Placeholder 79">
            <a:extLst>
              <a:ext uri="{FF2B5EF4-FFF2-40B4-BE49-F238E27FC236}">
                <a16:creationId xmlns:a16="http://schemas.microsoft.com/office/drawing/2014/main" id="{72743848-925A-61E9-5F3F-5CE62F34ED0F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9005889" y="3649695"/>
            <a:ext cx="2603499" cy="1240994"/>
          </a:xfrm>
          <a:prstGeom prst="roundRect">
            <a:avLst>
              <a:gd name="adj" fmla="val 7500"/>
            </a:avLst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2" name="Content Placeholder 79">
            <a:extLst>
              <a:ext uri="{FF2B5EF4-FFF2-40B4-BE49-F238E27FC236}">
                <a16:creationId xmlns:a16="http://schemas.microsoft.com/office/drawing/2014/main" id="{AC32087E-8C90-75D8-CA68-ED71700F51A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17359" y="5028044"/>
            <a:ext cx="2603499" cy="1240994"/>
          </a:xfrm>
          <a:prstGeom prst="roundRect">
            <a:avLst>
              <a:gd name="adj" fmla="val 7500"/>
            </a:avLst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25" name="Content Placeholder 79">
            <a:extLst>
              <a:ext uri="{FF2B5EF4-FFF2-40B4-BE49-F238E27FC236}">
                <a16:creationId xmlns:a16="http://schemas.microsoft.com/office/drawing/2014/main" id="{9E31A79D-E0C5-ECEA-CC2F-5CD5DF08B11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3413536" y="5028044"/>
            <a:ext cx="2603499" cy="1240994"/>
          </a:xfrm>
          <a:prstGeom prst="roundRect">
            <a:avLst>
              <a:gd name="adj" fmla="val 7500"/>
            </a:avLst>
          </a:prstGeom>
          <a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26" name="Content Placeholder 79">
            <a:extLst>
              <a:ext uri="{FF2B5EF4-FFF2-40B4-BE49-F238E27FC236}">
                <a16:creationId xmlns:a16="http://schemas.microsoft.com/office/drawing/2014/main" id="{EF55A55C-C2D6-DC96-2F00-AA3C38F3B43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209713" y="5028044"/>
            <a:ext cx="2603499" cy="1240994"/>
          </a:xfrm>
          <a:prstGeom prst="roundRect">
            <a:avLst>
              <a:gd name="adj" fmla="val 7500"/>
            </a:avLst>
          </a:prstGeom>
          <a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27" name="Content Placeholder 79">
            <a:extLst>
              <a:ext uri="{FF2B5EF4-FFF2-40B4-BE49-F238E27FC236}">
                <a16:creationId xmlns:a16="http://schemas.microsoft.com/office/drawing/2014/main" id="{8E6E0B4F-45D8-FAB8-720E-B70080603E59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005889" y="5028044"/>
            <a:ext cx="2603499" cy="1240994"/>
          </a:xfrm>
          <a:prstGeom prst="roundRect">
            <a:avLst>
              <a:gd name="adj" fmla="val 7500"/>
            </a:avLst>
          </a:prstGeom>
          <a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946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1" orient="horz" pos="912">
          <p15:clr>
            <a:srgbClr val="5ACBF0"/>
          </p15:clr>
        </p15:guide>
        <p15:guide id="32" orient="horz" pos="1272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>
            <a:extLst>
              <a:ext uri="{FF2B5EF4-FFF2-40B4-BE49-F238E27FC236}">
                <a16:creationId xmlns:a16="http://schemas.microsoft.com/office/drawing/2014/main" id="{D4BAF02A-CE4A-820B-64DB-76E80D87F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F0ADA5A-6B3D-AA2A-A0E1-5D1567FFA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17359" y="1172697"/>
            <a:ext cx="5399675" cy="2256303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 noProof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E961BE-9BB7-C156-3839-2F8A22687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209713" y="1172697"/>
            <a:ext cx="5399675" cy="2256303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 noProof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63F01-2632-DBB4-8CD0-D26E50C7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34FB5524-DE65-9820-D5BE-322C75C17DD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75089" y="1172697"/>
            <a:ext cx="5284215" cy="605294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spcBef>
                <a:spcPts val="100"/>
              </a:spcBef>
              <a:spcAft>
                <a:spcPts val="300"/>
              </a:spcAft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 marL="288925" indent="-174625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9E3CB33B-AA91-CDC6-081C-F0985DBF6AA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67443" y="1172697"/>
            <a:ext cx="5284215" cy="605294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spcBef>
                <a:spcPts val="100"/>
              </a:spcBef>
              <a:spcAft>
                <a:spcPts val="300"/>
              </a:spcAft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 marL="288925" indent="-174625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1" name="Content Placeholder 79">
            <a:extLst>
              <a:ext uri="{FF2B5EF4-FFF2-40B4-BE49-F238E27FC236}">
                <a16:creationId xmlns:a16="http://schemas.microsoft.com/office/drawing/2014/main" id="{6628A398-DC5A-1A70-4BEC-835B87517F3B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17359" y="3649663"/>
            <a:ext cx="2289208" cy="2619375"/>
          </a:xfrm>
          <a:prstGeom prst="roundRect">
            <a:avLst>
              <a:gd name="adj" fmla="val 4005"/>
            </a:avLst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none" tIns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80" name="Content Placeholder 79">
            <a:extLst>
              <a:ext uri="{FF2B5EF4-FFF2-40B4-BE49-F238E27FC236}">
                <a16:creationId xmlns:a16="http://schemas.microsoft.com/office/drawing/2014/main" id="{FBF4AE9F-1D31-284D-41A0-D620B510A44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2963215" y="3649663"/>
            <a:ext cx="2395436" cy="1318577"/>
          </a:xfrm>
          <a:prstGeom prst="roundRect">
            <a:avLst>
              <a:gd name="adj" fmla="val 7500"/>
            </a:avLst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none" tIns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2" name="Content Placeholder 79">
            <a:extLst>
              <a:ext uri="{FF2B5EF4-FFF2-40B4-BE49-F238E27FC236}">
                <a16:creationId xmlns:a16="http://schemas.microsoft.com/office/drawing/2014/main" id="{AC32087E-8C90-75D8-CA68-ED71700F51A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963215" y="5050762"/>
            <a:ext cx="1723353" cy="1218277"/>
          </a:xfrm>
          <a:prstGeom prst="roundRect">
            <a:avLst>
              <a:gd name="adj" fmla="val 7500"/>
            </a:avLst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none" t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0" name="Content Placeholder 79">
            <a:extLst>
              <a:ext uri="{FF2B5EF4-FFF2-40B4-BE49-F238E27FC236}">
                <a16:creationId xmlns:a16="http://schemas.microsoft.com/office/drawing/2014/main" id="{8066C20F-A2B5-7765-B4EE-49AB73AD9F7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415299" y="3649663"/>
            <a:ext cx="2395436" cy="1318577"/>
          </a:xfrm>
          <a:prstGeom prst="roundRect">
            <a:avLst>
              <a:gd name="adj" fmla="val 7500"/>
            </a:avLst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none" tIns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25" name="Content Placeholder 79">
            <a:extLst>
              <a:ext uri="{FF2B5EF4-FFF2-40B4-BE49-F238E27FC236}">
                <a16:creationId xmlns:a16="http://schemas.microsoft.com/office/drawing/2014/main" id="{9E31A79D-E0C5-ECEA-CC2F-5CD5DF08B11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59470" y="5050762"/>
            <a:ext cx="2661059" cy="1218276"/>
          </a:xfrm>
          <a:prstGeom prst="roundRect">
            <a:avLst>
              <a:gd name="adj" fmla="val 7500"/>
            </a:avLst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none" tIns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1" name="Content Placeholder 79">
            <a:extLst>
              <a:ext uri="{FF2B5EF4-FFF2-40B4-BE49-F238E27FC236}">
                <a16:creationId xmlns:a16="http://schemas.microsoft.com/office/drawing/2014/main" id="{72743848-925A-61E9-5F3F-5CE62F34ED0F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867383" y="3649663"/>
            <a:ext cx="2257937" cy="1318577"/>
          </a:xfrm>
          <a:prstGeom prst="roundRect">
            <a:avLst>
              <a:gd name="adj" fmla="val 7500"/>
            </a:avLst>
          </a:prstGeom>
          <a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none" tIns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26" name="Content Placeholder 79">
            <a:extLst>
              <a:ext uri="{FF2B5EF4-FFF2-40B4-BE49-F238E27FC236}">
                <a16:creationId xmlns:a16="http://schemas.microsoft.com/office/drawing/2014/main" id="{EF55A55C-C2D6-DC96-2F00-AA3C38F3B43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7493431" y="5050762"/>
            <a:ext cx="2631889" cy="1218276"/>
          </a:xfrm>
          <a:prstGeom prst="roundRect">
            <a:avLst>
              <a:gd name="adj" fmla="val 7500"/>
            </a:avLst>
          </a:prstGeom>
          <a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none" t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27" name="Content Placeholder 79">
            <a:extLst>
              <a:ext uri="{FF2B5EF4-FFF2-40B4-BE49-F238E27FC236}">
                <a16:creationId xmlns:a16="http://schemas.microsoft.com/office/drawing/2014/main" id="{8E6E0B4F-45D8-FAB8-720E-B70080603E59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10181968" y="3649663"/>
            <a:ext cx="1420812" cy="2619375"/>
          </a:xfrm>
          <a:prstGeom prst="roundRect">
            <a:avLst>
              <a:gd name="adj" fmla="val 5891"/>
            </a:avLst>
          </a:prstGeom>
          <a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none" lIns="0" t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0574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1" orient="horz" pos="912">
          <p15:clr>
            <a:srgbClr val="5ACBF0"/>
          </p15:clr>
        </p15:guide>
        <p15:guide id="32" orient="horz" pos="1272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62E472F-0EC2-C14A-3BFF-FEAA7E50C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F8F9E11-9FFE-8DED-8300-7CEBEBC6E9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218613" y="1458034"/>
            <a:ext cx="2390775" cy="1545219"/>
          </a:xfrm>
          <a:prstGeom prst="roundRect">
            <a:avLst>
              <a:gd name="adj" fmla="val 750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r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5685F1A3-7033-0357-7B06-541F7248BF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218613" y="3088169"/>
            <a:ext cx="2390775" cy="1545219"/>
          </a:xfrm>
          <a:prstGeom prst="roundRect">
            <a:avLst>
              <a:gd name="adj" fmla="val 750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r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id="{1601EB92-705B-1E07-ABB2-6A81E38CA58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218613" y="4718304"/>
            <a:ext cx="2390775" cy="1545219"/>
          </a:xfrm>
          <a:prstGeom prst="roundRect">
            <a:avLst>
              <a:gd name="adj" fmla="val 750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r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29493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1" orient="horz" pos="912">
          <p15:clr>
            <a:srgbClr val="5ACBF0"/>
          </p15:clr>
        </p15:guide>
        <p15:guide id="32" orient="horz" pos="1272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B740E8C-8AE5-1EAB-1B31-8B2C2E395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015405-CC0A-A610-6702-C8C57D162D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18613" y="1749233"/>
            <a:ext cx="2390775" cy="27699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800"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id="{1601EB92-705B-1E07-ABB2-6A81E38CA58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218613" y="2212848"/>
            <a:ext cx="2390775" cy="4050675"/>
          </a:xfrm>
          <a:prstGeom prst="roundRect">
            <a:avLst>
              <a:gd name="adj" fmla="val 583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914400" rIns="0" bIns="0">
            <a:noAutofit/>
          </a:bodyPr>
          <a:lstStyle>
            <a:lvl1pPr marL="0" indent="0" algn="ctr">
              <a:buNone/>
              <a:defRPr sz="180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408890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1" orient="horz" pos="912">
          <p15:clr>
            <a:srgbClr val="5ACBF0"/>
          </p15:clr>
        </p15:guide>
        <p15:guide id="32" orient="horz" pos="1272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erso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3B13D8-53E2-A4C9-249D-31529B2601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0" r="60"/>
          <a:stretch/>
        </p:blipFill>
        <p:spPr>
          <a:xfrm>
            <a:off x="2" y="0"/>
            <a:ext cx="11908766" cy="1777452"/>
          </a:xfrm>
          <a:custGeom>
            <a:avLst/>
            <a:gdLst>
              <a:gd name="csX0" fmla="*/ 0 w 11898312"/>
              <a:gd name="csY0" fmla="*/ 0 h 1777452"/>
              <a:gd name="csX1" fmla="*/ 11898312 w 11898312"/>
              <a:gd name="csY1" fmla="*/ 0 h 1777452"/>
              <a:gd name="csX2" fmla="*/ 11898312 w 11898312"/>
              <a:gd name="csY2" fmla="*/ 1484985 h 1777452"/>
              <a:gd name="csX3" fmla="*/ 11605845 w 11898312"/>
              <a:gd name="csY3" fmla="*/ 1777452 h 1777452"/>
              <a:gd name="csX4" fmla="*/ 0 w 11898312"/>
              <a:gd name="csY4" fmla="*/ 1777452 h 17774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898312" h="1777452">
                <a:moveTo>
                  <a:pt x="0" y="0"/>
                </a:moveTo>
                <a:lnTo>
                  <a:pt x="11898312" y="0"/>
                </a:lnTo>
                <a:lnTo>
                  <a:pt x="11898312" y="1484985"/>
                </a:lnTo>
                <a:cubicBezTo>
                  <a:pt x="11898312" y="1646510"/>
                  <a:pt x="11767370" y="1777452"/>
                  <a:pt x="11605845" y="1777452"/>
                </a:cubicBezTo>
                <a:lnTo>
                  <a:pt x="0" y="1777452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C4BBD5-FA5B-FB43-42C1-893D98CB10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-878115"/>
            <a:ext cx="1101852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Profile slide</a:t>
            </a:r>
          </a:p>
        </p:txBody>
      </p:sp>
    </p:spTree>
    <p:extLst>
      <p:ext uri="{BB962C8B-B14F-4D97-AF65-F5344CB8AC3E}">
        <p14:creationId xmlns:p14="http://schemas.microsoft.com/office/powerpoint/2010/main" val="10859402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2160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144">
          <p15:clr>
            <a:srgbClr val="A4A3A4"/>
          </p15:clr>
        </p15:guide>
        <p15:guide id="32" pos="3348">
          <p15:clr>
            <a:srgbClr val="A4A3A4"/>
          </p15:clr>
        </p15:guide>
        <p15:guide id="33" pos="3754">
          <p15:clr>
            <a:srgbClr val="A4A3A4"/>
          </p15:clr>
        </p15:guide>
        <p15:guide id="34" pos="3931">
          <p15:clr>
            <a:srgbClr val="A4A3A4"/>
          </p15:clr>
        </p15:guide>
        <p15:guide id="35" pos="4342">
          <p15:clr>
            <a:srgbClr val="A4A3A4"/>
          </p15:clr>
        </p15:guide>
        <p15:guide id="36" pos="4512">
          <p15:clr>
            <a:srgbClr val="A4A3A4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reer Ro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815EB-70EA-858E-B88E-8215B788F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IN" dirty="0">
                <a:solidFill>
                  <a:schemeClr val="bg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09129D-B750-717A-A29C-A50047EF9C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27" b="127"/>
          <a:stretch/>
        </p:blipFill>
        <p:spPr>
          <a:xfrm>
            <a:off x="0" y="0"/>
            <a:ext cx="12190730" cy="1106549"/>
          </a:xfrm>
          <a:prstGeom prst="rect">
            <a:avLst/>
          </a:prstGeom>
        </p:spPr>
      </p:pic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02AB49A3-4478-9D85-ADF1-344CEA5E5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097499"/>
            <a:ext cx="12195232" cy="4056497"/>
          </a:xfrm>
          <a:custGeom>
            <a:avLst/>
            <a:gdLst>
              <a:gd name="connsiteX0" fmla="*/ 0 w 12195232"/>
              <a:gd name="connsiteY0" fmla="*/ 677865 h 4056497"/>
              <a:gd name="connsiteX1" fmla="*/ 0 w 12195232"/>
              <a:gd name="connsiteY1" fmla="*/ 121920 h 4056497"/>
              <a:gd name="connsiteX2" fmla="*/ 1412229 w 12195232"/>
              <a:gd name="connsiteY2" fmla="*/ 121920 h 4056497"/>
              <a:gd name="connsiteX3" fmla="*/ 2360439 w 12195232"/>
              <a:gd name="connsiteY3" fmla="*/ 514572 h 4056497"/>
              <a:gd name="connsiteX4" fmla="*/ 2367032 w 12195232"/>
              <a:gd name="connsiteY4" fmla="*/ 521295 h 4056497"/>
              <a:gd name="connsiteX5" fmla="*/ 2753349 w 12195232"/>
              <a:gd name="connsiteY5" fmla="*/ 1481528 h 4056497"/>
              <a:gd name="connsiteX6" fmla="*/ 2912634 w 12195232"/>
              <a:gd name="connsiteY6" fmla="*/ 1877413 h 4056497"/>
              <a:gd name="connsiteX7" fmla="*/ 2915349 w 12195232"/>
              <a:gd name="connsiteY7" fmla="*/ 1880128 h 4056497"/>
              <a:gd name="connsiteX8" fmla="*/ 3306191 w 12195232"/>
              <a:gd name="connsiteY8" fmla="*/ 2041998 h 4056497"/>
              <a:gd name="connsiteX9" fmla="*/ 3859033 w 12195232"/>
              <a:gd name="connsiteY9" fmla="*/ 1500534 h 4056497"/>
              <a:gd name="connsiteX10" fmla="*/ 3868342 w 12195232"/>
              <a:gd name="connsiteY10" fmla="*/ 1052029 h 4056497"/>
              <a:gd name="connsiteX11" fmla="*/ 4923474 w 12195232"/>
              <a:gd name="connsiteY11" fmla="*/ 0 h 4056497"/>
              <a:gd name="connsiteX12" fmla="*/ 5674516 w 12195232"/>
              <a:gd name="connsiteY12" fmla="*/ 313915 h 4056497"/>
              <a:gd name="connsiteX13" fmla="*/ 5978606 w 12195232"/>
              <a:gd name="connsiteY13" fmla="*/ 1068836 h 4056497"/>
              <a:gd name="connsiteX14" fmla="*/ 5956885 w 12195232"/>
              <a:gd name="connsiteY14" fmla="*/ 2758650 h 4056497"/>
              <a:gd name="connsiteX15" fmla="*/ 6673924 w 12195232"/>
              <a:gd name="connsiteY15" fmla="*/ 3499867 h 4056497"/>
              <a:gd name="connsiteX16" fmla="*/ 6700299 w 12195232"/>
              <a:gd name="connsiteY16" fmla="*/ 3500384 h 4056497"/>
              <a:gd name="connsiteX17" fmla="*/ 7255468 w 12195232"/>
              <a:gd name="connsiteY17" fmla="*/ 3281367 h 4056497"/>
              <a:gd name="connsiteX18" fmla="*/ 7483406 w 12195232"/>
              <a:gd name="connsiteY18" fmla="*/ 2737446 h 4056497"/>
              <a:gd name="connsiteX19" fmla="*/ 7482889 w 12195232"/>
              <a:gd name="connsiteY19" fmla="*/ 2235674 h 4056497"/>
              <a:gd name="connsiteX20" fmla="*/ 7794606 w 12195232"/>
              <a:gd name="connsiteY20" fmla="*/ 1481658 h 4056497"/>
              <a:gd name="connsiteX21" fmla="*/ 8548234 w 12195232"/>
              <a:gd name="connsiteY21" fmla="*/ 1169294 h 4056497"/>
              <a:gd name="connsiteX22" fmla="*/ 8593098 w 12195232"/>
              <a:gd name="connsiteY22" fmla="*/ 1169294 h 4056497"/>
              <a:gd name="connsiteX23" fmla="*/ 9349441 w 12195232"/>
              <a:gd name="connsiteY23" fmla="*/ 1479072 h 4056497"/>
              <a:gd name="connsiteX24" fmla="*/ 9352156 w 12195232"/>
              <a:gd name="connsiteY24" fmla="*/ 1481787 h 4056497"/>
              <a:gd name="connsiteX25" fmla="*/ 9661417 w 12195232"/>
              <a:gd name="connsiteY25" fmla="*/ 2229468 h 4056497"/>
              <a:gd name="connsiteX26" fmla="*/ 9661417 w 12195232"/>
              <a:gd name="connsiteY26" fmla="*/ 2257524 h 4056497"/>
              <a:gd name="connsiteX27" fmla="*/ 9899180 w 12195232"/>
              <a:gd name="connsiteY27" fmla="*/ 2832474 h 4056497"/>
              <a:gd name="connsiteX28" fmla="*/ 9899438 w 12195232"/>
              <a:gd name="connsiteY28" fmla="*/ 2832733 h 4056497"/>
              <a:gd name="connsiteX29" fmla="*/ 10473872 w 12195232"/>
              <a:gd name="connsiteY29" fmla="*/ 3070755 h 4056497"/>
              <a:gd name="connsiteX30" fmla="*/ 12195232 w 12195232"/>
              <a:gd name="connsiteY30" fmla="*/ 3070755 h 4056497"/>
              <a:gd name="connsiteX31" fmla="*/ 12195232 w 12195232"/>
              <a:gd name="connsiteY31" fmla="*/ 3626700 h 4056497"/>
              <a:gd name="connsiteX32" fmla="*/ 10473872 w 12195232"/>
              <a:gd name="connsiteY32" fmla="*/ 3626700 h 4056497"/>
              <a:gd name="connsiteX33" fmla="*/ 9506269 w 12195232"/>
              <a:gd name="connsiteY33" fmla="*/ 3225902 h 4056497"/>
              <a:gd name="connsiteX34" fmla="*/ 9505881 w 12195232"/>
              <a:gd name="connsiteY34" fmla="*/ 3225514 h 4056497"/>
              <a:gd name="connsiteX35" fmla="*/ 9105343 w 12195232"/>
              <a:gd name="connsiteY35" fmla="*/ 2257395 h 4056497"/>
              <a:gd name="connsiteX36" fmla="*/ 9105343 w 12195232"/>
              <a:gd name="connsiteY36" fmla="*/ 2229339 h 4056497"/>
              <a:gd name="connsiteX37" fmla="*/ 8958987 w 12195232"/>
              <a:gd name="connsiteY37" fmla="*/ 1875086 h 4056497"/>
              <a:gd name="connsiteX38" fmla="*/ 8957694 w 12195232"/>
              <a:gd name="connsiteY38" fmla="*/ 1873793 h 4056497"/>
              <a:gd name="connsiteX39" fmla="*/ 8592968 w 12195232"/>
              <a:gd name="connsiteY39" fmla="*/ 1725368 h 4056497"/>
              <a:gd name="connsiteX40" fmla="*/ 8548104 w 12195232"/>
              <a:gd name="connsiteY40" fmla="*/ 1725368 h 4056497"/>
              <a:gd name="connsiteX41" fmla="*/ 8187775 w 12195232"/>
              <a:gd name="connsiteY41" fmla="*/ 1874698 h 4056497"/>
              <a:gd name="connsiteX42" fmla="*/ 8038704 w 12195232"/>
              <a:gd name="connsiteY42" fmla="*/ 2235157 h 4056497"/>
              <a:gd name="connsiteX43" fmla="*/ 8039221 w 12195232"/>
              <a:gd name="connsiteY43" fmla="*/ 2736929 h 4056497"/>
              <a:gd name="connsiteX44" fmla="*/ 7644630 w 12195232"/>
              <a:gd name="connsiteY44" fmla="*/ 3678286 h 4056497"/>
              <a:gd name="connsiteX45" fmla="*/ 6688792 w 12195232"/>
              <a:gd name="connsiteY45" fmla="*/ 4056199 h 4056497"/>
              <a:gd name="connsiteX46" fmla="*/ 6662418 w 12195232"/>
              <a:gd name="connsiteY46" fmla="*/ 4055682 h 4056497"/>
              <a:gd name="connsiteX47" fmla="*/ 5763080 w 12195232"/>
              <a:gd name="connsiteY47" fmla="*/ 3663418 h 4056497"/>
              <a:gd name="connsiteX48" fmla="*/ 5400940 w 12195232"/>
              <a:gd name="connsiteY48" fmla="*/ 2751539 h 4056497"/>
              <a:gd name="connsiteX49" fmla="*/ 5422661 w 12195232"/>
              <a:gd name="connsiteY49" fmla="*/ 1061596 h 4056497"/>
              <a:gd name="connsiteX50" fmla="*/ 5278890 w 12195232"/>
              <a:gd name="connsiteY50" fmla="*/ 704498 h 4056497"/>
              <a:gd name="connsiteX51" fmla="*/ 4923603 w 12195232"/>
              <a:gd name="connsiteY51" fmla="*/ 555945 h 4056497"/>
              <a:gd name="connsiteX52" fmla="*/ 4570643 w 12195232"/>
              <a:gd name="connsiteY52" fmla="*/ 702171 h 4056497"/>
              <a:gd name="connsiteX53" fmla="*/ 4424416 w 12195232"/>
              <a:gd name="connsiteY53" fmla="*/ 1055132 h 4056497"/>
              <a:gd name="connsiteX54" fmla="*/ 4424416 w 12195232"/>
              <a:gd name="connsiteY54" fmla="*/ 1060950 h 4056497"/>
              <a:gd name="connsiteX55" fmla="*/ 4414978 w 12195232"/>
              <a:gd name="connsiteY55" fmla="*/ 1512170 h 4056497"/>
              <a:gd name="connsiteX56" fmla="*/ 4082316 w 12195232"/>
              <a:gd name="connsiteY56" fmla="*/ 2281443 h 4056497"/>
              <a:gd name="connsiteX57" fmla="*/ 3306320 w 12195232"/>
              <a:gd name="connsiteY57" fmla="*/ 2598202 h 4056497"/>
              <a:gd name="connsiteX58" fmla="*/ 2522438 w 12195232"/>
              <a:gd name="connsiteY58" fmla="*/ 2273556 h 4056497"/>
              <a:gd name="connsiteX59" fmla="*/ 2517008 w 12195232"/>
              <a:gd name="connsiteY59" fmla="*/ 2267996 h 4056497"/>
              <a:gd name="connsiteX60" fmla="*/ 2197663 w 12195232"/>
              <a:gd name="connsiteY60" fmla="*/ 1474159 h 4056497"/>
              <a:gd name="connsiteX61" fmla="*/ 1971536 w 12195232"/>
              <a:gd name="connsiteY61" fmla="*/ 912008 h 4056497"/>
              <a:gd name="connsiteX62" fmla="*/ 1967657 w 12195232"/>
              <a:gd name="connsiteY62" fmla="*/ 908129 h 4056497"/>
              <a:gd name="connsiteX63" fmla="*/ 1412488 w 12195232"/>
              <a:gd name="connsiteY63" fmla="*/ 678253 h 4056497"/>
              <a:gd name="connsiteX64" fmla="*/ 0 w 12195232"/>
              <a:gd name="connsiteY64" fmla="*/ 678253 h 4056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2195232" h="4056497">
                <a:moveTo>
                  <a:pt x="0" y="677865"/>
                </a:moveTo>
                <a:lnTo>
                  <a:pt x="0" y="121920"/>
                </a:lnTo>
                <a:cubicBezTo>
                  <a:pt x="0" y="121920"/>
                  <a:pt x="1412229" y="121920"/>
                  <a:pt x="1412229" y="121920"/>
                </a:cubicBezTo>
                <a:cubicBezTo>
                  <a:pt x="1770749" y="121920"/>
                  <a:pt x="2107160" y="261294"/>
                  <a:pt x="2360439" y="514572"/>
                </a:cubicBezTo>
                <a:cubicBezTo>
                  <a:pt x="2362637" y="516770"/>
                  <a:pt x="2364834" y="518968"/>
                  <a:pt x="2367032" y="521295"/>
                </a:cubicBezTo>
                <a:cubicBezTo>
                  <a:pt x="2621086" y="778840"/>
                  <a:pt x="2758262" y="1119776"/>
                  <a:pt x="2753349" y="1481528"/>
                </a:cubicBezTo>
                <a:cubicBezTo>
                  <a:pt x="2751281" y="1630599"/>
                  <a:pt x="2807909" y="1771266"/>
                  <a:pt x="2912634" y="1877413"/>
                </a:cubicBezTo>
                <a:cubicBezTo>
                  <a:pt x="2913539" y="1878318"/>
                  <a:pt x="2914444" y="1879223"/>
                  <a:pt x="2915349" y="1880128"/>
                </a:cubicBezTo>
                <a:cubicBezTo>
                  <a:pt x="3019815" y="1984594"/>
                  <a:pt x="3158413" y="2041998"/>
                  <a:pt x="3306191" y="2041998"/>
                </a:cubicBezTo>
                <a:cubicBezTo>
                  <a:pt x="3604850" y="2041998"/>
                  <a:pt x="3852827" y="1799063"/>
                  <a:pt x="3859033" y="1500534"/>
                </a:cubicBezTo>
                <a:lnTo>
                  <a:pt x="3868342" y="1052029"/>
                </a:lnTo>
                <a:cubicBezTo>
                  <a:pt x="3870152" y="471648"/>
                  <a:pt x="4342706" y="0"/>
                  <a:pt x="4923474" y="0"/>
                </a:cubicBezTo>
                <a:cubicBezTo>
                  <a:pt x="5207911" y="0"/>
                  <a:pt x="5474376" y="111060"/>
                  <a:pt x="5674516" y="313915"/>
                </a:cubicBezTo>
                <a:cubicBezTo>
                  <a:pt x="5874269" y="516382"/>
                  <a:pt x="5982226" y="784399"/>
                  <a:pt x="5978606" y="1068836"/>
                </a:cubicBezTo>
                <a:cubicBezTo>
                  <a:pt x="5972012" y="1569187"/>
                  <a:pt x="5963737" y="2221452"/>
                  <a:pt x="5956885" y="2758650"/>
                </a:cubicBezTo>
                <a:cubicBezTo>
                  <a:pt x="5951713" y="3159189"/>
                  <a:pt x="6273385" y="3491592"/>
                  <a:pt x="6673924" y="3499867"/>
                </a:cubicBezTo>
                <a:lnTo>
                  <a:pt x="6700299" y="3500384"/>
                </a:lnTo>
                <a:cubicBezTo>
                  <a:pt x="6909878" y="3504650"/>
                  <a:pt x="7107044" y="3426947"/>
                  <a:pt x="7255468" y="3281367"/>
                </a:cubicBezTo>
                <a:cubicBezTo>
                  <a:pt x="7402729" y="3136951"/>
                  <a:pt x="7483665" y="2943793"/>
                  <a:pt x="7483406" y="2737446"/>
                </a:cubicBezTo>
                <a:lnTo>
                  <a:pt x="7482889" y="2235674"/>
                </a:lnTo>
                <a:cubicBezTo>
                  <a:pt x="7482630" y="1950849"/>
                  <a:pt x="7593302" y="1683091"/>
                  <a:pt x="7794606" y="1481658"/>
                </a:cubicBezTo>
                <a:cubicBezTo>
                  <a:pt x="7995910" y="1280225"/>
                  <a:pt x="8263539" y="1169294"/>
                  <a:pt x="8548234" y="1169294"/>
                </a:cubicBezTo>
                <a:lnTo>
                  <a:pt x="8593098" y="1169294"/>
                </a:lnTo>
                <a:cubicBezTo>
                  <a:pt x="8879603" y="1169294"/>
                  <a:pt x="9148267" y="1279320"/>
                  <a:pt x="9349441" y="1479072"/>
                </a:cubicBezTo>
                <a:cubicBezTo>
                  <a:pt x="9350346" y="1479977"/>
                  <a:pt x="9351251" y="1480882"/>
                  <a:pt x="9352156" y="1481787"/>
                </a:cubicBezTo>
                <a:cubicBezTo>
                  <a:pt x="9551779" y="1681410"/>
                  <a:pt x="9661546" y="1946712"/>
                  <a:pt x="9661417" y="2229468"/>
                </a:cubicBezTo>
                <a:lnTo>
                  <a:pt x="9661417" y="2257524"/>
                </a:lnTo>
                <a:cubicBezTo>
                  <a:pt x="9661287" y="2474730"/>
                  <a:pt x="9745713" y="2678878"/>
                  <a:pt x="9899180" y="2832474"/>
                </a:cubicBezTo>
                <a:lnTo>
                  <a:pt x="9899438" y="2832733"/>
                </a:lnTo>
                <a:cubicBezTo>
                  <a:pt x="10052905" y="2986200"/>
                  <a:pt x="10256924" y="3070755"/>
                  <a:pt x="10473872" y="3070755"/>
                </a:cubicBezTo>
                <a:lnTo>
                  <a:pt x="12195232" y="3070755"/>
                </a:lnTo>
                <a:cubicBezTo>
                  <a:pt x="12195232" y="3070755"/>
                  <a:pt x="12195232" y="3626700"/>
                  <a:pt x="12195232" y="3626700"/>
                </a:cubicBezTo>
                <a:lnTo>
                  <a:pt x="10473872" y="3626700"/>
                </a:lnTo>
                <a:cubicBezTo>
                  <a:pt x="10108371" y="3626700"/>
                  <a:pt x="9764719" y="3484352"/>
                  <a:pt x="9506269" y="3225902"/>
                </a:cubicBezTo>
                <a:lnTo>
                  <a:pt x="9505881" y="3225514"/>
                </a:lnTo>
                <a:cubicBezTo>
                  <a:pt x="9247432" y="2966806"/>
                  <a:pt x="9105213" y="2623025"/>
                  <a:pt x="9105343" y="2257395"/>
                </a:cubicBezTo>
                <a:lnTo>
                  <a:pt x="9105343" y="2229339"/>
                </a:lnTo>
                <a:cubicBezTo>
                  <a:pt x="9105343" y="2095266"/>
                  <a:pt x="9053497" y="1969596"/>
                  <a:pt x="8958987" y="1875086"/>
                </a:cubicBezTo>
                <a:cubicBezTo>
                  <a:pt x="8958599" y="1874698"/>
                  <a:pt x="8958082" y="1874181"/>
                  <a:pt x="8957694" y="1873793"/>
                </a:cubicBezTo>
                <a:cubicBezTo>
                  <a:pt x="8861373" y="1778118"/>
                  <a:pt x="8731825" y="1725368"/>
                  <a:pt x="8592968" y="1725368"/>
                </a:cubicBezTo>
                <a:lnTo>
                  <a:pt x="8548104" y="1725368"/>
                </a:lnTo>
                <a:cubicBezTo>
                  <a:pt x="8411963" y="1725368"/>
                  <a:pt x="8283966" y="1778377"/>
                  <a:pt x="8187775" y="1874698"/>
                </a:cubicBezTo>
                <a:cubicBezTo>
                  <a:pt x="8091583" y="1971018"/>
                  <a:pt x="8038575" y="2099015"/>
                  <a:pt x="8038704" y="2235157"/>
                </a:cubicBezTo>
                <a:lnTo>
                  <a:pt x="8039221" y="2736929"/>
                </a:lnTo>
                <a:cubicBezTo>
                  <a:pt x="8039610" y="3094027"/>
                  <a:pt x="7899459" y="3428370"/>
                  <a:pt x="7644630" y="3678286"/>
                </a:cubicBezTo>
                <a:cubicBezTo>
                  <a:pt x="7388507" y="3929366"/>
                  <a:pt x="7049122" y="4063698"/>
                  <a:pt x="6688792" y="4056199"/>
                </a:cubicBezTo>
                <a:lnTo>
                  <a:pt x="6662418" y="4055682"/>
                </a:lnTo>
                <a:cubicBezTo>
                  <a:pt x="6320318" y="4048700"/>
                  <a:pt x="6000972" y="3908939"/>
                  <a:pt x="5763080" y="3663418"/>
                </a:cubicBezTo>
                <a:cubicBezTo>
                  <a:pt x="5525187" y="3417509"/>
                  <a:pt x="5396544" y="3093639"/>
                  <a:pt x="5400940" y="2751539"/>
                </a:cubicBezTo>
                <a:cubicBezTo>
                  <a:pt x="5407792" y="2214341"/>
                  <a:pt x="5416196" y="1561946"/>
                  <a:pt x="5422661" y="1061596"/>
                </a:cubicBezTo>
                <a:cubicBezTo>
                  <a:pt x="5424471" y="927006"/>
                  <a:pt x="5373401" y="800173"/>
                  <a:pt x="5278890" y="704498"/>
                </a:cubicBezTo>
                <a:cubicBezTo>
                  <a:pt x="5184121" y="608954"/>
                  <a:pt x="5058194" y="555945"/>
                  <a:pt x="4923603" y="555945"/>
                </a:cubicBezTo>
                <a:cubicBezTo>
                  <a:pt x="4790306" y="555945"/>
                  <a:pt x="4664895" y="607919"/>
                  <a:pt x="4570643" y="702171"/>
                </a:cubicBezTo>
                <a:cubicBezTo>
                  <a:pt x="4476391" y="796423"/>
                  <a:pt x="4424416" y="921834"/>
                  <a:pt x="4424416" y="1055132"/>
                </a:cubicBezTo>
                <a:lnTo>
                  <a:pt x="4424416" y="1060950"/>
                </a:lnTo>
                <a:cubicBezTo>
                  <a:pt x="4424416" y="1060950"/>
                  <a:pt x="4414978" y="1512170"/>
                  <a:pt x="4414978" y="1512170"/>
                </a:cubicBezTo>
                <a:cubicBezTo>
                  <a:pt x="4408902" y="1803976"/>
                  <a:pt x="4290731" y="2077165"/>
                  <a:pt x="4082316" y="2281443"/>
                </a:cubicBezTo>
                <a:cubicBezTo>
                  <a:pt x="3873772" y="2485720"/>
                  <a:pt x="3598256" y="2598202"/>
                  <a:pt x="3306320" y="2598202"/>
                </a:cubicBezTo>
                <a:cubicBezTo>
                  <a:pt x="3009860" y="2598202"/>
                  <a:pt x="2731758" y="2483005"/>
                  <a:pt x="2522438" y="2273556"/>
                </a:cubicBezTo>
                <a:cubicBezTo>
                  <a:pt x="2520628" y="2271746"/>
                  <a:pt x="2518818" y="2269936"/>
                  <a:pt x="2517008" y="2267996"/>
                </a:cubicBezTo>
                <a:cubicBezTo>
                  <a:pt x="2307042" y="2055056"/>
                  <a:pt x="2193526" y="1773205"/>
                  <a:pt x="2197663" y="1474159"/>
                </a:cubicBezTo>
                <a:cubicBezTo>
                  <a:pt x="2200507" y="1262383"/>
                  <a:pt x="2120219" y="1062760"/>
                  <a:pt x="1971536" y="912008"/>
                </a:cubicBezTo>
                <a:cubicBezTo>
                  <a:pt x="1970243" y="910715"/>
                  <a:pt x="1968950" y="909422"/>
                  <a:pt x="1967657" y="908129"/>
                </a:cubicBezTo>
                <a:cubicBezTo>
                  <a:pt x="1819362" y="759834"/>
                  <a:pt x="1622454" y="678253"/>
                  <a:pt x="1412488" y="678253"/>
                </a:cubicBezTo>
                <a:lnTo>
                  <a:pt x="0" y="678253"/>
                </a:lnTo>
                <a:close/>
              </a:path>
            </a:pathLst>
          </a:custGeom>
          <a:gradFill>
            <a:gsLst>
              <a:gs pos="50000">
                <a:srgbClr val="298DB2"/>
              </a:gs>
              <a:gs pos="100000">
                <a:srgbClr val="298DB2"/>
              </a:gs>
              <a:gs pos="0">
                <a:schemeClr val="accent2"/>
              </a:gs>
            </a:gsLst>
            <a:path path="circle">
              <a:fillToRect l="100000" t="100000"/>
            </a:path>
          </a:gradFill>
          <a:ln w="10795" cap="flat" cmpd="sng" algn="ctr">
            <a:noFill/>
            <a:prstDash val="solid"/>
          </a:ln>
          <a:effectLst/>
        </p:spPr>
        <p:txBody>
          <a:bodyPr lIns="91440" tIns="45720" rIns="0" bIns="46708" rtlCol="0" anchor="ctr"/>
          <a:lstStyle/>
          <a:p>
            <a:pPr defTabSz="1090989">
              <a:spcAft>
                <a:spcPts val="613"/>
              </a:spcAft>
            </a:pPr>
            <a:endParaRPr lang="en-IN" sz="1400" kern="0">
              <a:solidFill>
                <a:schemeClr val="bg1">
                  <a:alpha val="99000"/>
                </a:schemeClr>
              </a:solidFill>
              <a:latin typeface="+mj-lt"/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1B677484-3D27-99B8-91F0-3C4B38361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356207"/>
            <a:ext cx="12195232" cy="3538912"/>
          </a:xfrm>
          <a:custGeom>
            <a:avLst/>
            <a:gdLst>
              <a:gd name="connsiteX0" fmla="*/ 0 w 12195232"/>
              <a:gd name="connsiteY0" fmla="*/ 160578 h 3538912"/>
              <a:gd name="connsiteX1" fmla="*/ 0 w 12195232"/>
              <a:gd name="connsiteY1" fmla="*/ 121791 h 3538912"/>
              <a:gd name="connsiteX2" fmla="*/ 77574 w 12195232"/>
              <a:gd name="connsiteY2" fmla="*/ 121791 h 3538912"/>
              <a:gd name="connsiteX3" fmla="*/ 77574 w 12195232"/>
              <a:gd name="connsiteY3" fmla="*/ 160578 h 3538912"/>
              <a:gd name="connsiteX4" fmla="*/ 0 w 12195232"/>
              <a:gd name="connsiteY4" fmla="*/ 160578 h 3538912"/>
              <a:gd name="connsiteX5" fmla="*/ 385929 w 12195232"/>
              <a:gd name="connsiteY5" fmla="*/ 160578 h 3538912"/>
              <a:gd name="connsiteX6" fmla="*/ 385929 w 12195232"/>
              <a:gd name="connsiteY6" fmla="*/ 121791 h 3538912"/>
              <a:gd name="connsiteX7" fmla="*/ 231816 w 12195232"/>
              <a:gd name="connsiteY7" fmla="*/ 121791 h 3538912"/>
              <a:gd name="connsiteX8" fmla="*/ 231816 w 12195232"/>
              <a:gd name="connsiteY8" fmla="*/ 160578 h 3538912"/>
              <a:gd name="connsiteX9" fmla="*/ 385929 w 12195232"/>
              <a:gd name="connsiteY9" fmla="*/ 160578 h 3538912"/>
              <a:gd name="connsiteX10" fmla="*/ 694285 w 12195232"/>
              <a:gd name="connsiteY10" fmla="*/ 160578 h 3538912"/>
              <a:gd name="connsiteX11" fmla="*/ 694285 w 12195232"/>
              <a:gd name="connsiteY11" fmla="*/ 121791 h 3538912"/>
              <a:gd name="connsiteX12" fmla="*/ 540172 w 12195232"/>
              <a:gd name="connsiteY12" fmla="*/ 121791 h 3538912"/>
              <a:gd name="connsiteX13" fmla="*/ 540172 w 12195232"/>
              <a:gd name="connsiteY13" fmla="*/ 160578 h 3538912"/>
              <a:gd name="connsiteX14" fmla="*/ 694285 w 12195232"/>
              <a:gd name="connsiteY14" fmla="*/ 160578 h 3538912"/>
              <a:gd name="connsiteX15" fmla="*/ 1002640 w 12195232"/>
              <a:gd name="connsiteY15" fmla="*/ 160578 h 3538912"/>
              <a:gd name="connsiteX16" fmla="*/ 1002640 w 12195232"/>
              <a:gd name="connsiteY16" fmla="*/ 121791 h 3538912"/>
              <a:gd name="connsiteX17" fmla="*/ 848527 w 12195232"/>
              <a:gd name="connsiteY17" fmla="*/ 121791 h 3538912"/>
              <a:gd name="connsiteX18" fmla="*/ 848527 w 12195232"/>
              <a:gd name="connsiteY18" fmla="*/ 160578 h 3538912"/>
              <a:gd name="connsiteX19" fmla="*/ 1002640 w 12195232"/>
              <a:gd name="connsiteY19" fmla="*/ 160578 h 3538912"/>
              <a:gd name="connsiteX20" fmla="*/ 2716890 w 12195232"/>
              <a:gd name="connsiteY20" fmla="*/ 1843280 h 3538912"/>
              <a:gd name="connsiteX21" fmla="*/ 2743782 w 12195232"/>
              <a:gd name="connsiteY21" fmla="*/ 1815354 h 3538912"/>
              <a:gd name="connsiteX22" fmla="*/ 2645522 w 12195232"/>
              <a:gd name="connsiteY22" fmla="*/ 1701579 h 3538912"/>
              <a:gd name="connsiteX23" fmla="*/ 2613975 w 12195232"/>
              <a:gd name="connsiteY23" fmla="*/ 1724075 h 3538912"/>
              <a:gd name="connsiteX24" fmla="*/ 2705124 w 12195232"/>
              <a:gd name="connsiteY24" fmla="*/ 1831644 h 3538912"/>
              <a:gd name="connsiteX25" fmla="*/ 2717019 w 12195232"/>
              <a:gd name="connsiteY25" fmla="*/ 1843280 h 3538912"/>
              <a:gd name="connsiteX26" fmla="*/ 2979089 w 12195232"/>
              <a:gd name="connsiteY26" fmla="*/ 2015494 h 3538912"/>
              <a:gd name="connsiteX27" fmla="*/ 2994086 w 12195232"/>
              <a:gd name="connsiteY27" fmla="*/ 1979681 h 3538912"/>
              <a:gd name="connsiteX28" fmla="*/ 2861306 w 12195232"/>
              <a:gd name="connsiteY28" fmla="*/ 1909089 h 3538912"/>
              <a:gd name="connsiteX29" fmla="*/ 2839973 w 12195232"/>
              <a:gd name="connsiteY29" fmla="*/ 1941540 h 3538912"/>
              <a:gd name="connsiteX30" fmla="*/ 2979089 w 12195232"/>
              <a:gd name="connsiteY30" fmla="*/ 2015494 h 3538912"/>
              <a:gd name="connsiteX31" fmla="*/ 2569758 w 12195232"/>
              <a:gd name="connsiteY31" fmla="*/ 1571643 h 3538912"/>
              <a:gd name="connsiteX32" fmla="*/ 2519465 w 12195232"/>
              <a:gd name="connsiteY32" fmla="*/ 1429942 h 3538912"/>
              <a:gd name="connsiteX33" fmla="*/ 2481841 w 12195232"/>
              <a:gd name="connsiteY33" fmla="*/ 1439509 h 3538912"/>
              <a:gd name="connsiteX34" fmla="*/ 2534591 w 12195232"/>
              <a:gd name="connsiteY34" fmla="*/ 1587934 h 3538912"/>
              <a:gd name="connsiteX35" fmla="*/ 2569758 w 12195232"/>
              <a:gd name="connsiteY35" fmla="*/ 1571643 h 3538912"/>
              <a:gd name="connsiteX36" fmla="*/ 1310996 w 12195232"/>
              <a:gd name="connsiteY36" fmla="*/ 160578 h 3538912"/>
              <a:gd name="connsiteX37" fmla="*/ 1310996 w 12195232"/>
              <a:gd name="connsiteY37" fmla="*/ 121791 h 3538912"/>
              <a:gd name="connsiteX38" fmla="*/ 1156883 w 12195232"/>
              <a:gd name="connsiteY38" fmla="*/ 121791 h 3538912"/>
              <a:gd name="connsiteX39" fmla="*/ 1156883 w 12195232"/>
              <a:gd name="connsiteY39" fmla="*/ 160578 h 3538912"/>
              <a:gd name="connsiteX40" fmla="*/ 1310996 w 12195232"/>
              <a:gd name="connsiteY40" fmla="*/ 160578 h 3538912"/>
              <a:gd name="connsiteX41" fmla="*/ 3286022 w 12195232"/>
              <a:gd name="connsiteY41" fmla="*/ 2080397 h 3538912"/>
              <a:gd name="connsiteX42" fmla="*/ 3286927 w 12195232"/>
              <a:gd name="connsiteY42" fmla="*/ 2041610 h 3538912"/>
              <a:gd name="connsiteX43" fmla="*/ 3137598 w 12195232"/>
              <a:gd name="connsiteY43" fmla="*/ 2024286 h 3538912"/>
              <a:gd name="connsiteX44" fmla="*/ 3129582 w 12195232"/>
              <a:gd name="connsiteY44" fmla="*/ 2062167 h 3538912"/>
              <a:gd name="connsiteX45" fmla="*/ 3286022 w 12195232"/>
              <a:gd name="connsiteY45" fmla="*/ 2080268 h 3538912"/>
              <a:gd name="connsiteX46" fmla="*/ 2496322 w 12195232"/>
              <a:gd name="connsiteY46" fmla="*/ 1281388 h 3538912"/>
              <a:gd name="connsiteX47" fmla="*/ 2494770 w 12195232"/>
              <a:gd name="connsiteY47" fmla="*/ 1219329 h 3538912"/>
              <a:gd name="connsiteX48" fmla="*/ 2492184 w 12195232"/>
              <a:gd name="connsiteY48" fmla="*/ 1127146 h 3538912"/>
              <a:gd name="connsiteX49" fmla="*/ 2453527 w 12195232"/>
              <a:gd name="connsiteY49" fmla="*/ 1129861 h 3538912"/>
              <a:gd name="connsiteX50" fmla="*/ 2456113 w 12195232"/>
              <a:gd name="connsiteY50" fmla="*/ 1218683 h 3538912"/>
              <a:gd name="connsiteX51" fmla="*/ 2457664 w 12195232"/>
              <a:gd name="connsiteY51" fmla="*/ 1283715 h 3538912"/>
              <a:gd name="connsiteX52" fmla="*/ 2496322 w 12195232"/>
              <a:gd name="connsiteY52" fmla="*/ 1281259 h 3538912"/>
              <a:gd name="connsiteX53" fmla="*/ 1614309 w 12195232"/>
              <a:gd name="connsiteY53" fmla="*/ 180100 h 3538912"/>
              <a:gd name="connsiteX54" fmla="*/ 1621808 w 12195232"/>
              <a:gd name="connsiteY54" fmla="*/ 142089 h 3538912"/>
              <a:gd name="connsiteX55" fmla="*/ 1466143 w 12195232"/>
              <a:gd name="connsiteY55" fmla="*/ 123213 h 3538912"/>
              <a:gd name="connsiteX56" fmla="*/ 1464204 w 12195232"/>
              <a:gd name="connsiteY56" fmla="*/ 162000 h 3538912"/>
              <a:gd name="connsiteX57" fmla="*/ 1614309 w 12195232"/>
              <a:gd name="connsiteY57" fmla="*/ 180230 h 3538912"/>
              <a:gd name="connsiteX58" fmla="*/ 3595670 w 12195232"/>
              <a:gd name="connsiteY58" fmla="*/ 2030104 h 3538912"/>
              <a:gd name="connsiteX59" fmla="*/ 3582483 w 12195232"/>
              <a:gd name="connsiteY59" fmla="*/ 1993644 h 3538912"/>
              <a:gd name="connsiteX60" fmla="*/ 3436903 w 12195232"/>
              <a:gd name="connsiteY60" fmla="*/ 2031397 h 3538912"/>
              <a:gd name="connsiteX61" fmla="*/ 3443109 w 12195232"/>
              <a:gd name="connsiteY61" fmla="*/ 2069666 h 3538912"/>
              <a:gd name="connsiteX62" fmla="*/ 3595670 w 12195232"/>
              <a:gd name="connsiteY62" fmla="*/ 2030104 h 3538912"/>
              <a:gd name="connsiteX63" fmla="*/ 2469947 w 12195232"/>
              <a:gd name="connsiteY63" fmla="*/ 971998 h 3538912"/>
              <a:gd name="connsiteX64" fmla="*/ 2425342 w 12195232"/>
              <a:gd name="connsiteY64" fmla="*/ 821635 h 3538912"/>
              <a:gd name="connsiteX65" fmla="*/ 2389012 w 12195232"/>
              <a:gd name="connsiteY65" fmla="*/ 835339 h 3538912"/>
              <a:gd name="connsiteX66" fmla="*/ 2432065 w 12195232"/>
              <a:gd name="connsiteY66" fmla="*/ 980273 h 3538912"/>
              <a:gd name="connsiteX67" fmla="*/ 2469947 w 12195232"/>
              <a:gd name="connsiteY67" fmla="*/ 971998 h 3538912"/>
              <a:gd name="connsiteX68" fmla="*/ 1898616 w 12195232"/>
              <a:gd name="connsiteY68" fmla="*/ 280558 h 3538912"/>
              <a:gd name="connsiteX69" fmla="*/ 1916717 w 12195232"/>
              <a:gd name="connsiteY69" fmla="*/ 246297 h 3538912"/>
              <a:gd name="connsiteX70" fmla="*/ 1773076 w 12195232"/>
              <a:gd name="connsiteY70" fmla="*/ 183332 h 3538912"/>
              <a:gd name="connsiteX71" fmla="*/ 1760147 w 12195232"/>
              <a:gd name="connsiteY71" fmla="*/ 219921 h 3538912"/>
              <a:gd name="connsiteX72" fmla="*/ 1898616 w 12195232"/>
              <a:gd name="connsiteY72" fmla="*/ 280558 h 3538912"/>
              <a:gd name="connsiteX73" fmla="*/ 2359275 w 12195232"/>
              <a:gd name="connsiteY73" fmla="*/ 679287 h 3538912"/>
              <a:gd name="connsiteX74" fmla="*/ 2273427 w 12195232"/>
              <a:gd name="connsiteY74" fmla="*/ 548058 h 3538912"/>
              <a:gd name="connsiteX75" fmla="*/ 2242656 w 12195232"/>
              <a:gd name="connsiteY75" fmla="*/ 571589 h 3538912"/>
              <a:gd name="connsiteX76" fmla="*/ 2325530 w 12195232"/>
              <a:gd name="connsiteY76" fmla="*/ 698163 h 3538912"/>
              <a:gd name="connsiteX77" fmla="*/ 2359404 w 12195232"/>
              <a:gd name="connsiteY77" fmla="*/ 679287 h 3538912"/>
              <a:gd name="connsiteX78" fmla="*/ 2142327 w 12195232"/>
              <a:gd name="connsiteY78" fmla="*/ 458331 h 3538912"/>
              <a:gd name="connsiteX79" fmla="*/ 2169478 w 12195232"/>
              <a:gd name="connsiteY79" fmla="*/ 430663 h 3538912"/>
              <a:gd name="connsiteX80" fmla="*/ 2049756 w 12195232"/>
              <a:gd name="connsiteY80" fmla="*/ 329300 h 3538912"/>
              <a:gd name="connsiteX81" fmla="*/ 2026872 w 12195232"/>
              <a:gd name="connsiteY81" fmla="*/ 360588 h 3538912"/>
              <a:gd name="connsiteX82" fmla="*/ 2142327 w 12195232"/>
              <a:gd name="connsiteY82" fmla="*/ 458331 h 3538912"/>
              <a:gd name="connsiteX83" fmla="*/ 3865886 w 12195232"/>
              <a:gd name="connsiteY83" fmla="*/ 1870560 h 3538912"/>
              <a:gd name="connsiteX84" fmla="*/ 3840416 w 12195232"/>
              <a:gd name="connsiteY84" fmla="*/ 1841341 h 3538912"/>
              <a:gd name="connsiteX85" fmla="*/ 3718625 w 12195232"/>
              <a:gd name="connsiteY85" fmla="*/ 1929516 h 3538912"/>
              <a:gd name="connsiteX86" fmla="*/ 3738406 w 12195232"/>
              <a:gd name="connsiteY86" fmla="*/ 1962873 h 3538912"/>
              <a:gd name="connsiteX87" fmla="*/ 3866015 w 12195232"/>
              <a:gd name="connsiteY87" fmla="*/ 1870560 h 3538912"/>
              <a:gd name="connsiteX88" fmla="*/ 3974359 w 12195232"/>
              <a:gd name="connsiteY88" fmla="*/ 1756398 h 3538912"/>
              <a:gd name="connsiteX89" fmla="*/ 4060078 w 12195232"/>
              <a:gd name="connsiteY89" fmla="*/ 1624135 h 3538912"/>
              <a:gd name="connsiteX90" fmla="*/ 4025687 w 12195232"/>
              <a:gd name="connsiteY90" fmla="*/ 1606163 h 3538912"/>
              <a:gd name="connsiteX91" fmla="*/ 3943847 w 12195232"/>
              <a:gd name="connsiteY91" fmla="*/ 1732350 h 3538912"/>
              <a:gd name="connsiteX92" fmla="*/ 3974359 w 12195232"/>
              <a:gd name="connsiteY92" fmla="*/ 1756398 h 3538912"/>
              <a:gd name="connsiteX93" fmla="*/ 4119810 w 12195232"/>
              <a:gd name="connsiteY93" fmla="*/ 1478555 h 3538912"/>
              <a:gd name="connsiteX94" fmla="*/ 4151486 w 12195232"/>
              <a:gd name="connsiteY94" fmla="*/ 1324312 h 3538912"/>
              <a:gd name="connsiteX95" fmla="*/ 4112958 w 12195232"/>
              <a:gd name="connsiteY95" fmla="*/ 1320046 h 3538912"/>
              <a:gd name="connsiteX96" fmla="*/ 4082704 w 12195232"/>
              <a:gd name="connsiteY96" fmla="*/ 1467306 h 3538912"/>
              <a:gd name="connsiteX97" fmla="*/ 4119810 w 12195232"/>
              <a:gd name="connsiteY97" fmla="*/ 1478555 h 3538912"/>
              <a:gd name="connsiteX98" fmla="*/ 6017909 w 12195232"/>
              <a:gd name="connsiteY98" fmla="*/ 3290030 h 3538912"/>
              <a:gd name="connsiteX99" fmla="*/ 6043250 w 12195232"/>
              <a:gd name="connsiteY99" fmla="*/ 3260681 h 3538912"/>
              <a:gd name="connsiteX100" fmla="*/ 5936457 w 12195232"/>
              <a:gd name="connsiteY100" fmla="*/ 3153759 h 3538912"/>
              <a:gd name="connsiteX101" fmla="*/ 5906979 w 12195232"/>
              <a:gd name="connsiteY101" fmla="*/ 3178970 h 3538912"/>
              <a:gd name="connsiteX102" fmla="*/ 5960893 w 12195232"/>
              <a:gd name="connsiteY102" fmla="*/ 3237151 h 3538912"/>
              <a:gd name="connsiteX103" fmla="*/ 6017909 w 12195232"/>
              <a:gd name="connsiteY103" fmla="*/ 3290030 h 3538912"/>
              <a:gd name="connsiteX104" fmla="*/ 6283470 w 12195232"/>
              <a:gd name="connsiteY104" fmla="*/ 3455779 h 3538912"/>
              <a:gd name="connsiteX105" fmla="*/ 6298726 w 12195232"/>
              <a:gd name="connsiteY105" fmla="*/ 3420095 h 3538912"/>
              <a:gd name="connsiteX106" fmla="*/ 6164911 w 12195232"/>
              <a:gd name="connsiteY106" fmla="*/ 3350149 h 3538912"/>
              <a:gd name="connsiteX107" fmla="*/ 6144354 w 12195232"/>
              <a:gd name="connsiteY107" fmla="*/ 3382989 h 3538912"/>
              <a:gd name="connsiteX108" fmla="*/ 6283470 w 12195232"/>
              <a:gd name="connsiteY108" fmla="*/ 3455650 h 3538912"/>
              <a:gd name="connsiteX109" fmla="*/ 5847118 w 12195232"/>
              <a:gd name="connsiteY109" fmla="*/ 3031968 h 3538912"/>
              <a:gd name="connsiteX110" fmla="*/ 5777302 w 12195232"/>
              <a:gd name="connsiteY110" fmla="*/ 2898024 h 3538912"/>
              <a:gd name="connsiteX111" fmla="*/ 5741618 w 12195232"/>
              <a:gd name="connsiteY111" fmla="*/ 2913280 h 3538912"/>
              <a:gd name="connsiteX112" fmla="*/ 5814149 w 12195232"/>
              <a:gd name="connsiteY112" fmla="*/ 3052525 h 3538912"/>
              <a:gd name="connsiteX113" fmla="*/ 5847118 w 12195232"/>
              <a:gd name="connsiteY113" fmla="*/ 3031968 h 3538912"/>
              <a:gd name="connsiteX114" fmla="*/ 6586654 w 12195232"/>
              <a:gd name="connsiteY114" fmla="*/ 3533611 h 3538912"/>
              <a:gd name="connsiteX115" fmla="*/ 6590533 w 12195232"/>
              <a:gd name="connsiteY115" fmla="*/ 3494953 h 3538912"/>
              <a:gd name="connsiteX116" fmla="*/ 6441720 w 12195232"/>
              <a:gd name="connsiteY116" fmla="*/ 3468708 h 3538912"/>
              <a:gd name="connsiteX117" fmla="*/ 6432024 w 12195232"/>
              <a:gd name="connsiteY117" fmla="*/ 3506331 h 3538912"/>
              <a:gd name="connsiteX118" fmla="*/ 6586654 w 12195232"/>
              <a:gd name="connsiteY118" fmla="*/ 3533611 h 3538912"/>
              <a:gd name="connsiteX119" fmla="*/ 5728818 w 12195232"/>
              <a:gd name="connsiteY119" fmla="*/ 2754901 h 3538912"/>
              <a:gd name="connsiteX120" fmla="*/ 5702831 w 12195232"/>
              <a:gd name="connsiteY120" fmla="*/ 2606088 h 3538912"/>
              <a:gd name="connsiteX121" fmla="*/ 5664173 w 12195232"/>
              <a:gd name="connsiteY121" fmla="*/ 2609838 h 3538912"/>
              <a:gd name="connsiteX122" fmla="*/ 5691195 w 12195232"/>
              <a:gd name="connsiteY122" fmla="*/ 2764468 h 3538912"/>
              <a:gd name="connsiteX123" fmla="*/ 5728818 w 12195232"/>
              <a:gd name="connsiteY123" fmla="*/ 2754901 h 3538912"/>
              <a:gd name="connsiteX124" fmla="*/ 4158080 w 12195232"/>
              <a:gd name="connsiteY124" fmla="*/ 1168518 h 3538912"/>
              <a:gd name="connsiteX125" fmla="*/ 4161312 w 12195232"/>
              <a:gd name="connsiteY125" fmla="*/ 1014405 h 3538912"/>
              <a:gd name="connsiteX126" fmla="*/ 4122525 w 12195232"/>
              <a:gd name="connsiteY126" fmla="*/ 1013630 h 3538912"/>
              <a:gd name="connsiteX127" fmla="*/ 4119293 w 12195232"/>
              <a:gd name="connsiteY127" fmla="*/ 1167743 h 3538912"/>
              <a:gd name="connsiteX128" fmla="*/ 4158080 w 12195232"/>
              <a:gd name="connsiteY128" fmla="*/ 1168518 h 3538912"/>
              <a:gd name="connsiteX129" fmla="*/ 6899147 w 12195232"/>
              <a:gd name="connsiteY129" fmla="*/ 3523785 h 3538912"/>
              <a:gd name="connsiteX130" fmla="*/ 6892553 w 12195232"/>
              <a:gd name="connsiteY130" fmla="*/ 3485516 h 3538912"/>
              <a:gd name="connsiteX131" fmla="*/ 6742060 w 12195232"/>
              <a:gd name="connsiteY131" fmla="*/ 3500125 h 3538912"/>
              <a:gd name="connsiteX132" fmla="*/ 6742965 w 12195232"/>
              <a:gd name="connsiteY132" fmla="*/ 3538912 h 3538912"/>
              <a:gd name="connsiteX133" fmla="*/ 6899147 w 12195232"/>
              <a:gd name="connsiteY133" fmla="*/ 3523785 h 3538912"/>
              <a:gd name="connsiteX134" fmla="*/ 5698693 w 12195232"/>
              <a:gd name="connsiteY134" fmla="*/ 2454302 h 3538912"/>
              <a:gd name="connsiteX135" fmla="*/ 5700633 w 12195232"/>
              <a:gd name="connsiteY135" fmla="*/ 2300060 h 3538912"/>
              <a:gd name="connsiteX136" fmla="*/ 5661846 w 12195232"/>
              <a:gd name="connsiteY136" fmla="*/ 2299543 h 3538912"/>
              <a:gd name="connsiteX137" fmla="*/ 5659907 w 12195232"/>
              <a:gd name="connsiteY137" fmla="*/ 2453785 h 3538912"/>
              <a:gd name="connsiteX138" fmla="*/ 5698693 w 12195232"/>
              <a:gd name="connsiteY138" fmla="*/ 2454302 h 3538912"/>
              <a:gd name="connsiteX139" fmla="*/ 4164415 w 12195232"/>
              <a:gd name="connsiteY139" fmla="*/ 860292 h 3538912"/>
              <a:gd name="connsiteX140" fmla="*/ 4165708 w 12195232"/>
              <a:gd name="connsiteY140" fmla="*/ 796423 h 3538912"/>
              <a:gd name="connsiteX141" fmla="*/ 4170750 w 12195232"/>
              <a:gd name="connsiteY141" fmla="*/ 708119 h 3538912"/>
              <a:gd name="connsiteX142" fmla="*/ 4132222 w 12195232"/>
              <a:gd name="connsiteY142" fmla="*/ 703593 h 3538912"/>
              <a:gd name="connsiteX143" fmla="*/ 4126921 w 12195232"/>
              <a:gd name="connsiteY143" fmla="*/ 795906 h 3538912"/>
              <a:gd name="connsiteX144" fmla="*/ 4125628 w 12195232"/>
              <a:gd name="connsiteY144" fmla="*/ 859387 h 3538912"/>
              <a:gd name="connsiteX145" fmla="*/ 4164415 w 12195232"/>
              <a:gd name="connsiteY145" fmla="*/ 860163 h 3538912"/>
              <a:gd name="connsiteX146" fmla="*/ 5702701 w 12195232"/>
              <a:gd name="connsiteY146" fmla="*/ 2145818 h 3538912"/>
              <a:gd name="connsiteX147" fmla="*/ 5704641 w 12195232"/>
              <a:gd name="connsiteY147" fmla="*/ 1991575 h 3538912"/>
              <a:gd name="connsiteX148" fmla="*/ 5665854 w 12195232"/>
              <a:gd name="connsiteY148" fmla="*/ 1991058 h 3538912"/>
              <a:gd name="connsiteX149" fmla="*/ 5663915 w 12195232"/>
              <a:gd name="connsiteY149" fmla="*/ 2145301 h 3538912"/>
              <a:gd name="connsiteX150" fmla="*/ 5702701 w 12195232"/>
              <a:gd name="connsiteY150" fmla="*/ 2145818 h 3538912"/>
              <a:gd name="connsiteX151" fmla="*/ 7196383 w 12195232"/>
              <a:gd name="connsiteY151" fmla="*/ 3426042 h 3538912"/>
              <a:gd name="connsiteX152" fmla="*/ 7178929 w 12195232"/>
              <a:gd name="connsiteY152" fmla="*/ 3391393 h 3538912"/>
              <a:gd name="connsiteX153" fmla="*/ 7039167 w 12195232"/>
              <a:gd name="connsiteY153" fmla="*/ 3449056 h 3538912"/>
              <a:gd name="connsiteX154" fmla="*/ 7051321 w 12195232"/>
              <a:gd name="connsiteY154" fmla="*/ 3485903 h 3538912"/>
              <a:gd name="connsiteX155" fmla="*/ 7196383 w 12195232"/>
              <a:gd name="connsiteY155" fmla="*/ 3426042 h 3538912"/>
              <a:gd name="connsiteX156" fmla="*/ 4202943 w 12195232"/>
              <a:gd name="connsiteY156" fmla="*/ 561504 h 3538912"/>
              <a:gd name="connsiteX157" fmla="*/ 4263451 w 12195232"/>
              <a:gd name="connsiteY157" fmla="*/ 424199 h 3538912"/>
              <a:gd name="connsiteX158" fmla="*/ 4229706 w 12195232"/>
              <a:gd name="connsiteY158" fmla="*/ 405064 h 3538912"/>
              <a:gd name="connsiteX159" fmla="*/ 4166096 w 12195232"/>
              <a:gd name="connsiteY159" fmla="*/ 549480 h 3538912"/>
              <a:gd name="connsiteX160" fmla="*/ 4202943 w 12195232"/>
              <a:gd name="connsiteY160" fmla="*/ 561504 h 3538912"/>
              <a:gd name="connsiteX161" fmla="*/ 5706710 w 12195232"/>
              <a:gd name="connsiteY161" fmla="*/ 1837333 h 3538912"/>
              <a:gd name="connsiteX162" fmla="*/ 5708649 w 12195232"/>
              <a:gd name="connsiteY162" fmla="*/ 1683091 h 3538912"/>
              <a:gd name="connsiteX163" fmla="*/ 5669862 w 12195232"/>
              <a:gd name="connsiteY163" fmla="*/ 1682573 h 3538912"/>
              <a:gd name="connsiteX164" fmla="*/ 5667923 w 12195232"/>
              <a:gd name="connsiteY164" fmla="*/ 1836816 h 3538912"/>
              <a:gd name="connsiteX165" fmla="*/ 5706710 w 12195232"/>
              <a:gd name="connsiteY165" fmla="*/ 1837333 h 3538912"/>
              <a:gd name="connsiteX166" fmla="*/ 7452247 w 12195232"/>
              <a:gd name="connsiteY166" fmla="*/ 3245942 h 3538912"/>
              <a:gd name="connsiteX167" fmla="*/ 7425484 w 12195232"/>
              <a:gd name="connsiteY167" fmla="*/ 3217886 h 3538912"/>
              <a:gd name="connsiteX168" fmla="*/ 7308606 w 12195232"/>
              <a:gd name="connsiteY168" fmla="*/ 3313819 h 3538912"/>
              <a:gd name="connsiteX169" fmla="*/ 7330974 w 12195232"/>
              <a:gd name="connsiteY169" fmla="*/ 3345495 h 3538912"/>
              <a:gd name="connsiteX170" fmla="*/ 7452247 w 12195232"/>
              <a:gd name="connsiteY170" fmla="*/ 3245942 h 3538912"/>
              <a:gd name="connsiteX171" fmla="*/ 4349687 w 12195232"/>
              <a:gd name="connsiteY171" fmla="*/ 301503 h 3538912"/>
              <a:gd name="connsiteX172" fmla="*/ 4387698 w 12195232"/>
              <a:gd name="connsiteY172" fmla="*/ 260648 h 3538912"/>
              <a:gd name="connsiteX173" fmla="*/ 4458549 w 12195232"/>
              <a:gd name="connsiteY173" fmla="*/ 198072 h 3538912"/>
              <a:gd name="connsiteX174" fmla="*/ 4434760 w 12195232"/>
              <a:gd name="connsiteY174" fmla="*/ 167430 h 3538912"/>
              <a:gd name="connsiteX175" fmla="*/ 4360289 w 12195232"/>
              <a:gd name="connsiteY175" fmla="*/ 233109 h 3538912"/>
              <a:gd name="connsiteX176" fmla="*/ 4320338 w 12195232"/>
              <a:gd name="connsiteY176" fmla="*/ 276033 h 3538912"/>
              <a:gd name="connsiteX177" fmla="*/ 4349687 w 12195232"/>
              <a:gd name="connsiteY177" fmla="*/ 301374 h 3538912"/>
              <a:gd name="connsiteX178" fmla="*/ 5710588 w 12195232"/>
              <a:gd name="connsiteY178" fmla="*/ 1528978 h 3538912"/>
              <a:gd name="connsiteX179" fmla="*/ 5712528 w 12195232"/>
              <a:gd name="connsiteY179" fmla="*/ 1374864 h 3538912"/>
              <a:gd name="connsiteX180" fmla="*/ 5673741 w 12195232"/>
              <a:gd name="connsiteY180" fmla="*/ 1374347 h 3538912"/>
              <a:gd name="connsiteX181" fmla="*/ 5671801 w 12195232"/>
              <a:gd name="connsiteY181" fmla="*/ 1528460 h 3538912"/>
              <a:gd name="connsiteX182" fmla="*/ 5710588 w 12195232"/>
              <a:gd name="connsiteY182" fmla="*/ 1528978 h 3538912"/>
              <a:gd name="connsiteX183" fmla="*/ 7557618 w 12195232"/>
              <a:gd name="connsiteY183" fmla="*/ 3129582 h 3538912"/>
              <a:gd name="connsiteX184" fmla="*/ 7644759 w 12195232"/>
              <a:gd name="connsiteY184" fmla="*/ 2999128 h 3538912"/>
              <a:gd name="connsiteX185" fmla="*/ 7611015 w 12195232"/>
              <a:gd name="connsiteY185" fmla="*/ 2980123 h 3538912"/>
              <a:gd name="connsiteX186" fmla="*/ 7527106 w 12195232"/>
              <a:gd name="connsiteY186" fmla="*/ 3105792 h 3538912"/>
              <a:gd name="connsiteX187" fmla="*/ 7557618 w 12195232"/>
              <a:gd name="connsiteY187" fmla="*/ 3129711 h 3538912"/>
              <a:gd name="connsiteX188" fmla="*/ 5714596 w 12195232"/>
              <a:gd name="connsiteY188" fmla="*/ 1220622 h 3538912"/>
              <a:gd name="connsiteX189" fmla="*/ 5716535 w 12195232"/>
              <a:gd name="connsiteY189" fmla="*/ 1066380 h 3538912"/>
              <a:gd name="connsiteX190" fmla="*/ 5677749 w 12195232"/>
              <a:gd name="connsiteY190" fmla="*/ 1065863 h 3538912"/>
              <a:gd name="connsiteX191" fmla="*/ 5675680 w 12195232"/>
              <a:gd name="connsiteY191" fmla="*/ 1220105 h 3538912"/>
              <a:gd name="connsiteX192" fmla="*/ 5714467 w 12195232"/>
              <a:gd name="connsiteY192" fmla="*/ 1220622 h 3538912"/>
              <a:gd name="connsiteX193" fmla="*/ 4725790 w 12195232"/>
              <a:gd name="connsiteY193" fmla="*/ 64774 h 3538912"/>
              <a:gd name="connsiteX194" fmla="*/ 4715705 w 12195232"/>
              <a:gd name="connsiteY194" fmla="*/ 27280 h 3538912"/>
              <a:gd name="connsiteX195" fmla="*/ 4568186 w 12195232"/>
              <a:gd name="connsiteY195" fmla="*/ 83392 h 3538912"/>
              <a:gd name="connsiteX196" fmla="*/ 4585511 w 12195232"/>
              <a:gd name="connsiteY196" fmla="*/ 118041 h 3538912"/>
              <a:gd name="connsiteX197" fmla="*/ 4725790 w 12195232"/>
              <a:gd name="connsiteY197" fmla="*/ 64774 h 3538912"/>
              <a:gd name="connsiteX198" fmla="*/ 5718604 w 12195232"/>
              <a:gd name="connsiteY198" fmla="*/ 912137 h 3538912"/>
              <a:gd name="connsiteX199" fmla="*/ 5720027 w 12195232"/>
              <a:gd name="connsiteY199" fmla="*/ 806637 h 3538912"/>
              <a:gd name="connsiteX200" fmla="*/ 5719121 w 12195232"/>
              <a:gd name="connsiteY200" fmla="*/ 756731 h 3538912"/>
              <a:gd name="connsiteX201" fmla="*/ 5680335 w 12195232"/>
              <a:gd name="connsiteY201" fmla="*/ 758671 h 3538912"/>
              <a:gd name="connsiteX202" fmla="*/ 5681240 w 12195232"/>
              <a:gd name="connsiteY202" fmla="*/ 806249 h 3538912"/>
              <a:gd name="connsiteX203" fmla="*/ 5679817 w 12195232"/>
              <a:gd name="connsiteY203" fmla="*/ 911749 h 3538912"/>
              <a:gd name="connsiteX204" fmla="*/ 5718604 w 12195232"/>
              <a:gd name="connsiteY204" fmla="*/ 912267 h 3538912"/>
              <a:gd name="connsiteX205" fmla="*/ 7711473 w 12195232"/>
              <a:gd name="connsiteY205" fmla="*/ 2857169 h 3538912"/>
              <a:gd name="connsiteX206" fmla="*/ 7756336 w 12195232"/>
              <a:gd name="connsiteY206" fmla="*/ 2706805 h 3538912"/>
              <a:gd name="connsiteX207" fmla="*/ 7718454 w 12195232"/>
              <a:gd name="connsiteY207" fmla="*/ 2698530 h 3538912"/>
              <a:gd name="connsiteX208" fmla="*/ 7675272 w 12195232"/>
              <a:gd name="connsiteY208" fmla="*/ 2843335 h 3538912"/>
              <a:gd name="connsiteX209" fmla="*/ 7711473 w 12195232"/>
              <a:gd name="connsiteY209" fmla="*/ 2857169 h 3538912"/>
              <a:gd name="connsiteX210" fmla="*/ 4923474 w 12195232"/>
              <a:gd name="connsiteY210" fmla="*/ 38658 h 3538912"/>
              <a:gd name="connsiteX211" fmla="*/ 5023803 w 12195232"/>
              <a:gd name="connsiteY211" fmla="*/ 45251 h 3538912"/>
              <a:gd name="connsiteX212" fmla="*/ 5028845 w 12195232"/>
              <a:gd name="connsiteY212" fmla="*/ 6852 h 3538912"/>
              <a:gd name="connsiteX213" fmla="*/ 4923474 w 12195232"/>
              <a:gd name="connsiteY213" fmla="*/ 0 h 3538912"/>
              <a:gd name="connsiteX214" fmla="*/ 4871241 w 12195232"/>
              <a:gd name="connsiteY214" fmla="*/ 1681 h 3538912"/>
              <a:gd name="connsiteX215" fmla="*/ 4873697 w 12195232"/>
              <a:gd name="connsiteY215" fmla="*/ 40338 h 3538912"/>
              <a:gd name="connsiteX216" fmla="*/ 4923474 w 12195232"/>
              <a:gd name="connsiteY216" fmla="*/ 38787 h 3538912"/>
              <a:gd name="connsiteX217" fmla="*/ 5695849 w 12195232"/>
              <a:gd name="connsiteY217" fmla="*/ 600808 h 3538912"/>
              <a:gd name="connsiteX218" fmla="*/ 5642194 w 12195232"/>
              <a:gd name="connsiteY218" fmla="*/ 452513 h 3538912"/>
              <a:gd name="connsiteX219" fmla="*/ 5607157 w 12195232"/>
              <a:gd name="connsiteY219" fmla="*/ 469321 h 3538912"/>
              <a:gd name="connsiteX220" fmla="*/ 5658226 w 12195232"/>
              <a:gd name="connsiteY220" fmla="*/ 610376 h 3538912"/>
              <a:gd name="connsiteX221" fmla="*/ 5695849 w 12195232"/>
              <a:gd name="connsiteY221" fmla="*/ 600938 h 3538912"/>
              <a:gd name="connsiteX222" fmla="*/ 5306171 w 12195232"/>
              <a:gd name="connsiteY222" fmla="*/ 142218 h 3538912"/>
              <a:gd name="connsiteX223" fmla="*/ 5325823 w 12195232"/>
              <a:gd name="connsiteY223" fmla="*/ 108732 h 3538912"/>
              <a:gd name="connsiteX224" fmla="*/ 5182441 w 12195232"/>
              <a:gd name="connsiteY224" fmla="*/ 42924 h 3538912"/>
              <a:gd name="connsiteX225" fmla="*/ 5169899 w 12195232"/>
              <a:gd name="connsiteY225" fmla="*/ 79642 h 3538912"/>
              <a:gd name="connsiteX226" fmla="*/ 5306300 w 12195232"/>
              <a:gd name="connsiteY226" fmla="*/ 142348 h 3538912"/>
              <a:gd name="connsiteX227" fmla="*/ 5560225 w 12195232"/>
              <a:gd name="connsiteY227" fmla="*/ 317664 h 3538912"/>
              <a:gd name="connsiteX228" fmla="*/ 5453431 w 12195232"/>
              <a:gd name="connsiteY228" fmla="*/ 201562 h 3538912"/>
              <a:gd name="connsiteX229" fmla="*/ 5427573 w 12195232"/>
              <a:gd name="connsiteY229" fmla="*/ 230523 h 3538912"/>
              <a:gd name="connsiteX230" fmla="*/ 5529195 w 12195232"/>
              <a:gd name="connsiteY230" fmla="*/ 340936 h 3538912"/>
              <a:gd name="connsiteX231" fmla="*/ 5560225 w 12195232"/>
              <a:gd name="connsiteY231" fmla="*/ 317664 h 3538912"/>
              <a:gd name="connsiteX232" fmla="*/ 7778315 w 12195232"/>
              <a:gd name="connsiteY232" fmla="*/ 2551399 h 3538912"/>
              <a:gd name="connsiteX233" fmla="*/ 7780772 w 12195232"/>
              <a:gd name="connsiteY233" fmla="*/ 2478350 h 3538912"/>
              <a:gd name="connsiteX234" fmla="*/ 7780772 w 12195232"/>
              <a:gd name="connsiteY234" fmla="*/ 2395993 h 3538912"/>
              <a:gd name="connsiteX235" fmla="*/ 7741855 w 12195232"/>
              <a:gd name="connsiteY235" fmla="*/ 2396381 h 3538912"/>
              <a:gd name="connsiteX236" fmla="*/ 7741855 w 12195232"/>
              <a:gd name="connsiteY236" fmla="*/ 2478350 h 3538912"/>
              <a:gd name="connsiteX237" fmla="*/ 7739658 w 12195232"/>
              <a:gd name="connsiteY237" fmla="*/ 2548813 h 3538912"/>
              <a:gd name="connsiteX238" fmla="*/ 7778315 w 12195232"/>
              <a:gd name="connsiteY238" fmla="*/ 2551399 h 3538912"/>
              <a:gd name="connsiteX239" fmla="*/ 7780384 w 12195232"/>
              <a:gd name="connsiteY239" fmla="*/ 2241880 h 3538912"/>
              <a:gd name="connsiteX240" fmla="*/ 7780384 w 12195232"/>
              <a:gd name="connsiteY240" fmla="*/ 2087637 h 3538912"/>
              <a:gd name="connsiteX241" fmla="*/ 7741468 w 12195232"/>
              <a:gd name="connsiteY241" fmla="*/ 2087637 h 3538912"/>
              <a:gd name="connsiteX242" fmla="*/ 7741468 w 12195232"/>
              <a:gd name="connsiteY242" fmla="*/ 2241880 h 3538912"/>
              <a:gd name="connsiteX243" fmla="*/ 7780384 w 12195232"/>
              <a:gd name="connsiteY243" fmla="*/ 2241880 h 3538912"/>
              <a:gd name="connsiteX244" fmla="*/ 7781289 w 12195232"/>
              <a:gd name="connsiteY244" fmla="*/ 1934559 h 3538912"/>
              <a:gd name="connsiteX245" fmla="*/ 7803786 w 12195232"/>
              <a:gd name="connsiteY245" fmla="*/ 1786134 h 3538912"/>
              <a:gd name="connsiteX246" fmla="*/ 7766162 w 12195232"/>
              <a:gd name="connsiteY246" fmla="*/ 1776567 h 3538912"/>
              <a:gd name="connsiteX247" fmla="*/ 7742502 w 12195232"/>
              <a:gd name="connsiteY247" fmla="*/ 1932490 h 3538912"/>
              <a:gd name="connsiteX248" fmla="*/ 7781289 w 12195232"/>
              <a:gd name="connsiteY248" fmla="*/ 1934559 h 3538912"/>
              <a:gd name="connsiteX249" fmla="*/ 7854984 w 12195232"/>
              <a:gd name="connsiteY249" fmla="*/ 1645080 h 3538912"/>
              <a:gd name="connsiteX250" fmla="*/ 7932687 w 12195232"/>
              <a:gd name="connsiteY250" fmla="*/ 1516695 h 3538912"/>
              <a:gd name="connsiteX251" fmla="*/ 7901657 w 12195232"/>
              <a:gd name="connsiteY251" fmla="*/ 1493423 h 3538912"/>
              <a:gd name="connsiteX252" fmla="*/ 7819947 w 12195232"/>
              <a:gd name="connsiteY252" fmla="*/ 1628401 h 3538912"/>
              <a:gd name="connsiteX253" fmla="*/ 7854984 w 12195232"/>
              <a:gd name="connsiteY253" fmla="*/ 1645080 h 3538912"/>
              <a:gd name="connsiteX254" fmla="*/ 8154547 w 12195232"/>
              <a:gd name="connsiteY254" fmla="*/ 1316296 h 3538912"/>
              <a:gd name="connsiteX255" fmla="*/ 8134637 w 12195232"/>
              <a:gd name="connsiteY255" fmla="*/ 1283069 h 3538912"/>
              <a:gd name="connsiteX256" fmla="*/ 8007804 w 12195232"/>
              <a:gd name="connsiteY256" fmla="*/ 1376804 h 3538912"/>
              <a:gd name="connsiteX257" fmla="*/ 8033791 w 12195232"/>
              <a:gd name="connsiteY257" fmla="*/ 1405635 h 3538912"/>
              <a:gd name="connsiteX258" fmla="*/ 8154547 w 12195232"/>
              <a:gd name="connsiteY258" fmla="*/ 1316426 h 3538912"/>
              <a:gd name="connsiteX259" fmla="*/ 9832725 w 12195232"/>
              <a:gd name="connsiteY259" fmla="*/ 2905393 h 3538912"/>
              <a:gd name="connsiteX260" fmla="*/ 9855092 w 12195232"/>
              <a:gd name="connsiteY260" fmla="*/ 2873718 h 3538912"/>
              <a:gd name="connsiteX261" fmla="*/ 9738085 w 12195232"/>
              <a:gd name="connsiteY261" fmla="*/ 2777785 h 3538912"/>
              <a:gd name="connsiteX262" fmla="*/ 9711452 w 12195232"/>
              <a:gd name="connsiteY262" fmla="*/ 2805970 h 3538912"/>
              <a:gd name="connsiteX263" fmla="*/ 9832596 w 12195232"/>
              <a:gd name="connsiteY263" fmla="*/ 2905393 h 3538912"/>
              <a:gd name="connsiteX264" fmla="*/ 9635817 w 12195232"/>
              <a:gd name="connsiteY264" fmla="*/ 2666337 h 3538912"/>
              <a:gd name="connsiteX265" fmla="*/ 9550098 w 12195232"/>
              <a:gd name="connsiteY265" fmla="*/ 2541702 h 3538912"/>
              <a:gd name="connsiteX266" fmla="*/ 9516612 w 12195232"/>
              <a:gd name="connsiteY266" fmla="*/ 2561354 h 3538912"/>
              <a:gd name="connsiteX267" fmla="*/ 9605434 w 12195232"/>
              <a:gd name="connsiteY267" fmla="*/ 2690514 h 3538912"/>
              <a:gd name="connsiteX268" fmla="*/ 9635817 w 12195232"/>
              <a:gd name="connsiteY268" fmla="*/ 2666337 h 3538912"/>
              <a:gd name="connsiteX269" fmla="*/ 10110827 w 12195232"/>
              <a:gd name="connsiteY269" fmla="*/ 3048517 h 3538912"/>
              <a:gd name="connsiteX270" fmla="*/ 10123497 w 12195232"/>
              <a:gd name="connsiteY270" fmla="*/ 3011928 h 3538912"/>
              <a:gd name="connsiteX271" fmla="*/ 9984382 w 12195232"/>
              <a:gd name="connsiteY271" fmla="*/ 2952455 h 3538912"/>
              <a:gd name="connsiteX272" fmla="*/ 9966669 w 12195232"/>
              <a:gd name="connsiteY272" fmla="*/ 2986975 h 3538912"/>
              <a:gd name="connsiteX273" fmla="*/ 10110827 w 12195232"/>
              <a:gd name="connsiteY273" fmla="*/ 3048646 h 3538912"/>
              <a:gd name="connsiteX274" fmla="*/ 9482868 w 12195232"/>
              <a:gd name="connsiteY274" fmla="*/ 2406207 h 3538912"/>
              <a:gd name="connsiteX275" fmla="*/ 9435418 w 12195232"/>
              <a:gd name="connsiteY275" fmla="*/ 2262566 h 3538912"/>
              <a:gd name="connsiteX276" fmla="*/ 9397795 w 12195232"/>
              <a:gd name="connsiteY276" fmla="*/ 2272004 h 3538912"/>
              <a:gd name="connsiteX277" fmla="*/ 9446925 w 12195232"/>
              <a:gd name="connsiteY277" fmla="*/ 2420946 h 3538912"/>
              <a:gd name="connsiteX278" fmla="*/ 9482868 w 12195232"/>
              <a:gd name="connsiteY278" fmla="*/ 2406207 h 3538912"/>
              <a:gd name="connsiteX279" fmla="*/ 8436011 w 12195232"/>
              <a:gd name="connsiteY279" fmla="*/ 1216097 h 3538912"/>
              <a:gd name="connsiteX280" fmla="*/ 8430451 w 12195232"/>
              <a:gd name="connsiteY280" fmla="*/ 1177698 h 3538912"/>
              <a:gd name="connsiteX281" fmla="*/ 8277372 w 12195232"/>
              <a:gd name="connsiteY281" fmla="*/ 1215709 h 3538912"/>
              <a:gd name="connsiteX282" fmla="*/ 8290431 w 12195232"/>
              <a:gd name="connsiteY282" fmla="*/ 1252298 h 3538912"/>
              <a:gd name="connsiteX283" fmla="*/ 8436140 w 12195232"/>
              <a:gd name="connsiteY283" fmla="*/ 1216097 h 3538912"/>
              <a:gd name="connsiteX284" fmla="*/ 10417760 w 12195232"/>
              <a:gd name="connsiteY284" fmla="*/ 3107990 h 3538912"/>
              <a:gd name="connsiteX285" fmla="*/ 10419699 w 12195232"/>
              <a:gd name="connsiteY285" fmla="*/ 3069203 h 3538912"/>
              <a:gd name="connsiteX286" fmla="*/ 10269465 w 12195232"/>
              <a:gd name="connsiteY286" fmla="*/ 3051103 h 3538912"/>
              <a:gd name="connsiteX287" fmla="*/ 10262095 w 12195232"/>
              <a:gd name="connsiteY287" fmla="*/ 3089243 h 3538912"/>
              <a:gd name="connsiteX288" fmla="*/ 10417760 w 12195232"/>
              <a:gd name="connsiteY288" fmla="*/ 3107990 h 3538912"/>
              <a:gd name="connsiteX289" fmla="*/ 9408914 w 12195232"/>
              <a:gd name="connsiteY289" fmla="*/ 2113495 h 3538912"/>
              <a:gd name="connsiteX290" fmla="*/ 9402967 w 12195232"/>
              <a:gd name="connsiteY290" fmla="*/ 1998816 h 3538912"/>
              <a:gd name="connsiteX291" fmla="*/ 9402967 w 12195232"/>
              <a:gd name="connsiteY291" fmla="*/ 1961451 h 3538912"/>
              <a:gd name="connsiteX292" fmla="*/ 9364180 w 12195232"/>
              <a:gd name="connsiteY292" fmla="*/ 1961839 h 3538912"/>
              <a:gd name="connsiteX293" fmla="*/ 9364180 w 12195232"/>
              <a:gd name="connsiteY293" fmla="*/ 1998816 h 3538912"/>
              <a:gd name="connsiteX294" fmla="*/ 9370386 w 12195232"/>
              <a:gd name="connsiteY294" fmla="*/ 2117633 h 3538912"/>
              <a:gd name="connsiteX295" fmla="*/ 9408914 w 12195232"/>
              <a:gd name="connsiteY295" fmla="*/ 2113495 h 3538912"/>
              <a:gd name="connsiteX296" fmla="*/ 8593098 w 12195232"/>
              <a:gd name="connsiteY296" fmla="*/ 1207952 h 3538912"/>
              <a:gd name="connsiteX297" fmla="*/ 8736738 w 12195232"/>
              <a:gd name="connsiteY297" fmla="*/ 1221010 h 3538912"/>
              <a:gd name="connsiteX298" fmla="*/ 8743719 w 12195232"/>
              <a:gd name="connsiteY298" fmla="*/ 1182870 h 3538912"/>
              <a:gd name="connsiteX299" fmla="*/ 8592968 w 12195232"/>
              <a:gd name="connsiteY299" fmla="*/ 1169165 h 3538912"/>
              <a:gd name="connsiteX300" fmla="*/ 8586763 w 12195232"/>
              <a:gd name="connsiteY300" fmla="*/ 1169165 h 3538912"/>
              <a:gd name="connsiteX301" fmla="*/ 8586763 w 12195232"/>
              <a:gd name="connsiteY301" fmla="*/ 1207952 h 3538912"/>
              <a:gd name="connsiteX302" fmla="*/ 8592968 w 12195232"/>
              <a:gd name="connsiteY302" fmla="*/ 1207952 h 3538912"/>
              <a:gd name="connsiteX303" fmla="*/ 10727150 w 12195232"/>
              <a:gd name="connsiteY303" fmla="*/ 3109412 h 3538912"/>
              <a:gd name="connsiteX304" fmla="*/ 10727150 w 12195232"/>
              <a:gd name="connsiteY304" fmla="*/ 3070626 h 3538912"/>
              <a:gd name="connsiteX305" fmla="*/ 10573037 w 12195232"/>
              <a:gd name="connsiteY305" fmla="*/ 3070626 h 3538912"/>
              <a:gd name="connsiteX306" fmla="*/ 10573037 w 12195232"/>
              <a:gd name="connsiteY306" fmla="*/ 3109412 h 3538912"/>
              <a:gd name="connsiteX307" fmla="*/ 10727150 w 12195232"/>
              <a:gd name="connsiteY307" fmla="*/ 3109412 h 3538912"/>
              <a:gd name="connsiteX308" fmla="*/ 9385772 w 12195232"/>
              <a:gd name="connsiteY308" fmla="*/ 1804623 h 3538912"/>
              <a:gd name="connsiteX309" fmla="*/ 9338064 w 12195232"/>
              <a:gd name="connsiteY309" fmla="*/ 1654259 h 3538912"/>
              <a:gd name="connsiteX310" fmla="*/ 9302509 w 12195232"/>
              <a:gd name="connsiteY310" fmla="*/ 1669644 h 3538912"/>
              <a:gd name="connsiteX311" fmla="*/ 9347890 w 12195232"/>
              <a:gd name="connsiteY311" fmla="*/ 1812639 h 3538912"/>
              <a:gd name="connsiteX312" fmla="*/ 9385901 w 12195232"/>
              <a:gd name="connsiteY312" fmla="*/ 1804623 h 3538912"/>
              <a:gd name="connsiteX313" fmla="*/ 9014710 w 12195232"/>
              <a:gd name="connsiteY313" fmla="*/ 1330777 h 3538912"/>
              <a:gd name="connsiteX314" fmla="*/ 9035655 w 12195232"/>
              <a:gd name="connsiteY314" fmla="*/ 1298196 h 3538912"/>
              <a:gd name="connsiteX315" fmla="*/ 8895377 w 12195232"/>
              <a:gd name="connsiteY315" fmla="*/ 1226182 h 3538912"/>
              <a:gd name="connsiteX316" fmla="*/ 8881154 w 12195232"/>
              <a:gd name="connsiteY316" fmla="*/ 1262253 h 3538912"/>
              <a:gd name="connsiteX317" fmla="*/ 9014710 w 12195232"/>
              <a:gd name="connsiteY317" fmla="*/ 1330777 h 3538912"/>
              <a:gd name="connsiteX318" fmla="*/ 9261525 w 12195232"/>
              <a:gd name="connsiteY318" fmla="*/ 1516307 h 3538912"/>
              <a:gd name="connsiteX319" fmla="*/ 9169341 w 12195232"/>
              <a:gd name="connsiteY319" fmla="*/ 1406023 h 3538912"/>
              <a:gd name="connsiteX320" fmla="*/ 9159385 w 12195232"/>
              <a:gd name="connsiteY320" fmla="*/ 1396197 h 3538912"/>
              <a:gd name="connsiteX321" fmla="*/ 9132493 w 12195232"/>
              <a:gd name="connsiteY321" fmla="*/ 1424124 h 3538912"/>
              <a:gd name="connsiteX322" fmla="*/ 9141932 w 12195232"/>
              <a:gd name="connsiteY322" fmla="*/ 1433433 h 3538912"/>
              <a:gd name="connsiteX323" fmla="*/ 9229590 w 12195232"/>
              <a:gd name="connsiteY323" fmla="*/ 1538416 h 3538912"/>
              <a:gd name="connsiteX324" fmla="*/ 9261525 w 12195232"/>
              <a:gd name="connsiteY324" fmla="*/ 1516307 h 3538912"/>
              <a:gd name="connsiteX325" fmla="*/ 11035376 w 12195232"/>
              <a:gd name="connsiteY325" fmla="*/ 3109412 h 3538912"/>
              <a:gd name="connsiteX326" fmla="*/ 11035376 w 12195232"/>
              <a:gd name="connsiteY326" fmla="*/ 3070626 h 3538912"/>
              <a:gd name="connsiteX327" fmla="*/ 10881263 w 12195232"/>
              <a:gd name="connsiteY327" fmla="*/ 3070626 h 3538912"/>
              <a:gd name="connsiteX328" fmla="*/ 10881263 w 12195232"/>
              <a:gd name="connsiteY328" fmla="*/ 3109412 h 3538912"/>
              <a:gd name="connsiteX329" fmla="*/ 11035376 w 12195232"/>
              <a:gd name="connsiteY329" fmla="*/ 3109412 h 3538912"/>
              <a:gd name="connsiteX330" fmla="*/ 11343732 w 12195232"/>
              <a:gd name="connsiteY330" fmla="*/ 3109412 h 3538912"/>
              <a:gd name="connsiteX331" fmla="*/ 11343732 w 12195232"/>
              <a:gd name="connsiteY331" fmla="*/ 3070626 h 3538912"/>
              <a:gd name="connsiteX332" fmla="*/ 11189618 w 12195232"/>
              <a:gd name="connsiteY332" fmla="*/ 3070626 h 3538912"/>
              <a:gd name="connsiteX333" fmla="*/ 11189618 w 12195232"/>
              <a:gd name="connsiteY333" fmla="*/ 3109412 h 3538912"/>
              <a:gd name="connsiteX334" fmla="*/ 11343732 w 12195232"/>
              <a:gd name="connsiteY334" fmla="*/ 3109412 h 3538912"/>
              <a:gd name="connsiteX335" fmla="*/ 11652087 w 12195232"/>
              <a:gd name="connsiteY335" fmla="*/ 3109412 h 3538912"/>
              <a:gd name="connsiteX336" fmla="*/ 11652087 w 12195232"/>
              <a:gd name="connsiteY336" fmla="*/ 3070626 h 3538912"/>
              <a:gd name="connsiteX337" fmla="*/ 11497974 w 12195232"/>
              <a:gd name="connsiteY337" fmla="*/ 3070626 h 3538912"/>
              <a:gd name="connsiteX338" fmla="*/ 11497974 w 12195232"/>
              <a:gd name="connsiteY338" fmla="*/ 3109412 h 3538912"/>
              <a:gd name="connsiteX339" fmla="*/ 11652087 w 12195232"/>
              <a:gd name="connsiteY339" fmla="*/ 3109412 h 3538912"/>
              <a:gd name="connsiteX340" fmla="*/ 11960443 w 12195232"/>
              <a:gd name="connsiteY340" fmla="*/ 3109412 h 3538912"/>
              <a:gd name="connsiteX341" fmla="*/ 11960443 w 12195232"/>
              <a:gd name="connsiteY341" fmla="*/ 3070626 h 3538912"/>
              <a:gd name="connsiteX342" fmla="*/ 11806329 w 12195232"/>
              <a:gd name="connsiteY342" fmla="*/ 3070626 h 3538912"/>
              <a:gd name="connsiteX343" fmla="*/ 11806329 w 12195232"/>
              <a:gd name="connsiteY343" fmla="*/ 3109412 h 3538912"/>
              <a:gd name="connsiteX344" fmla="*/ 11960443 w 12195232"/>
              <a:gd name="connsiteY344" fmla="*/ 3109412 h 3538912"/>
              <a:gd name="connsiteX345" fmla="*/ 12195232 w 12195232"/>
              <a:gd name="connsiteY345" fmla="*/ 3109412 h 3538912"/>
              <a:gd name="connsiteX346" fmla="*/ 12195232 w 12195232"/>
              <a:gd name="connsiteY346" fmla="*/ 3070626 h 3538912"/>
              <a:gd name="connsiteX347" fmla="*/ 12117659 w 12195232"/>
              <a:gd name="connsiteY347" fmla="*/ 3070626 h 3538912"/>
              <a:gd name="connsiteX348" fmla="*/ 12117659 w 12195232"/>
              <a:gd name="connsiteY348" fmla="*/ 3109412 h 3538912"/>
              <a:gd name="connsiteX349" fmla="*/ 12195232 w 12195232"/>
              <a:gd name="connsiteY349" fmla="*/ 3109412 h 3538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</a:cxnLst>
            <a:rect l="l" t="t" r="r" b="b"/>
            <a:pathLst>
              <a:path w="12195232" h="3538912">
                <a:moveTo>
                  <a:pt x="0" y="160578"/>
                </a:moveTo>
                <a:lnTo>
                  <a:pt x="0" y="121791"/>
                </a:lnTo>
                <a:lnTo>
                  <a:pt x="77574" y="121791"/>
                </a:lnTo>
                <a:lnTo>
                  <a:pt x="77574" y="160578"/>
                </a:lnTo>
                <a:lnTo>
                  <a:pt x="0" y="160578"/>
                </a:lnTo>
                <a:close/>
                <a:moveTo>
                  <a:pt x="385929" y="160578"/>
                </a:moveTo>
                <a:lnTo>
                  <a:pt x="385929" y="121791"/>
                </a:lnTo>
                <a:lnTo>
                  <a:pt x="231816" y="121791"/>
                </a:lnTo>
                <a:cubicBezTo>
                  <a:pt x="231816" y="121791"/>
                  <a:pt x="231816" y="160578"/>
                  <a:pt x="231816" y="160578"/>
                </a:cubicBezTo>
                <a:lnTo>
                  <a:pt x="385929" y="160578"/>
                </a:lnTo>
                <a:close/>
                <a:moveTo>
                  <a:pt x="694285" y="160578"/>
                </a:moveTo>
                <a:lnTo>
                  <a:pt x="694285" y="121791"/>
                </a:lnTo>
                <a:cubicBezTo>
                  <a:pt x="694285" y="121791"/>
                  <a:pt x="540172" y="121791"/>
                  <a:pt x="540172" y="121791"/>
                </a:cubicBezTo>
                <a:lnTo>
                  <a:pt x="540172" y="160578"/>
                </a:lnTo>
                <a:lnTo>
                  <a:pt x="694285" y="160578"/>
                </a:lnTo>
                <a:close/>
                <a:moveTo>
                  <a:pt x="1002640" y="160578"/>
                </a:moveTo>
                <a:lnTo>
                  <a:pt x="1002640" y="121791"/>
                </a:lnTo>
                <a:lnTo>
                  <a:pt x="848527" y="121791"/>
                </a:lnTo>
                <a:lnTo>
                  <a:pt x="848527" y="160578"/>
                </a:lnTo>
                <a:lnTo>
                  <a:pt x="1002640" y="160578"/>
                </a:lnTo>
                <a:close/>
                <a:moveTo>
                  <a:pt x="2716890" y="1843280"/>
                </a:moveTo>
                <a:lnTo>
                  <a:pt x="2743782" y="1815354"/>
                </a:lnTo>
                <a:cubicBezTo>
                  <a:pt x="2707581" y="1780575"/>
                  <a:pt x="2674612" y="1742305"/>
                  <a:pt x="2645522" y="1701579"/>
                </a:cubicBezTo>
                <a:lnTo>
                  <a:pt x="2613975" y="1724075"/>
                </a:lnTo>
                <a:cubicBezTo>
                  <a:pt x="2641255" y="1762216"/>
                  <a:pt x="2671897" y="1798417"/>
                  <a:pt x="2705124" y="1831644"/>
                </a:cubicBezTo>
                <a:cubicBezTo>
                  <a:pt x="2709003" y="1835523"/>
                  <a:pt x="2713011" y="1839402"/>
                  <a:pt x="2717019" y="1843280"/>
                </a:cubicBezTo>
                <a:close/>
                <a:moveTo>
                  <a:pt x="2979089" y="2015494"/>
                </a:moveTo>
                <a:lnTo>
                  <a:pt x="2994086" y="1979681"/>
                </a:lnTo>
                <a:cubicBezTo>
                  <a:pt x="2947930" y="1960417"/>
                  <a:pt x="2903325" y="1936757"/>
                  <a:pt x="2861306" y="1909089"/>
                </a:cubicBezTo>
                <a:lnTo>
                  <a:pt x="2839973" y="1941540"/>
                </a:lnTo>
                <a:cubicBezTo>
                  <a:pt x="2883932" y="1970372"/>
                  <a:pt x="2930734" y="1995325"/>
                  <a:pt x="2979089" y="2015494"/>
                </a:cubicBezTo>
                <a:close/>
                <a:moveTo>
                  <a:pt x="2569758" y="1571643"/>
                </a:moveTo>
                <a:cubicBezTo>
                  <a:pt x="2548684" y="1526133"/>
                  <a:pt x="2531747" y="1478555"/>
                  <a:pt x="2519465" y="1429942"/>
                </a:cubicBezTo>
                <a:lnTo>
                  <a:pt x="2481841" y="1439509"/>
                </a:lnTo>
                <a:cubicBezTo>
                  <a:pt x="2494770" y="1490449"/>
                  <a:pt x="2512483" y="1540355"/>
                  <a:pt x="2534591" y="1587934"/>
                </a:cubicBezTo>
                <a:lnTo>
                  <a:pt x="2569758" y="1571643"/>
                </a:lnTo>
                <a:close/>
                <a:moveTo>
                  <a:pt x="1310996" y="160578"/>
                </a:moveTo>
                <a:lnTo>
                  <a:pt x="1310996" y="121791"/>
                </a:lnTo>
                <a:lnTo>
                  <a:pt x="1156883" y="121791"/>
                </a:lnTo>
                <a:lnTo>
                  <a:pt x="1156883" y="160578"/>
                </a:lnTo>
                <a:cubicBezTo>
                  <a:pt x="1156883" y="160578"/>
                  <a:pt x="1310996" y="160578"/>
                  <a:pt x="1310996" y="160578"/>
                </a:cubicBezTo>
                <a:close/>
                <a:moveTo>
                  <a:pt x="3286022" y="2080397"/>
                </a:moveTo>
                <a:lnTo>
                  <a:pt x="3286927" y="2041610"/>
                </a:lnTo>
                <a:cubicBezTo>
                  <a:pt x="3236633" y="2040447"/>
                  <a:pt x="3186340" y="2034629"/>
                  <a:pt x="3137598" y="2024286"/>
                </a:cubicBezTo>
                <a:lnTo>
                  <a:pt x="3129582" y="2062167"/>
                </a:lnTo>
                <a:cubicBezTo>
                  <a:pt x="3180780" y="2073028"/>
                  <a:pt x="3233401" y="2079104"/>
                  <a:pt x="3286022" y="2080268"/>
                </a:cubicBezTo>
                <a:close/>
                <a:moveTo>
                  <a:pt x="2496322" y="1281388"/>
                </a:moveTo>
                <a:cubicBezTo>
                  <a:pt x="2495029" y="1260831"/>
                  <a:pt x="2494512" y="1240016"/>
                  <a:pt x="2494770" y="1219329"/>
                </a:cubicBezTo>
                <a:cubicBezTo>
                  <a:pt x="2495158" y="1188558"/>
                  <a:pt x="2494253" y="1157658"/>
                  <a:pt x="2492184" y="1127146"/>
                </a:cubicBezTo>
                <a:lnTo>
                  <a:pt x="2453527" y="1129861"/>
                </a:lnTo>
                <a:cubicBezTo>
                  <a:pt x="2455596" y="1159210"/>
                  <a:pt x="2456501" y="1189076"/>
                  <a:pt x="2456113" y="1218683"/>
                </a:cubicBezTo>
                <a:cubicBezTo>
                  <a:pt x="2455854" y="1240274"/>
                  <a:pt x="2456371" y="1262253"/>
                  <a:pt x="2457664" y="1283715"/>
                </a:cubicBezTo>
                <a:lnTo>
                  <a:pt x="2496322" y="1281259"/>
                </a:lnTo>
                <a:close/>
                <a:moveTo>
                  <a:pt x="1614309" y="180100"/>
                </a:moveTo>
                <a:lnTo>
                  <a:pt x="1621808" y="142089"/>
                </a:lnTo>
                <a:cubicBezTo>
                  <a:pt x="1570738" y="132134"/>
                  <a:pt x="1518376" y="125669"/>
                  <a:pt x="1466143" y="123213"/>
                </a:cubicBezTo>
                <a:lnTo>
                  <a:pt x="1464204" y="162000"/>
                </a:lnTo>
                <a:cubicBezTo>
                  <a:pt x="1514627" y="164456"/>
                  <a:pt x="1565179" y="170662"/>
                  <a:pt x="1614309" y="180230"/>
                </a:cubicBezTo>
                <a:close/>
                <a:moveTo>
                  <a:pt x="3595670" y="2030104"/>
                </a:moveTo>
                <a:lnTo>
                  <a:pt x="3582483" y="1993644"/>
                </a:lnTo>
                <a:cubicBezTo>
                  <a:pt x="3535422" y="2010710"/>
                  <a:pt x="3486421" y="2023381"/>
                  <a:pt x="3436903" y="2031397"/>
                </a:cubicBezTo>
                <a:lnTo>
                  <a:pt x="3443109" y="2069666"/>
                </a:lnTo>
                <a:cubicBezTo>
                  <a:pt x="3494954" y="2061262"/>
                  <a:pt x="3546282" y="2047946"/>
                  <a:pt x="3595670" y="2030104"/>
                </a:cubicBezTo>
                <a:close/>
                <a:moveTo>
                  <a:pt x="2469947" y="971998"/>
                </a:moveTo>
                <a:cubicBezTo>
                  <a:pt x="2458828" y="921058"/>
                  <a:pt x="2443830" y="870377"/>
                  <a:pt x="2425342" y="821635"/>
                </a:cubicBezTo>
                <a:lnTo>
                  <a:pt x="2389012" y="835339"/>
                </a:lnTo>
                <a:cubicBezTo>
                  <a:pt x="2406854" y="882401"/>
                  <a:pt x="2421334" y="931143"/>
                  <a:pt x="2432065" y="980273"/>
                </a:cubicBezTo>
                <a:lnTo>
                  <a:pt x="2469947" y="971998"/>
                </a:lnTo>
                <a:close/>
                <a:moveTo>
                  <a:pt x="1898616" y="280558"/>
                </a:moveTo>
                <a:lnTo>
                  <a:pt x="1916717" y="246297"/>
                </a:lnTo>
                <a:cubicBezTo>
                  <a:pt x="1870560" y="221990"/>
                  <a:pt x="1822206" y="200787"/>
                  <a:pt x="1773076" y="183332"/>
                </a:cubicBezTo>
                <a:lnTo>
                  <a:pt x="1760147" y="219921"/>
                </a:lnTo>
                <a:cubicBezTo>
                  <a:pt x="1807597" y="236729"/>
                  <a:pt x="1854141" y="257028"/>
                  <a:pt x="1898616" y="280558"/>
                </a:cubicBezTo>
                <a:close/>
                <a:moveTo>
                  <a:pt x="2359275" y="679287"/>
                </a:moveTo>
                <a:cubicBezTo>
                  <a:pt x="2333934" y="633648"/>
                  <a:pt x="2304973" y="589560"/>
                  <a:pt x="2273427" y="548058"/>
                </a:cubicBezTo>
                <a:lnTo>
                  <a:pt x="2242656" y="571589"/>
                </a:lnTo>
                <a:cubicBezTo>
                  <a:pt x="2273168" y="611669"/>
                  <a:pt x="2301095" y="654205"/>
                  <a:pt x="2325530" y="698163"/>
                </a:cubicBezTo>
                <a:lnTo>
                  <a:pt x="2359404" y="679287"/>
                </a:lnTo>
                <a:close/>
                <a:moveTo>
                  <a:pt x="2142327" y="458331"/>
                </a:moveTo>
                <a:lnTo>
                  <a:pt x="2169478" y="430663"/>
                </a:lnTo>
                <a:cubicBezTo>
                  <a:pt x="2132113" y="394204"/>
                  <a:pt x="2091904" y="360071"/>
                  <a:pt x="2049756" y="329300"/>
                </a:cubicBezTo>
                <a:lnTo>
                  <a:pt x="2026872" y="360588"/>
                </a:lnTo>
                <a:cubicBezTo>
                  <a:pt x="2067469" y="390196"/>
                  <a:pt x="2106255" y="423035"/>
                  <a:pt x="2142327" y="458331"/>
                </a:cubicBezTo>
                <a:close/>
                <a:moveTo>
                  <a:pt x="3865886" y="1870560"/>
                </a:moveTo>
                <a:lnTo>
                  <a:pt x="3840416" y="1841341"/>
                </a:lnTo>
                <a:cubicBezTo>
                  <a:pt x="3802663" y="1874310"/>
                  <a:pt x="3761678" y="1904046"/>
                  <a:pt x="3718625" y="1929516"/>
                </a:cubicBezTo>
                <a:lnTo>
                  <a:pt x="3738406" y="1962873"/>
                </a:lnTo>
                <a:cubicBezTo>
                  <a:pt x="3783528" y="1936240"/>
                  <a:pt x="3826452" y="1905081"/>
                  <a:pt x="3866015" y="1870560"/>
                </a:cubicBezTo>
                <a:close/>
                <a:moveTo>
                  <a:pt x="3974359" y="1756398"/>
                </a:moveTo>
                <a:cubicBezTo>
                  <a:pt x="4006941" y="1715154"/>
                  <a:pt x="4035772" y="1670679"/>
                  <a:pt x="4060078" y="1624135"/>
                </a:cubicBezTo>
                <a:lnTo>
                  <a:pt x="4025687" y="1606163"/>
                </a:lnTo>
                <a:cubicBezTo>
                  <a:pt x="4002415" y="1650510"/>
                  <a:pt x="3975006" y="1692917"/>
                  <a:pt x="3943847" y="1732350"/>
                </a:cubicBezTo>
                <a:lnTo>
                  <a:pt x="3974359" y="1756398"/>
                </a:lnTo>
                <a:close/>
                <a:moveTo>
                  <a:pt x="4119810" y="1478555"/>
                </a:moveTo>
                <a:cubicBezTo>
                  <a:pt x="4135066" y="1428390"/>
                  <a:pt x="4145797" y="1376545"/>
                  <a:pt x="4151486" y="1324312"/>
                </a:cubicBezTo>
                <a:lnTo>
                  <a:pt x="4112958" y="1320046"/>
                </a:lnTo>
                <a:cubicBezTo>
                  <a:pt x="4107528" y="1369952"/>
                  <a:pt x="4097314" y="1419469"/>
                  <a:pt x="4082704" y="1467306"/>
                </a:cubicBezTo>
                <a:lnTo>
                  <a:pt x="4119810" y="1478555"/>
                </a:lnTo>
                <a:close/>
                <a:moveTo>
                  <a:pt x="6017909" y="3290030"/>
                </a:moveTo>
                <a:lnTo>
                  <a:pt x="6043250" y="3260681"/>
                </a:lnTo>
                <a:cubicBezTo>
                  <a:pt x="6005110" y="3227842"/>
                  <a:pt x="5969297" y="3192028"/>
                  <a:pt x="5936457" y="3153759"/>
                </a:cubicBezTo>
                <a:lnTo>
                  <a:pt x="5906979" y="3178970"/>
                </a:lnTo>
                <a:cubicBezTo>
                  <a:pt x="5924174" y="3199010"/>
                  <a:pt x="5942275" y="3218533"/>
                  <a:pt x="5960893" y="3237151"/>
                </a:cubicBezTo>
                <a:cubicBezTo>
                  <a:pt x="5979510" y="3255768"/>
                  <a:pt x="5998257" y="3273093"/>
                  <a:pt x="6017909" y="3290030"/>
                </a:cubicBezTo>
                <a:close/>
                <a:moveTo>
                  <a:pt x="6283470" y="3455779"/>
                </a:moveTo>
                <a:lnTo>
                  <a:pt x="6298726" y="3420095"/>
                </a:lnTo>
                <a:cubicBezTo>
                  <a:pt x="6252570" y="3400314"/>
                  <a:pt x="6207577" y="3376783"/>
                  <a:pt x="6164911" y="3350149"/>
                </a:cubicBezTo>
                <a:lnTo>
                  <a:pt x="6144354" y="3382989"/>
                </a:lnTo>
                <a:cubicBezTo>
                  <a:pt x="6188701" y="3410657"/>
                  <a:pt x="6235504" y="3435222"/>
                  <a:pt x="6283470" y="3455650"/>
                </a:cubicBezTo>
                <a:close/>
                <a:moveTo>
                  <a:pt x="5847118" y="3031968"/>
                </a:moveTo>
                <a:cubicBezTo>
                  <a:pt x="5820484" y="2989302"/>
                  <a:pt x="5797083" y="2944180"/>
                  <a:pt x="5777302" y="2898024"/>
                </a:cubicBezTo>
                <a:lnTo>
                  <a:pt x="5741618" y="2913280"/>
                </a:lnTo>
                <a:cubicBezTo>
                  <a:pt x="5762175" y="2961247"/>
                  <a:pt x="5786481" y="3008179"/>
                  <a:pt x="5814149" y="3052525"/>
                </a:cubicBezTo>
                <a:lnTo>
                  <a:pt x="5847118" y="3031968"/>
                </a:lnTo>
                <a:close/>
                <a:moveTo>
                  <a:pt x="6586654" y="3533611"/>
                </a:moveTo>
                <a:lnTo>
                  <a:pt x="6590533" y="3494953"/>
                </a:lnTo>
                <a:cubicBezTo>
                  <a:pt x="6540368" y="3490041"/>
                  <a:pt x="6490333" y="3481120"/>
                  <a:pt x="6441720" y="3468708"/>
                </a:cubicBezTo>
                <a:lnTo>
                  <a:pt x="6432024" y="3506331"/>
                </a:lnTo>
                <a:cubicBezTo>
                  <a:pt x="6482447" y="3519260"/>
                  <a:pt x="6534550" y="3528440"/>
                  <a:pt x="6586654" y="3533611"/>
                </a:cubicBezTo>
                <a:close/>
                <a:moveTo>
                  <a:pt x="5728818" y="2754901"/>
                </a:moveTo>
                <a:cubicBezTo>
                  <a:pt x="5716406" y="2706288"/>
                  <a:pt x="5707614" y="2656253"/>
                  <a:pt x="5702831" y="2606088"/>
                </a:cubicBezTo>
                <a:lnTo>
                  <a:pt x="5664173" y="2609838"/>
                </a:lnTo>
                <a:cubicBezTo>
                  <a:pt x="5669215" y="2661941"/>
                  <a:pt x="5678395" y="2713916"/>
                  <a:pt x="5691195" y="2764468"/>
                </a:cubicBezTo>
                <a:lnTo>
                  <a:pt x="5728818" y="2754901"/>
                </a:lnTo>
                <a:close/>
                <a:moveTo>
                  <a:pt x="4158080" y="1168518"/>
                </a:moveTo>
                <a:lnTo>
                  <a:pt x="4161312" y="1014405"/>
                </a:lnTo>
                <a:lnTo>
                  <a:pt x="4122525" y="1013630"/>
                </a:lnTo>
                <a:lnTo>
                  <a:pt x="4119293" y="1167743"/>
                </a:lnTo>
                <a:lnTo>
                  <a:pt x="4158080" y="1168518"/>
                </a:lnTo>
                <a:close/>
                <a:moveTo>
                  <a:pt x="6899147" y="3523785"/>
                </a:moveTo>
                <a:lnTo>
                  <a:pt x="6892553" y="3485516"/>
                </a:lnTo>
                <a:cubicBezTo>
                  <a:pt x="6843164" y="3494049"/>
                  <a:pt x="6792483" y="3498962"/>
                  <a:pt x="6742060" y="3500125"/>
                </a:cubicBezTo>
                <a:lnTo>
                  <a:pt x="6742965" y="3538912"/>
                </a:lnTo>
                <a:cubicBezTo>
                  <a:pt x="6795328" y="3537619"/>
                  <a:pt x="6847948" y="3532577"/>
                  <a:pt x="6899147" y="3523785"/>
                </a:cubicBezTo>
                <a:close/>
                <a:moveTo>
                  <a:pt x="5698693" y="2454302"/>
                </a:moveTo>
                <a:lnTo>
                  <a:pt x="5700633" y="2300060"/>
                </a:lnTo>
                <a:lnTo>
                  <a:pt x="5661846" y="2299543"/>
                </a:lnTo>
                <a:lnTo>
                  <a:pt x="5659907" y="2453785"/>
                </a:lnTo>
                <a:lnTo>
                  <a:pt x="5698693" y="2454302"/>
                </a:lnTo>
                <a:close/>
                <a:moveTo>
                  <a:pt x="4164415" y="860292"/>
                </a:moveTo>
                <a:lnTo>
                  <a:pt x="4165708" y="796423"/>
                </a:lnTo>
                <a:cubicBezTo>
                  <a:pt x="4165708" y="766945"/>
                  <a:pt x="4167388" y="737209"/>
                  <a:pt x="4170750" y="708119"/>
                </a:cubicBezTo>
                <a:lnTo>
                  <a:pt x="4132222" y="703593"/>
                </a:lnTo>
                <a:cubicBezTo>
                  <a:pt x="4128731" y="734235"/>
                  <a:pt x="4126921" y="765394"/>
                  <a:pt x="4126921" y="795906"/>
                </a:cubicBezTo>
                <a:lnTo>
                  <a:pt x="4125628" y="859387"/>
                </a:lnTo>
                <a:lnTo>
                  <a:pt x="4164415" y="860163"/>
                </a:lnTo>
                <a:close/>
                <a:moveTo>
                  <a:pt x="5702701" y="2145818"/>
                </a:moveTo>
                <a:lnTo>
                  <a:pt x="5704641" y="1991575"/>
                </a:lnTo>
                <a:lnTo>
                  <a:pt x="5665854" y="1991058"/>
                </a:lnTo>
                <a:lnTo>
                  <a:pt x="5663915" y="2145301"/>
                </a:lnTo>
                <a:lnTo>
                  <a:pt x="5702701" y="2145818"/>
                </a:lnTo>
                <a:close/>
                <a:moveTo>
                  <a:pt x="7196383" y="3426042"/>
                </a:moveTo>
                <a:lnTo>
                  <a:pt x="7178929" y="3391393"/>
                </a:lnTo>
                <a:cubicBezTo>
                  <a:pt x="7133937" y="3414019"/>
                  <a:pt x="7087005" y="3433412"/>
                  <a:pt x="7039167" y="3449056"/>
                </a:cubicBezTo>
                <a:lnTo>
                  <a:pt x="7051321" y="3485903"/>
                </a:lnTo>
                <a:cubicBezTo>
                  <a:pt x="7100838" y="3469613"/>
                  <a:pt x="7149710" y="3449444"/>
                  <a:pt x="7196383" y="3426042"/>
                </a:cubicBezTo>
                <a:close/>
                <a:moveTo>
                  <a:pt x="4202943" y="561504"/>
                </a:moveTo>
                <a:cubicBezTo>
                  <a:pt x="4218458" y="513926"/>
                  <a:pt x="4238757" y="467769"/>
                  <a:pt x="4263451" y="424199"/>
                </a:cubicBezTo>
                <a:lnTo>
                  <a:pt x="4229706" y="405064"/>
                </a:lnTo>
                <a:cubicBezTo>
                  <a:pt x="4203848" y="450962"/>
                  <a:pt x="4182386" y="499445"/>
                  <a:pt x="4166096" y="549480"/>
                </a:cubicBezTo>
                <a:lnTo>
                  <a:pt x="4202943" y="561504"/>
                </a:lnTo>
                <a:close/>
                <a:moveTo>
                  <a:pt x="5706710" y="1837333"/>
                </a:moveTo>
                <a:lnTo>
                  <a:pt x="5708649" y="1683091"/>
                </a:lnTo>
                <a:lnTo>
                  <a:pt x="5669862" y="1682573"/>
                </a:lnTo>
                <a:lnTo>
                  <a:pt x="5667923" y="1836816"/>
                </a:lnTo>
                <a:lnTo>
                  <a:pt x="5706710" y="1837333"/>
                </a:lnTo>
                <a:close/>
                <a:moveTo>
                  <a:pt x="7452247" y="3245942"/>
                </a:moveTo>
                <a:lnTo>
                  <a:pt x="7425484" y="3217886"/>
                </a:lnTo>
                <a:cubicBezTo>
                  <a:pt x="7389025" y="3252536"/>
                  <a:pt x="7349720" y="3284858"/>
                  <a:pt x="7308606" y="3313819"/>
                </a:cubicBezTo>
                <a:lnTo>
                  <a:pt x="7330974" y="3345495"/>
                </a:lnTo>
                <a:cubicBezTo>
                  <a:pt x="7373639" y="3315500"/>
                  <a:pt x="7414494" y="3282014"/>
                  <a:pt x="7452247" y="3245942"/>
                </a:cubicBezTo>
                <a:close/>
                <a:moveTo>
                  <a:pt x="4349687" y="301503"/>
                </a:moveTo>
                <a:cubicBezTo>
                  <a:pt x="4361711" y="287540"/>
                  <a:pt x="4374511" y="273835"/>
                  <a:pt x="4387698" y="260648"/>
                </a:cubicBezTo>
                <a:cubicBezTo>
                  <a:pt x="4409936" y="238410"/>
                  <a:pt x="4433725" y="217336"/>
                  <a:pt x="4458549" y="198072"/>
                </a:cubicBezTo>
                <a:lnTo>
                  <a:pt x="4434760" y="167430"/>
                </a:lnTo>
                <a:cubicBezTo>
                  <a:pt x="4408772" y="187728"/>
                  <a:pt x="4383690" y="209837"/>
                  <a:pt x="4360289" y="233109"/>
                </a:cubicBezTo>
                <a:cubicBezTo>
                  <a:pt x="4346455" y="246943"/>
                  <a:pt x="4333009" y="261294"/>
                  <a:pt x="4320338" y="276033"/>
                </a:cubicBezTo>
                <a:lnTo>
                  <a:pt x="4349687" y="301374"/>
                </a:lnTo>
                <a:close/>
                <a:moveTo>
                  <a:pt x="5710588" y="1528978"/>
                </a:moveTo>
                <a:lnTo>
                  <a:pt x="5712528" y="1374864"/>
                </a:lnTo>
                <a:lnTo>
                  <a:pt x="5673741" y="1374347"/>
                </a:lnTo>
                <a:lnTo>
                  <a:pt x="5671801" y="1528460"/>
                </a:lnTo>
                <a:lnTo>
                  <a:pt x="5710588" y="1528978"/>
                </a:lnTo>
                <a:close/>
                <a:moveTo>
                  <a:pt x="7557618" y="3129582"/>
                </a:moveTo>
                <a:cubicBezTo>
                  <a:pt x="7589811" y="3088338"/>
                  <a:pt x="7619030" y="3044509"/>
                  <a:pt x="7644759" y="2999128"/>
                </a:cubicBezTo>
                <a:lnTo>
                  <a:pt x="7611015" y="2980123"/>
                </a:lnTo>
                <a:cubicBezTo>
                  <a:pt x="7586321" y="3023823"/>
                  <a:pt x="7558136" y="3066100"/>
                  <a:pt x="7527106" y="3105792"/>
                </a:cubicBezTo>
                <a:lnTo>
                  <a:pt x="7557618" y="3129711"/>
                </a:lnTo>
                <a:close/>
                <a:moveTo>
                  <a:pt x="5714596" y="1220622"/>
                </a:moveTo>
                <a:lnTo>
                  <a:pt x="5716535" y="1066380"/>
                </a:lnTo>
                <a:lnTo>
                  <a:pt x="5677749" y="1065863"/>
                </a:lnTo>
                <a:lnTo>
                  <a:pt x="5675680" y="1220105"/>
                </a:lnTo>
                <a:lnTo>
                  <a:pt x="5714467" y="1220622"/>
                </a:lnTo>
                <a:close/>
                <a:moveTo>
                  <a:pt x="4725790" y="64774"/>
                </a:moveTo>
                <a:lnTo>
                  <a:pt x="4715705" y="27280"/>
                </a:lnTo>
                <a:cubicBezTo>
                  <a:pt x="4664895" y="40985"/>
                  <a:pt x="4615377" y="59861"/>
                  <a:pt x="4568186" y="83392"/>
                </a:cubicBezTo>
                <a:lnTo>
                  <a:pt x="4585511" y="118041"/>
                </a:lnTo>
                <a:cubicBezTo>
                  <a:pt x="4630245" y="95674"/>
                  <a:pt x="4677436" y="77703"/>
                  <a:pt x="4725790" y="64774"/>
                </a:cubicBezTo>
                <a:close/>
                <a:moveTo>
                  <a:pt x="5718604" y="912137"/>
                </a:moveTo>
                <a:lnTo>
                  <a:pt x="5720027" y="806637"/>
                </a:lnTo>
                <a:cubicBezTo>
                  <a:pt x="5720285" y="789959"/>
                  <a:pt x="5720027" y="773151"/>
                  <a:pt x="5719121" y="756731"/>
                </a:cubicBezTo>
                <a:lnTo>
                  <a:pt x="5680335" y="758671"/>
                </a:lnTo>
                <a:cubicBezTo>
                  <a:pt x="5681110" y="774315"/>
                  <a:pt x="5681369" y="790347"/>
                  <a:pt x="5681240" y="806249"/>
                </a:cubicBezTo>
                <a:lnTo>
                  <a:pt x="5679817" y="911749"/>
                </a:lnTo>
                <a:lnTo>
                  <a:pt x="5718604" y="912267"/>
                </a:lnTo>
                <a:close/>
                <a:moveTo>
                  <a:pt x="7711473" y="2857169"/>
                </a:moveTo>
                <a:cubicBezTo>
                  <a:pt x="7730090" y="2808426"/>
                  <a:pt x="7745217" y="2757874"/>
                  <a:pt x="7756336" y="2706805"/>
                </a:cubicBezTo>
                <a:lnTo>
                  <a:pt x="7718454" y="2698530"/>
                </a:lnTo>
                <a:cubicBezTo>
                  <a:pt x="7707723" y="2747660"/>
                  <a:pt x="7693242" y="2796403"/>
                  <a:pt x="7675272" y="2843335"/>
                </a:cubicBezTo>
                <a:lnTo>
                  <a:pt x="7711473" y="2857169"/>
                </a:lnTo>
                <a:close/>
                <a:moveTo>
                  <a:pt x="4923474" y="38658"/>
                </a:moveTo>
                <a:cubicBezTo>
                  <a:pt x="4957089" y="38658"/>
                  <a:pt x="4990833" y="40855"/>
                  <a:pt x="5023803" y="45251"/>
                </a:cubicBezTo>
                <a:lnTo>
                  <a:pt x="5028845" y="6852"/>
                </a:lnTo>
                <a:cubicBezTo>
                  <a:pt x="4994195" y="2327"/>
                  <a:pt x="4958770" y="0"/>
                  <a:pt x="4923474" y="0"/>
                </a:cubicBezTo>
                <a:cubicBezTo>
                  <a:pt x="4906020" y="0"/>
                  <a:pt x="4888436" y="517"/>
                  <a:pt x="4871241" y="1681"/>
                </a:cubicBezTo>
                <a:lnTo>
                  <a:pt x="4873697" y="40338"/>
                </a:lnTo>
                <a:cubicBezTo>
                  <a:pt x="4890117" y="39304"/>
                  <a:pt x="4906925" y="38787"/>
                  <a:pt x="4923474" y="38787"/>
                </a:cubicBezTo>
                <a:close/>
                <a:moveTo>
                  <a:pt x="5695849" y="600808"/>
                </a:moveTo>
                <a:cubicBezTo>
                  <a:pt x="5682920" y="549868"/>
                  <a:pt x="5664949" y="499962"/>
                  <a:pt x="5642194" y="452513"/>
                </a:cubicBezTo>
                <a:lnTo>
                  <a:pt x="5607157" y="469321"/>
                </a:lnTo>
                <a:cubicBezTo>
                  <a:pt x="5628748" y="514443"/>
                  <a:pt x="5645944" y="561892"/>
                  <a:pt x="5658226" y="610376"/>
                </a:cubicBezTo>
                <a:lnTo>
                  <a:pt x="5695849" y="600938"/>
                </a:lnTo>
                <a:close/>
                <a:moveTo>
                  <a:pt x="5306171" y="142218"/>
                </a:moveTo>
                <a:lnTo>
                  <a:pt x="5325823" y="108732"/>
                </a:lnTo>
                <a:cubicBezTo>
                  <a:pt x="5280442" y="82099"/>
                  <a:pt x="5232088" y="59990"/>
                  <a:pt x="5182441" y="42924"/>
                </a:cubicBezTo>
                <a:lnTo>
                  <a:pt x="5169899" y="79642"/>
                </a:lnTo>
                <a:cubicBezTo>
                  <a:pt x="5217219" y="95933"/>
                  <a:pt x="5262988" y="117007"/>
                  <a:pt x="5306300" y="142348"/>
                </a:cubicBezTo>
                <a:close/>
                <a:moveTo>
                  <a:pt x="5560225" y="317664"/>
                </a:moveTo>
                <a:cubicBezTo>
                  <a:pt x="5528678" y="275774"/>
                  <a:pt x="5492606" y="236470"/>
                  <a:pt x="5453431" y="201562"/>
                </a:cubicBezTo>
                <a:lnTo>
                  <a:pt x="5427573" y="230523"/>
                </a:lnTo>
                <a:cubicBezTo>
                  <a:pt x="5464938" y="263751"/>
                  <a:pt x="5499200" y="301115"/>
                  <a:pt x="5529195" y="340936"/>
                </a:cubicBezTo>
                <a:lnTo>
                  <a:pt x="5560225" y="317664"/>
                </a:lnTo>
                <a:close/>
                <a:moveTo>
                  <a:pt x="7778315" y="2551399"/>
                </a:moveTo>
                <a:cubicBezTo>
                  <a:pt x="7779996" y="2527222"/>
                  <a:pt x="7780772" y="2502657"/>
                  <a:pt x="7780772" y="2478350"/>
                </a:cubicBezTo>
                <a:lnTo>
                  <a:pt x="7780772" y="2395993"/>
                </a:lnTo>
                <a:cubicBezTo>
                  <a:pt x="7780772" y="2395993"/>
                  <a:pt x="7741855" y="2396381"/>
                  <a:pt x="7741855" y="2396381"/>
                </a:cubicBezTo>
                <a:lnTo>
                  <a:pt x="7741855" y="2478350"/>
                </a:lnTo>
                <a:cubicBezTo>
                  <a:pt x="7741855" y="2501752"/>
                  <a:pt x="7741209" y="2525412"/>
                  <a:pt x="7739658" y="2548813"/>
                </a:cubicBezTo>
                <a:lnTo>
                  <a:pt x="7778315" y="2551399"/>
                </a:lnTo>
                <a:close/>
                <a:moveTo>
                  <a:pt x="7780384" y="2241880"/>
                </a:moveTo>
                <a:lnTo>
                  <a:pt x="7780384" y="2087637"/>
                </a:lnTo>
                <a:cubicBezTo>
                  <a:pt x="7780384" y="2087637"/>
                  <a:pt x="7741468" y="2087637"/>
                  <a:pt x="7741468" y="2087637"/>
                </a:cubicBezTo>
                <a:lnTo>
                  <a:pt x="7741468" y="2241880"/>
                </a:lnTo>
                <a:cubicBezTo>
                  <a:pt x="7741468" y="2241880"/>
                  <a:pt x="7780384" y="2241880"/>
                  <a:pt x="7780384" y="2241880"/>
                </a:cubicBezTo>
                <a:close/>
                <a:moveTo>
                  <a:pt x="7781289" y="1934559"/>
                </a:moveTo>
                <a:cubicBezTo>
                  <a:pt x="7784004" y="1884394"/>
                  <a:pt x="7791503" y="1834489"/>
                  <a:pt x="7803786" y="1786134"/>
                </a:cubicBezTo>
                <a:lnTo>
                  <a:pt x="7766162" y="1776567"/>
                </a:lnTo>
                <a:cubicBezTo>
                  <a:pt x="7753233" y="1827378"/>
                  <a:pt x="7745217" y="1879740"/>
                  <a:pt x="7742502" y="1932490"/>
                </a:cubicBezTo>
                <a:lnTo>
                  <a:pt x="7781289" y="1934559"/>
                </a:lnTo>
                <a:close/>
                <a:moveTo>
                  <a:pt x="7854984" y="1645080"/>
                </a:moveTo>
                <a:cubicBezTo>
                  <a:pt x="7876575" y="1599957"/>
                  <a:pt x="7902692" y="1556775"/>
                  <a:pt x="7932687" y="1516695"/>
                </a:cubicBezTo>
                <a:lnTo>
                  <a:pt x="7901657" y="1493423"/>
                </a:lnTo>
                <a:cubicBezTo>
                  <a:pt x="7870110" y="1535571"/>
                  <a:pt x="7842701" y="1580952"/>
                  <a:pt x="7819947" y="1628401"/>
                </a:cubicBezTo>
                <a:lnTo>
                  <a:pt x="7854984" y="1645080"/>
                </a:lnTo>
                <a:close/>
                <a:moveTo>
                  <a:pt x="8154547" y="1316296"/>
                </a:moveTo>
                <a:lnTo>
                  <a:pt x="8134637" y="1283069"/>
                </a:lnTo>
                <a:cubicBezTo>
                  <a:pt x="8089515" y="1309961"/>
                  <a:pt x="8046850" y="1341508"/>
                  <a:pt x="8007804" y="1376804"/>
                </a:cubicBezTo>
                <a:lnTo>
                  <a:pt x="8033791" y="1405635"/>
                </a:lnTo>
                <a:cubicBezTo>
                  <a:pt x="8071027" y="1372020"/>
                  <a:pt x="8111624" y="1342025"/>
                  <a:pt x="8154547" y="1316426"/>
                </a:cubicBezTo>
                <a:close/>
                <a:moveTo>
                  <a:pt x="9832725" y="2905393"/>
                </a:moveTo>
                <a:lnTo>
                  <a:pt x="9855092" y="2873718"/>
                </a:lnTo>
                <a:cubicBezTo>
                  <a:pt x="9814108" y="2844627"/>
                  <a:pt x="9774675" y="2812305"/>
                  <a:pt x="9738085" y="2777785"/>
                </a:cubicBezTo>
                <a:lnTo>
                  <a:pt x="9711452" y="2805970"/>
                </a:lnTo>
                <a:cubicBezTo>
                  <a:pt x="9749334" y="2841783"/>
                  <a:pt x="9790059" y="2875269"/>
                  <a:pt x="9832596" y="2905393"/>
                </a:cubicBezTo>
                <a:close/>
                <a:moveTo>
                  <a:pt x="9635817" y="2666337"/>
                </a:moveTo>
                <a:cubicBezTo>
                  <a:pt x="9604400" y="2626904"/>
                  <a:pt x="9575568" y="2585014"/>
                  <a:pt x="9550098" y="2541702"/>
                </a:cubicBezTo>
                <a:lnTo>
                  <a:pt x="9516612" y="2561354"/>
                </a:lnTo>
                <a:cubicBezTo>
                  <a:pt x="9542987" y="2606218"/>
                  <a:pt x="9572853" y="2649659"/>
                  <a:pt x="9605434" y="2690514"/>
                </a:cubicBezTo>
                <a:lnTo>
                  <a:pt x="9635817" y="2666337"/>
                </a:lnTo>
                <a:close/>
                <a:moveTo>
                  <a:pt x="10110827" y="3048517"/>
                </a:moveTo>
                <a:lnTo>
                  <a:pt x="10123497" y="3011928"/>
                </a:lnTo>
                <a:cubicBezTo>
                  <a:pt x="10076048" y="2995508"/>
                  <a:pt x="10029245" y="2975468"/>
                  <a:pt x="9984382" y="2952455"/>
                </a:cubicBezTo>
                <a:lnTo>
                  <a:pt x="9966669" y="2986975"/>
                </a:lnTo>
                <a:cubicBezTo>
                  <a:pt x="10013084" y="3010894"/>
                  <a:pt x="10061567" y="3031580"/>
                  <a:pt x="10110827" y="3048646"/>
                </a:cubicBezTo>
                <a:close/>
                <a:moveTo>
                  <a:pt x="9482868" y="2406207"/>
                </a:moveTo>
                <a:cubicBezTo>
                  <a:pt x="9463733" y="2359663"/>
                  <a:pt x="9447830" y="2311308"/>
                  <a:pt x="9435418" y="2262566"/>
                </a:cubicBezTo>
                <a:lnTo>
                  <a:pt x="9397795" y="2272004"/>
                </a:lnTo>
                <a:cubicBezTo>
                  <a:pt x="9410595" y="2322556"/>
                  <a:pt x="9427144" y="2372721"/>
                  <a:pt x="9446925" y="2420946"/>
                </a:cubicBezTo>
                <a:lnTo>
                  <a:pt x="9482868" y="2406207"/>
                </a:lnTo>
                <a:close/>
                <a:moveTo>
                  <a:pt x="8436011" y="1216097"/>
                </a:moveTo>
                <a:lnTo>
                  <a:pt x="8430451" y="1177698"/>
                </a:lnTo>
                <a:cubicBezTo>
                  <a:pt x="8378348" y="1185326"/>
                  <a:pt x="8326890" y="1198126"/>
                  <a:pt x="8277372" y="1215709"/>
                </a:cubicBezTo>
                <a:lnTo>
                  <a:pt x="8290431" y="1252298"/>
                </a:lnTo>
                <a:cubicBezTo>
                  <a:pt x="8337492" y="1235490"/>
                  <a:pt x="8386493" y="1223337"/>
                  <a:pt x="8436140" y="1216097"/>
                </a:cubicBezTo>
                <a:close/>
                <a:moveTo>
                  <a:pt x="10417760" y="3107990"/>
                </a:moveTo>
                <a:lnTo>
                  <a:pt x="10419699" y="3069203"/>
                </a:lnTo>
                <a:cubicBezTo>
                  <a:pt x="10369277" y="3066747"/>
                  <a:pt x="10318724" y="3060541"/>
                  <a:pt x="10269465" y="3051103"/>
                </a:cubicBezTo>
                <a:lnTo>
                  <a:pt x="10262095" y="3089243"/>
                </a:lnTo>
                <a:cubicBezTo>
                  <a:pt x="10313165" y="3099069"/>
                  <a:pt x="10365527" y="3105405"/>
                  <a:pt x="10417760" y="3107990"/>
                </a:cubicBezTo>
                <a:close/>
                <a:moveTo>
                  <a:pt x="9408914" y="2113495"/>
                </a:moveTo>
                <a:cubicBezTo>
                  <a:pt x="9404906" y="2075614"/>
                  <a:pt x="9402838" y="2037085"/>
                  <a:pt x="9402967" y="1998816"/>
                </a:cubicBezTo>
                <a:lnTo>
                  <a:pt x="9402967" y="1961451"/>
                </a:lnTo>
                <a:cubicBezTo>
                  <a:pt x="9402967" y="1961451"/>
                  <a:pt x="9364180" y="1961839"/>
                  <a:pt x="9364180" y="1961839"/>
                </a:cubicBezTo>
                <a:lnTo>
                  <a:pt x="9364180" y="1998816"/>
                </a:lnTo>
                <a:cubicBezTo>
                  <a:pt x="9364180" y="2038507"/>
                  <a:pt x="9366249" y="2078458"/>
                  <a:pt x="9370386" y="2117633"/>
                </a:cubicBezTo>
                <a:lnTo>
                  <a:pt x="9408914" y="2113495"/>
                </a:lnTo>
                <a:close/>
                <a:moveTo>
                  <a:pt x="8593098" y="1207952"/>
                </a:moveTo>
                <a:cubicBezTo>
                  <a:pt x="8641452" y="1207952"/>
                  <a:pt x="8689806" y="1212348"/>
                  <a:pt x="8736738" y="1221010"/>
                </a:cubicBezTo>
                <a:lnTo>
                  <a:pt x="8743719" y="1182870"/>
                </a:lnTo>
                <a:cubicBezTo>
                  <a:pt x="8694460" y="1173819"/>
                  <a:pt x="8643779" y="1169165"/>
                  <a:pt x="8592968" y="1169165"/>
                </a:cubicBezTo>
                <a:lnTo>
                  <a:pt x="8586763" y="1169165"/>
                </a:lnTo>
                <a:cubicBezTo>
                  <a:pt x="8586763" y="1169165"/>
                  <a:pt x="8586763" y="1207952"/>
                  <a:pt x="8586763" y="1207952"/>
                </a:cubicBezTo>
                <a:lnTo>
                  <a:pt x="8592968" y="1207952"/>
                </a:lnTo>
                <a:close/>
                <a:moveTo>
                  <a:pt x="10727150" y="3109412"/>
                </a:moveTo>
                <a:lnTo>
                  <a:pt x="10727150" y="3070626"/>
                </a:lnTo>
                <a:cubicBezTo>
                  <a:pt x="10727150" y="3070626"/>
                  <a:pt x="10573037" y="3070626"/>
                  <a:pt x="10573037" y="3070626"/>
                </a:cubicBezTo>
                <a:lnTo>
                  <a:pt x="10573037" y="3109412"/>
                </a:lnTo>
                <a:cubicBezTo>
                  <a:pt x="10573037" y="3109412"/>
                  <a:pt x="10727150" y="3109412"/>
                  <a:pt x="10727150" y="3109412"/>
                </a:cubicBezTo>
                <a:close/>
                <a:moveTo>
                  <a:pt x="9385772" y="1804623"/>
                </a:moveTo>
                <a:cubicBezTo>
                  <a:pt x="9374911" y="1753166"/>
                  <a:pt x="9358879" y="1702484"/>
                  <a:pt x="9338064" y="1654259"/>
                </a:cubicBezTo>
                <a:lnTo>
                  <a:pt x="9302509" y="1669644"/>
                </a:lnTo>
                <a:cubicBezTo>
                  <a:pt x="9322290" y="1715542"/>
                  <a:pt x="9337546" y="1763638"/>
                  <a:pt x="9347890" y="1812639"/>
                </a:cubicBezTo>
                <a:lnTo>
                  <a:pt x="9385901" y="1804623"/>
                </a:lnTo>
                <a:close/>
                <a:moveTo>
                  <a:pt x="9014710" y="1330777"/>
                </a:moveTo>
                <a:lnTo>
                  <a:pt x="9035655" y="1298196"/>
                </a:lnTo>
                <a:cubicBezTo>
                  <a:pt x="8991439" y="1269752"/>
                  <a:pt x="8944248" y="1245575"/>
                  <a:pt x="8895377" y="1226182"/>
                </a:cubicBezTo>
                <a:lnTo>
                  <a:pt x="8881154" y="1262253"/>
                </a:lnTo>
                <a:cubicBezTo>
                  <a:pt x="8927699" y="1280612"/>
                  <a:pt x="8972691" y="1303755"/>
                  <a:pt x="9014710" y="1330777"/>
                </a:cubicBezTo>
                <a:close/>
                <a:moveTo>
                  <a:pt x="9261525" y="1516307"/>
                </a:moveTo>
                <a:cubicBezTo>
                  <a:pt x="9234244" y="1477003"/>
                  <a:pt x="9203344" y="1439897"/>
                  <a:pt x="9169341" y="1406023"/>
                </a:cubicBezTo>
                <a:cubicBezTo>
                  <a:pt x="9165979" y="1402791"/>
                  <a:pt x="9162747" y="1399430"/>
                  <a:pt x="9159385" y="1396197"/>
                </a:cubicBezTo>
                <a:lnTo>
                  <a:pt x="9132493" y="1424124"/>
                </a:lnTo>
                <a:cubicBezTo>
                  <a:pt x="9135725" y="1427227"/>
                  <a:pt x="9138828" y="1430330"/>
                  <a:pt x="9141932" y="1433433"/>
                </a:cubicBezTo>
                <a:cubicBezTo>
                  <a:pt x="9174254" y="1465755"/>
                  <a:pt x="9203732" y="1501051"/>
                  <a:pt x="9229590" y="1538416"/>
                </a:cubicBezTo>
                <a:lnTo>
                  <a:pt x="9261525" y="1516307"/>
                </a:lnTo>
                <a:close/>
                <a:moveTo>
                  <a:pt x="11035376" y="3109412"/>
                </a:moveTo>
                <a:lnTo>
                  <a:pt x="11035376" y="3070626"/>
                </a:lnTo>
                <a:cubicBezTo>
                  <a:pt x="11035376" y="3070626"/>
                  <a:pt x="10881263" y="3070626"/>
                  <a:pt x="10881263" y="3070626"/>
                </a:cubicBezTo>
                <a:lnTo>
                  <a:pt x="10881263" y="3109412"/>
                </a:lnTo>
                <a:cubicBezTo>
                  <a:pt x="10881263" y="3109412"/>
                  <a:pt x="11035376" y="3109412"/>
                  <a:pt x="11035376" y="3109412"/>
                </a:cubicBezTo>
                <a:close/>
                <a:moveTo>
                  <a:pt x="11343732" y="3109412"/>
                </a:moveTo>
                <a:lnTo>
                  <a:pt x="11343732" y="3070626"/>
                </a:lnTo>
                <a:cubicBezTo>
                  <a:pt x="11343732" y="3070626"/>
                  <a:pt x="11189618" y="3070626"/>
                  <a:pt x="11189618" y="3070626"/>
                </a:cubicBezTo>
                <a:lnTo>
                  <a:pt x="11189618" y="3109412"/>
                </a:lnTo>
                <a:cubicBezTo>
                  <a:pt x="11189618" y="3109412"/>
                  <a:pt x="11343732" y="3109412"/>
                  <a:pt x="11343732" y="3109412"/>
                </a:cubicBezTo>
                <a:close/>
                <a:moveTo>
                  <a:pt x="11652087" y="3109412"/>
                </a:moveTo>
                <a:lnTo>
                  <a:pt x="11652087" y="3070626"/>
                </a:lnTo>
                <a:cubicBezTo>
                  <a:pt x="11652087" y="3070626"/>
                  <a:pt x="11497974" y="3070626"/>
                  <a:pt x="11497974" y="3070626"/>
                </a:cubicBezTo>
                <a:lnTo>
                  <a:pt x="11497974" y="3109412"/>
                </a:lnTo>
                <a:cubicBezTo>
                  <a:pt x="11497974" y="3109412"/>
                  <a:pt x="11652087" y="3109412"/>
                  <a:pt x="11652087" y="3109412"/>
                </a:cubicBezTo>
                <a:close/>
                <a:moveTo>
                  <a:pt x="11960443" y="3109412"/>
                </a:moveTo>
                <a:lnTo>
                  <a:pt x="11960443" y="3070626"/>
                </a:lnTo>
                <a:cubicBezTo>
                  <a:pt x="11960443" y="3070626"/>
                  <a:pt x="11806329" y="3070626"/>
                  <a:pt x="11806329" y="3070626"/>
                </a:cubicBezTo>
                <a:lnTo>
                  <a:pt x="11806329" y="3109412"/>
                </a:lnTo>
                <a:cubicBezTo>
                  <a:pt x="11806329" y="3109412"/>
                  <a:pt x="11960443" y="3109412"/>
                  <a:pt x="11960443" y="3109412"/>
                </a:cubicBezTo>
                <a:close/>
                <a:moveTo>
                  <a:pt x="12195232" y="3109412"/>
                </a:moveTo>
                <a:lnTo>
                  <a:pt x="12195232" y="3070626"/>
                </a:lnTo>
                <a:cubicBezTo>
                  <a:pt x="12195232" y="3070626"/>
                  <a:pt x="12117659" y="3070626"/>
                  <a:pt x="12117659" y="3070626"/>
                </a:cubicBezTo>
                <a:lnTo>
                  <a:pt x="12117659" y="3109412"/>
                </a:lnTo>
                <a:cubicBezTo>
                  <a:pt x="12117659" y="3109412"/>
                  <a:pt x="12195232" y="3109412"/>
                  <a:pt x="12195232" y="3109412"/>
                </a:cubicBezTo>
                <a:close/>
              </a:path>
            </a:pathLst>
          </a:custGeom>
          <a:solidFill>
            <a:srgbClr val="FFFFFF"/>
          </a:solidFill>
          <a:ln w="1292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4785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2160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144">
          <p15:clr>
            <a:srgbClr val="A4A3A4"/>
          </p15:clr>
        </p15:guide>
        <p15:guide id="32" pos="3348">
          <p15:clr>
            <a:srgbClr val="A4A3A4"/>
          </p15:clr>
        </p15:guide>
        <p15:guide id="33" pos="3754">
          <p15:clr>
            <a:srgbClr val="A4A3A4"/>
          </p15:clr>
        </p15:guide>
        <p15:guide id="34" pos="3931">
          <p15:clr>
            <a:srgbClr val="A4A3A4"/>
          </p15:clr>
        </p15:guide>
        <p15:guide id="35" pos="4342">
          <p15:clr>
            <a:srgbClr val="A4A3A4"/>
          </p15:clr>
        </p15:guide>
        <p15:guide id="36" pos="4512">
          <p15:clr>
            <a:srgbClr val="A4A3A4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E4B5B0-9CE1-4E89-BB44-993DE18A2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581397"/>
            <a:ext cx="1816900" cy="32766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60DE44-EA39-E6F7-110C-3FFD913F3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18900000" scaled="1"/>
            <a:tileRect/>
          </a:gradFill>
          <a:ln>
            <a:noFill/>
            <a:headEnd type="none" w="med" len="med"/>
            <a:tailEnd type="none" w="med" len="med"/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74423BA-5E34-A089-6247-598C1CEA7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18463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AAD6B37-78A2-A131-3B41-3F1434557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E4B5B0-9CE1-4E89-BB44-993DE18A2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581397"/>
            <a:ext cx="1816900" cy="32766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60DE44-EA39-E6F7-110C-3FFD913F3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18900000" scaled="1"/>
            <a:tileRect/>
          </a:gradFill>
          <a:ln>
            <a:noFill/>
            <a:headEnd type="none" w="med" len="med"/>
            <a:tailEnd type="none" w="med" len="med"/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22A2E5C-907E-3115-5E5E-CD1292C90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418323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CE7E9D-C86C-A7C3-DA99-223C7A41B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685"/>
          <a:stretch>
            <a:fillRect/>
          </a:stretch>
        </p:blipFill>
        <p:spPr>
          <a:xfrm>
            <a:off x="0" y="5819775"/>
            <a:ext cx="1816900" cy="1038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754254-F961-A229-56A5-F97F80B6C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38081" y="0"/>
            <a:ext cx="2053919" cy="1671660"/>
          </a:xfrm>
          <a:custGeom>
            <a:avLst/>
            <a:gdLst>
              <a:gd name="csX0" fmla="*/ 0 w 2053919"/>
              <a:gd name="csY0" fmla="*/ 0 h 1671660"/>
              <a:gd name="csX1" fmla="*/ 2053919 w 2053919"/>
              <a:gd name="csY1" fmla="*/ 0 h 1671660"/>
              <a:gd name="csX2" fmla="*/ 2053919 w 2053919"/>
              <a:gd name="csY2" fmla="*/ 1671660 h 1671660"/>
              <a:gd name="csX3" fmla="*/ 0 w 2053919"/>
              <a:gd name="csY3" fmla="*/ 1671660 h 16716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053919" h="1671660">
                <a:moveTo>
                  <a:pt x="0" y="0"/>
                </a:moveTo>
                <a:lnTo>
                  <a:pt x="2053919" y="0"/>
                </a:lnTo>
                <a:lnTo>
                  <a:pt x="2053919" y="1671660"/>
                </a:lnTo>
                <a:lnTo>
                  <a:pt x="0" y="1671660"/>
                </a:lnTo>
                <a:close/>
              </a:path>
            </a:pathLst>
          </a:cu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18900000" scaled="1"/>
            <a:tileRect/>
          </a:gradFill>
          <a:ln>
            <a:noFill/>
            <a:headEnd type="none" w="med" len="med"/>
            <a:tailEnd type="none" w="med" len="med"/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9F97565-20E9-BED8-5AD2-A6DCE357D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717427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White_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B64FB36-532E-2B09-73F0-055CDB1FE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CE7E9D-C86C-A7C3-DA99-223C7A41B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685"/>
          <a:stretch>
            <a:fillRect/>
          </a:stretch>
        </p:blipFill>
        <p:spPr>
          <a:xfrm>
            <a:off x="0" y="5819775"/>
            <a:ext cx="1816900" cy="1038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754254-F961-A229-56A5-F97F80B6C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38081" y="0"/>
            <a:ext cx="2053919" cy="1671660"/>
          </a:xfrm>
          <a:custGeom>
            <a:avLst/>
            <a:gdLst>
              <a:gd name="csX0" fmla="*/ 0 w 2053919"/>
              <a:gd name="csY0" fmla="*/ 0 h 1671660"/>
              <a:gd name="csX1" fmla="*/ 2053919 w 2053919"/>
              <a:gd name="csY1" fmla="*/ 0 h 1671660"/>
              <a:gd name="csX2" fmla="*/ 2053919 w 2053919"/>
              <a:gd name="csY2" fmla="*/ 1671660 h 1671660"/>
              <a:gd name="csX3" fmla="*/ 0 w 2053919"/>
              <a:gd name="csY3" fmla="*/ 1671660 h 16716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053919" h="1671660">
                <a:moveTo>
                  <a:pt x="0" y="0"/>
                </a:moveTo>
                <a:lnTo>
                  <a:pt x="2053919" y="0"/>
                </a:lnTo>
                <a:lnTo>
                  <a:pt x="2053919" y="1671660"/>
                </a:lnTo>
                <a:lnTo>
                  <a:pt x="0" y="1671660"/>
                </a:lnTo>
                <a:close/>
              </a:path>
            </a:pathLst>
          </a:cu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18900000" scaled="1"/>
            <a:tileRect/>
          </a:gradFill>
          <a:ln>
            <a:noFill/>
            <a:headEnd type="none" w="med" len="med"/>
            <a:tailEnd type="none" w="med" len="med"/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5EBDDE-CC86-7E85-27BF-81D244731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216810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E22B7D-67A6-2DB0-AC3C-1C2D7C939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5399"/>
          <a:stretch>
            <a:fillRect/>
          </a:stretch>
        </p:blipFill>
        <p:spPr>
          <a:xfrm>
            <a:off x="0" y="4874485"/>
            <a:ext cx="1816900" cy="19835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F84AE3-284F-EE9C-884A-590315BB8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1916" y="196648"/>
            <a:ext cx="2857187" cy="243043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18900000" scaled="1"/>
            <a:tileRect/>
          </a:gradFill>
          <a:ln>
            <a:noFill/>
            <a:headEnd type="none" w="med" len="med"/>
            <a:tailEnd type="none" w="med" len="med"/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E5292EF-1D9A-329C-C760-79E289050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300205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White_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496B6DB-958F-3845-17F7-78F4BDEE7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E22B7D-67A6-2DB0-AC3C-1C2D7C939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5399"/>
          <a:stretch>
            <a:fillRect/>
          </a:stretch>
        </p:blipFill>
        <p:spPr>
          <a:xfrm>
            <a:off x="0" y="4874485"/>
            <a:ext cx="1816900" cy="19835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F84AE3-284F-EE9C-884A-590315BB8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1916" y="196648"/>
            <a:ext cx="2857187" cy="243043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18900000" scaled="1"/>
            <a:tileRect/>
          </a:gradFill>
          <a:ln>
            <a:noFill/>
            <a:headEnd type="none" w="med" len="med"/>
            <a:tailEnd type="none" w="med" len="med"/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F875DDF-13AA-ED72-8CD8-95B062E8F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761321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AD5AAD-5E18-44AC-6E11-78AE420EA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9256" y="0"/>
            <a:ext cx="3802743" cy="323476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18900000" scaled="1"/>
            <a:tileRect/>
          </a:gradFill>
          <a:ln>
            <a:noFill/>
            <a:headEnd type="none" w="med" len="med"/>
            <a:tailEnd type="none" w="med" len="med"/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52D84D8-04B3-A295-7E5F-9A636CDD6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36634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White_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1EE7762-0F72-CF91-C904-99C9184DD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AD5AAD-5E18-44AC-6E11-78AE420EA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9256" y="0"/>
            <a:ext cx="3802743" cy="323476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18900000" scaled="1"/>
            <a:tileRect/>
          </a:gradFill>
          <a:ln>
            <a:noFill/>
            <a:headEnd type="none" w="med" len="med"/>
            <a:tailEnd type="none" w="med" len="med"/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EA7F6A6-B37D-2FB9-1388-2D64449F8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792823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18938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2" pos="3348">
          <p15:clr>
            <a:srgbClr val="A4A3A4"/>
          </p15:clr>
        </p15:guide>
        <p15:guide id="33" pos="3754">
          <p15:clr>
            <a:srgbClr val="A4A3A4"/>
          </p15:clr>
        </p15:guide>
        <p15:guide id="34" pos="3931">
          <p15:clr>
            <a:srgbClr val="A4A3A4"/>
          </p15:clr>
        </p15:guide>
        <p15:guide id="35" pos="4342">
          <p15:clr>
            <a:srgbClr val="A4A3A4"/>
          </p15:clr>
        </p15:guide>
        <p15:guide id="36" pos="4531">
          <p15:clr>
            <a:srgbClr val="A4A3A4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A66D2A-01BC-9C47-A75E-0C3FF1840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581397"/>
            <a:ext cx="1816900" cy="32766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22DA8B-67C3-C9A5-014A-67679D2E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2" r="22"/>
          <a:stretch/>
        </p:blipFill>
        <p:spPr>
          <a:xfrm>
            <a:off x="0" y="4864103"/>
            <a:ext cx="12189697" cy="1993898"/>
          </a:xfrm>
          <a:custGeom>
            <a:avLst/>
            <a:gdLst>
              <a:gd name="csX0" fmla="*/ 0 w 12190966"/>
              <a:gd name="csY0" fmla="*/ 0 h 1993898"/>
              <a:gd name="csX1" fmla="*/ 11858643 w 12190966"/>
              <a:gd name="csY1" fmla="*/ 0 h 1993898"/>
              <a:gd name="csX2" fmla="*/ 12190966 w 12190966"/>
              <a:gd name="csY2" fmla="*/ 332322 h 1993898"/>
              <a:gd name="csX3" fmla="*/ 12190966 w 12190966"/>
              <a:gd name="csY3" fmla="*/ 1993898 h 1993898"/>
              <a:gd name="csX4" fmla="*/ 0 w 12190966"/>
              <a:gd name="csY4" fmla="*/ 1993898 h 199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90966" h="1993898">
                <a:moveTo>
                  <a:pt x="0" y="0"/>
                </a:moveTo>
                <a:lnTo>
                  <a:pt x="11858643" y="0"/>
                </a:lnTo>
                <a:cubicBezTo>
                  <a:pt x="12042180" y="0"/>
                  <a:pt x="12190966" y="148785"/>
                  <a:pt x="12190966" y="332322"/>
                </a:cubicBezTo>
                <a:lnTo>
                  <a:pt x="12190966" y="1993898"/>
                </a:lnTo>
                <a:lnTo>
                  <a:pt x="0" y="1993898"/>
                </a:lnTo>
                <a:close/>
              </a:path>
            </a:pathLst>
          </a:cu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1D88A6-8E03-AA5D-E75E-464939E09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7A4D4B7-EEC4-FFA7-50A2-94992D8715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524000"/>
            <a:ext cx="3483476" cy="2870200"/>
          </a:xfrm>
          <a:prstGeom prst="roundRect">
            <a:avLst>
              <a:gd name="adj" fmla="val 5370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189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113278A-224D-C3CA-17B7-427830F39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355785" y="1524000"/>
            <a:ext cx="3483476" cy="2870200"/>
          </a:xfrm>
          <a:prstGeom prst="roundRect">
            <a:avLst>
              <a:gd name="adj" fmla="val 5370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189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4AB57A7-7BB6-B47B-0FB6-2827CBD29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8123307" y="1524000"/>
            <a:ext cx="3483476" cy="2870200"/>
          </a:xfrm>
          <a:prstGeom prst="roundRect">
            <a:avLst>
              <a:gd name="adj" fmla="val 5370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189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778F60A-6ADA-85A9-69C2-FF345EBE2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213762" y="5226069"/>
            <a:ext cx="0" cy="1193800"/>
          </a:xfrm>
          <a:prstGeom prst="line">
            <a:avLst/>
          </a:prstGeom>
          <a:ln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9CB9C0B-7A51-4124-AB4C-0467BB0C5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981284" y="5226069"/>
            <a:ext cx="0" cy="1193800"/>
          </a:xfrm>
          <a:prstGeom prst="line">
            <a:avLst/>
          </a:prstGeom>
          <a:ln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74EA407-EEC0-935E-739E-E9C87251E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0863" y="5326743"/>
            <a:ext cx="290512" cy="0"/>
          </a:xfrm>
          <a:prstGeom prst="line">
            <a:avLst/>
          </a:prstGeom>
          <a:ln w="57150" cap="rnd"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35B35F9-3C02-1EBC-B0F9-4A49F6714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69263" y="5326743"/>
            <a:ext cx="290512" cy="0"/>
          </a:xfrm>
          <a:prstGeom prst="line">
            <a:avLst/>
          </a:prstGeom>
          <a:ln w="57150" cap="rnd"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79B9F4F-1B08-F9DE-0CE3-AD4BEC71B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00284" y="5326743"/>
            <a:ext cx="290512" cy="0"/>
          </a:xfrm>
          <a:prstGeom prst="line">
            <a:avLst/>
          </a:prstGeom>
          <a:ln w="57150" cap="rnd"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01CBE65-1DFE-DE78-1DA9-8C814D033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2303BC4-3B73-5BC5-ECA9-1790999EB872}"/>
              </a:ext>
            </a:extLst>
          </p:cNvPr>
          <p:cNvSpPr>
            <a:spLocks noGrp="1" noChangeAspect="1"/>
          </p:cNvSpPr>
          <p:nvPr>
            <p:ph type="body" sz="quarter" idx="32"/>
          </p:nvPr>
        </p:nvSpPr>
        <p:spPr>
          <a:xfrm>
            <a:off x="713038" y="1700462"/>
            <a:ext cx="3233926" cy="58631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1400" dirty="0">
                <a:solidFill>
                  <a:schemeClr val="tx2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endParaRPr lang="en-IN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BC1D170A-422D-848A-2B81-080B3FF7CCCF}"/>
              </a:ext>
            </a:extLst>
          </p:cNvPr>
          <p:cNvSpPr>
            <a:spLocks noGrp="1" noChangeAspect="1"/>
          </p:cNvSpPr>
          <p:nvPr>
            <p:ph type="body" sz="quarter" idx="26"/>
          </p:nvPr>
        </p:nvSpPr>
        <p:spPr>
          <a:xfrm>
            <a:off x="713038" y="2286774"/>
            <a:ext cx="3233926" cy="1351162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lang="en-IN" sz="1200" dirty="0"/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spcBef>
                <a:spcPts val="300"/>
              </a:spcBef>
              <a:buNone/>
            </a:pPr>
            <a:endParaRPr lang="en-IN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6D222367-A3EC-7A52-BF1E-AD4E0893E80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65276" y="3662850"/>
            <a:ext cx="463588" cy="830997"/>
          </a:xfrm>
        </p:spPr>
        <p:txBody>
          <a:bodyPr/>
          <a:lstStyle>
            <a:lvl1pPr>
              <a:buNone/>
              <a:defRPr lang="en-US" sz="5400" kern="1200" dirty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5400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defRPr lang="en-US" sz="5400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3pPr>
            <a:lvl4pPr>
              <a:defRPr lang="en-US" sz="5400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4pPr>
            <a:lvl5pPr>
              <a:defRPr lang="en-US" sz="5400" kern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A3BF19B1-07BB-210D-89EA-0AEF70E11811}"/>
              </a:ext>
            </a:extLst>
          </p:cNvPr>
          <p:cNvSpPr>
            <a:spLocks noGrp="1" noChangeAspect="1"/>
          </p:cNvSpPr>
          <p:nvPr>
            <p:ph type="body" sz="quarter" idx="33"/>
          </p:nvPr>
        </p:nvSpPr>
        <p:spPr>
          <a:xfrm>
            <a:off x="4480560" y="1700462"/>
            <a:ext cx="3233926" cy="58631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1400">
                <a:solidFill>
                  <a:schemeClr val="tx2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endParaRPr lang="en-IN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98AC0260-2F3F-E64B-F410-0009BC90FFDE}"/>
              </a:ext>
            </a:extLst>
          </p:cNvPr>
          <p:cNvSpPr>
            <a:spLocks noGrp="1" noChangeAspect="1"/>
          </p:cNvSpPr>
          <p:nvPr>
            <p:ph type="body" sz="quarter" idx="27"/>
          </p:nvPr>
        </p:nvSpPr>
        <p:spPr>
          <a:xfrm>
            <a:off x="4480560" y="2286774"/>
            <a:ext cx="3233926" cy="1351162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lang="en-IN" sz="1200"/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spcBef>
                <a:spcPts val="300"/>
              </a:spcBef>
              <a:buNone/>
            </a:pPr>
            <a:endParaRPr lang="en-IN"/>
          </a:p>
        </p:txBody>
      </p:sp>
      <p:sp>
        <p:nvSpPr>
          <p:cNvPr id="39" name="Text Placeholder 37">
            <a:extLst>
              <a:ext uri="{FF2B5EF4-FFF2-40B4-BE49-F238E27FC236}">
                <a16:creationId xmlns:a16="http://schemas.microsoft.com/office/drawing/2014/main" id="{C880DB61-FE83-5B5D-46C9-CCD7A1A197E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32798" y="3662850"/>
            <a:ext cx="463588" cy="830997"/>
          </a:xfrm>
        </p:spPr>
        <p:txBody>
          <a:bodyPr/>
          <a:lstStyle>
            <a:lvl1pPr>
              <a:buNone/>
              <a:defRPr lang="en-US" sz="5400" kern="1200" dirty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5400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defRPr lang="en-US" sz="5400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3pPr>
            <a:lvl4pPr>
              <a:defRPr lang="en-US" sz="5400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4pPr>
            <a:lvl5pPr>
              <a:defRPr lang="en-US" sz="5400" kern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C97D2871-CDC5-D58E-521A-CC324E9074A6}"/>
              </a:ext>
            </a:extLst>
          </p:cNvPr>
          <p:cNvSpPr>
            <a:spLocks noGrp="1" noChangeAspect="1"/>
          </p:cNvSpPr>
          <p:nvPr>
            <p:ph type="body" sz="quarter" idx="34"/>
          </p:nvPr>
        </p:nvSpPr>
        <p:spPr>
          <a:xfrm>
            <a:off x="8248082" y="1700462"/>
            <a:ext cx="3233926" cy="58631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1400">
                <a:solidFill>
                  <a:schemeClr val="tx2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endParaRPr lang="en-IN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E3E7FFB0-C815-1CA7-AA3E-166D7ED4DE79}"/>
              </a:ext>
            </a:extLst>
          </p:cNvPr>
          <p:cNvSpPr>
            <a:spLocks noGrp="1" noChangeAspect="1"/>
          </p:cNvSpPr>
          <p:nvPr>
            <p:ph type="body" sz="quarter" idx="28"/>
          </p:nvPr>
        </p:nvSpPr>
        <p:spPr>
          <a:xfrm>
            <a:off x="8248082" y="2286774"/>
            <a:ext cx="3233926" cy="1351162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lang="en-IN" sz="1200" dirty="0"/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spcBef>
                <a:spcPts val="300"/>
              </a:spcBef>
              <a:buNone/>
            </a:pPr>
            <a:endParaRPr lang="en-IN"/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1E92453D-53CE-01F3-30DC-B28351784C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000320" y="3662850"/>
            <a:ext cx="463588" cy="830997"/>
          </a:xfrm>
        </p:spPr>
        <p:txBody>
          <a:bodyPr/>
          <a:lstStyle>
            <a:lvl1pPr>
              <a:buNone/>
              <a:defRPr lang="en-US" sz="5400" kern="1200" dirty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5400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defRPr lang="en-US" sz="5400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3pPr>
            <a:lvl4pPr>
              <a:defRPr lang="en-US" sz="5400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4pPr>
            <a:lvl5pPr>
              <a:defRPr lang="en-US" sz="5400" kern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183F0FDA-9532-F2A6-7686-CF79A2E3BA50}"/>
              </a:ext>
            </a:extLst>
          </p:cNvPr>
          <p:cNvSpPr>
            <a:spLocks noGrp="1" noChangeAspect="1"/>
          </p:cNvSpPr>
          <p:nvPr>
            <p:ph type="body" sz="quarter" idx="29"/>
          </p:nvPr>
        </p:nvSpPr>
        <p:spPr>
          <a:xfrm>
            <a:off x="713038" y="5495925"/>
            <a:ext cx="3233926" cy="9509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lang="en-IN" sz="1600" kern="1200" spc="0" baseline="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7CF122A3-07FE-C5E2-E101-B1A728D8C1A9}"/>
              </a:ext>
            </a:extLst>
          </p:cNvPr>
          <p:cNvSpPr>
            <a:spLocks noGrp="1" noChangeAspect="1"/>
          </p:cNvSpPr>
          <p:nvPr>
            <p:ph type="body" sz="quarter" idx="30"/>
          </p:nvPr>
        </p:nvSpPr>
        <p:spPr>
          <a:xfrm>
            <a:off x="4480560" y="5495925"/>
            <a:ext cx="3233926" cy="9509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lang="en-IN" sz="1600" kern="1200" spc="0" baseline="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A56D0DF0-1B62-11BF-59D6-DA777E698D5E}"/>
              </a:ext>
            </a:extLst>
          </p:cNvPr>
          <p:cNvSpPr>
            <a:spLocks noGrp="1" noChangeAspect="1"/>
          </p:cNvSpPr>
          <p:nvPr>
            <p:ph type="body" sz="quarter" idx="31"/>
          </p:nvPr>
        </p:nvSpPr>
        <p:spPr>
          <a:xfrm>
            <a:off x="8248082" y="5495925"/>
            <a:ext cx="3233926" cy="9509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lang="en-IN" sz="1600" kern="1200" spc="0" baseline="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128128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DFC1613D-754B-07C2-8A83-B4ADF1CD3093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54192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1" imgH="473" progId="TCLayout.ActiveDocument.1">
                  <p:embed/>
                </p:oleObj>
              </mc:Choice>
              <mc:Fallback>
                <p:oleObj name="think-cell Slide" r:id="rId3" imgW="471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FC1613D-754B-07C2-8A83-B4ADF1CD30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8C216E56-D237-521E-691B-A7C469FFD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29" r="29"/>
          <a:stretch/>
        </p:blipFill>
        <p:spPr>
          <a:xfrm>
            <a:off x="0" y="0"/>
            <a:ext cx="12190730" cy="3238500"/>
          </a:xfrm>
          <a:custGeom>
            <a:avLst/>
            <a:gdLst>
              <a:gd name="csX0" fmla="*/ 0 w 12192000"/>
              <a:gd name="csY0" fmla="*/ 0 h 3238500"/>
              <a:gd name="csX1" fmla="*/ 12192000 w 12192000"/>
              <a:gd name="csY1" fmla="*/ 0 h 3238500"/>
              <a:gd name="csX2" fmla="*/ 12192000 w 12192000"/>
              <a:gd name="csY2" fmla="*/ 3238500 h 3238500"/>
              <a:gd name="csX3" fmla="*/ 0 w 12192000"/>
              <a:gd name="csY3" fmla="*/ 3238500 h 3238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238500">
                <a:moveTo>
                  <a:pt x="0" y="0"/>
                </a:moveTo>
                <a:lnTo>
                  <a:pt x="12192000" y="0"/>
                </a:lnTo>
                <a:lnTo>
                  <a:pt x="12192000" y="3238500"/>
                </a:lnTo>
                <a:lnTo>
                  <a:pt x="0" y="3238500"/>
                </a:lnTo>
                <a:close/>
              </a:path>
            </a:pathLst>
          </a:custGeom>
        </p:spPr>
      </p:pic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B796164B-5A1A-2B07-2A61-2AC0DAAAC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355600" y="3265932"/>
            <a:ext cx="11480800" cy="3134868"/>
          </a:xfrm>
          <a:prstGeom prst="round2SameRect">
            <a:avLst>
              <a:gd name="adj1" fmla="val 0"/>
              <a:gd name="adj2" fmla="val 7059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189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22532E-A624-45B0-CE69-6582D064A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3238500"/>
            <a:ext cx="12192000" cy="27432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tx2"/>
              </a:soli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6673833-EAB0-10E6-B9C0-1C4982D8C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312505" y="3488090"/>
            <a:ext cx="5566990" cy="2671410"/>
            <a:chOff x="3312505" y="3488090"/>
            <a:chExt cx="5566990" cy="73866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B6C3055-2EF2-CAEA-CB1A-820B4B23E9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943173" y="3857422"/>
              <a:ext cx="738664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2423C0B-A38D-DB50-BEDD-CD71E8C5B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26668" y="3857422"/>
              <a:ext cx="738664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9C1DDD9-34DE-4C1A-F8BE-6C73D3F93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510163" y="3857422"/>
              <a:ext cx="738664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756F19B6-0EF4-494C-80B5-6D972C9A8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9" name="Picture Placeholder 58" descr="Picture">
            <a:extLst>
              <a:ext uri="{FF2B5EF4-FFF2-40B4-BE49-F238E27FC236}">
                <a16:creationId xmlns:a16="http://schemas.microsoft.com/office/drawing/2014/main" id="{17EE7144-C827-02B6-0814-30A25D61E9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2"/>
          </p:nvPr>
        </p:nvSpPr>
        <p:spPr>
          <a:xfrm>
            <a:off x="586741" y="1455698"/>
            <a:ext cx="2668033" cy="1652124"/>
          </a:xfrm>
          <a:prstGeom prst="roundRect">
            <a:avLst>
              <a:gd name="adj" fmla="val 5988"/>
            </a:avLst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48" name="Text Placeholder 35">
            <a:extLst>
              <a:ext uri="{FF2B5EF4-FFF2-40B4-BE49-F238E27FC236}">
                <a16:creationId xmlns:a16="http://schemas.microsoft.com/office/drawing/2014/main" id="{64C57D9C-393F-251B-13F3-37C00DEE541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 userDrawn="1">
            <p:ph type="body" sz="quarter" idx="13" hasCustomPrompt="1"/>
          </p:nvPr>
        </p:nvSpPr>
        <p:spPr>
          <a:xfrm>
            <a:off x="586741" y="3536676"/>
            <a:ext cx="2668033" cy="297991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  <a:latin typeface="+mj-lt"/>
              </a:defRPr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  <p:sp>
        <p:nvSpPr>
          <p:cNvPr id="47" name="Text Placeholder 35">
            <a:extLst>
              <a:ext uri="{FF2B5EF4-FFF2-40B4-BE49-F238E27FC236}">
                <a16:creationId xmlns:a16="http://schemas.microsoft.com/office/drawing/2014/main" id="{4857C950-FF0D-E01B-2872-0C488D39C60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 userDrawn="1">
            <p:ph type="body" sz="quarter" idx="12" hasCustomPrompt="1"/>
          </p:nvPr>
        </p:nvSpPr>
        <p:spPr>
          <a:xfrm>
            <a:off x="586741" y="3951465"/>
            <a:ext cx="2668033" cy="307777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>
            <a:lvl1pPr marL="0" indent="0">
              <a:buNone/>
              <a:defRPr lang="en-US" sz="1400" dirty="0"/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  <p:sp>
        <p:nvSpPr>
          <p:cNvPr id="60" name="Picture Placeholder 58" descr="Picture">
            <a:extLst>
              <a:ext uri="{FF2B5EF4-FFF2-40B4-BE49-F238E27FC236}">
                <a16:creationId xmlns:a16="http://schemas.microsoft.com/office/drawing/2014/main" id="{D7AB8E79-861B-AC28-DED3-52FC6A047FC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3"/>
          </p:nvPr>
        </p:nvSpPr>
        <p:spPr>
          <a:xfrm>
            <a:off x="3370237" y="1455698"/>
            <a:ext cx="2668033" cy="1652124"/>
          </a:xfrm>
          <a:prstGeom prst="roundRect">
            <a:avLst>
              <a:gd name="adj" fmla="val 5988"/>
            </a:avLst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50" name="Text Placeholder 35">
            <a:extLst>
              <a:ext uri="{FF2B5EF4-FFF2-40B4-BE49-F238E27FC236}">
                <a16:creationId xmlns:a16="http://schemas.microsoft.com/office/drawing/2014/main" id="{30FCCE78-5AD8-C625-6E17-E990FF71CA1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 userDrawn="1">
            <p:ph type="body" sz="quarter" idx="15" hasCustomPrompt="1"/>
          </p:nvPr>
        </p:nvSpPr>
        <p:spPr>
          <a:xfrm>
            <a:off x="3370236" y="3536676"/>
            <a:ext cx="2668033" cy="297991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  <a:latin typeface="+mj-lt"/>
              </a:defRPr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  <p:sp>
        <p:nvSpPr>
          <p:cNvPr id="49" name="Text Placeholder 35">
            <a:extLst>
              <a:ext uri="{FF2B5EF4-FFF2-40B4-BE49-F238E27FC236}">
                <a16:creationId xmlns:a16="http://schemas.microsoft.com/office/drawing/2014/main" id="{BDF16B7A-81FF-7E26-764B-993FE32F4E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 userDrawn="1">
            <p:ph type="body" sz="quarter" idx="14" hasCustomPrompt="1"/>
          </p:nvPr>
        </p:nvSpPr>
        <p:spPr>
          <a:xfrm>
            <a:off x="3370237" y="3951465"/>
            <a:ext cx="2668033" cy="307777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>
            <a:lvl1pPr marL="0" indent="0">
              <a:buNone/>
              <a:defRPr lang="en-US" sz="1400"/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  <p:sp>
        <p:nvSpPr>
          <p:cNvPr id="61" name="Picture Placeholder 58" descr="Picture">
            <a:extLst>
              <a:ext uri="{FF2B5EF4-FFF2-40B4-BE49-F238E27FC236}">
                <a16:creationId xmlns:a16="http://schemas.microsoft.com/office/drawing/2014/main" id="{574C98C7-F18C-A7A1-6560-CB540FDAAA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4"/>
          </p:nvPr>
        </p:nvSpPr>
        <p:spPr>
          <a:xfrm>
            <a:off x="6153733" y="1455698"/>
            <a:ext cx="2668033" cy="1652124"/>
          </a:xfrm>
          <a:prstGeom prst="roundRect">
            <a:avLst>
              <a:gd name="adj" fmla="val 5988"/>
            </a:avLst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52" name="Text Placeholder 35">
            <a:extLst>
              <a:ext uri="{FF2B5EF4-FFF2-40B4-BE49-F238E27FC236}">
                <a16:creationId xmlns:a16="http://schemas.microsoft.com/office/drawing/2014/main" id="{A2D533A1-741E-0402-DB98-F019D7B5A6D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 userDrawn="1">
            <p:ph type="body" sz="quarter" idx="17" hasCustomPrompt="1"/>
          </p:nvPr>
        </p:nvSpPr>
        <p:spPr>
          <a:xfrm>
            <a:off x="6153731" y="3536676"/>
            <a:ext cx="2668033" cy="297991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  <a:latin typeface="+mj-lt"/>
              </a:defRPr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  <p:sp>
        <p:nvSpPr>
          <p:cNvPr id="51" name="Text Placeholder 35">
            <a:extLst>
              <a:ext uri="{FF2B5EF4-FFF2-40B4-BE49-F238E27FC236}">
                <a16:creationId xmlns:a16="http://schemas.microsoft.com/office/drawing/2014/main" id="{E78FE4B6-821D-3948-1876-0CC6058ADC5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 userDrawn="1">
            <p:ph type="body" sz="quarter" idx="16" hasCustomPrompt="1"/>
          </p:nvPr>
        </p:nvSpPr>
        <p:spPr>
          <a:xfrm>
            <a:off x="6153733" y="3951465"/>
            <a:ext cx="2668033" cy="307777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>
            <a:lvl1pPr marL="0" indent="0">
              <a:buNone/>
              <a:defRPr lang="en-US" sz="1400"/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  <p:sp>
        <p:nvSpPr>
          <p:cNvPr id="62" name="Picture Placeholder 58" descr="Picture">
            <a:extLst>
              <a:ext uri="{FF2B5EF4-FFF2-40B4-BE49-F238E27FC236}">
                <a16:creationId xmlns:a16="http://schemas.microsoft.com/office/drawing/2014/main" id="{A07E071B-E47E-D95A-15AF-45035C61AF2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5"/>
          </p:nvPr>
        </p:nvSpPr>
        <p:spPr>
          <a:xfrm>
            <a:off x="8937228" y="1455698"/>
            <a:ext cx="2668033" cy="1652124"/>
          </a:xfrm>
          <a:prstGeom prst="roundRect">
            <a:avLst>
              <a:gd name="adj" fmla="val 5988"/>
            </a:avLst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54" name="Text Placeholder 35">
            <a:extLst>
              <a:ext uri="{FF2B5EF4-FFF2-40B4-BE49-F238E27FC236}">
                <a16:creationId xmlns:a16="http://schemas.microsoft.com/office/drawing/2014/main" id="{34F322DB-C32F-C6EE-7ABD-F1BB762B9EE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 userDrawn="1">
            <p:ph type="body" sz="quarter" idx="19" hasCustomPrompt="1"/>
          </p:nvPr>
        </p:nvSpPr>
        <p:spPr>
          <a:xfrm>
            <a:off x="8937228" y="3536676"/>
            <a:ext cx="2668033" cy="297991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  <a:latin typeface="+mj-lt"/>
              </a:defRPr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  <p:sp>
        <p:nvSpPr>
          <p:cNvPr id="53" name="Text Placeholder 35">
            <a:extLst>
              <a:ext uri="{FF2B5EF4-FFF2-40B4-BE49-F238E27FC236}">
                <a16:creationId xmlns:a16="http://schemas.microsoft.com/office/drawing/2014/main" id="{8DCBB671-7F89-1D55-E26E-3D4573046A1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 userDrawn="1">
            <p:ph type="body" sz="quarter" idx="18" hasCustomPrompt="1"/>
          </p:nvPr>
        </p:nvSpPr>
        <p:spPr>
          <a:xfrm>
            <a:off x="8937228" y="3951465"/>
            <a:ext cx="2668033" cy="307777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>
            <a:lvl1pPr marL="0" indent="0">
              <a:buNone/>
              <a:defRPr lang="en-US" sz="1400"/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566516881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E284C4F-5FEE-C72F-440E-0E4492A50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4709" y="1297805"/>
            <a:ext cx="3576968" cy="9715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342900" dist="381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05840" rtlCol="0" anchor="ctr"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5CBBAAE-DE64-881F-BC25-3BBC6F782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307517" y="1297805"/>
            <a:ext cx="3576968" cy="9715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342900" dist="381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05840" rtlCol="0" anchor="ctr"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47CD581-44D2-4633-1BAF-77DD55BF2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8030324" y="1297805"/>
            <a:ext cx="3576968" cy="97155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342900" dist="381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05840" rtlCol="0" anchor="ctr"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3EE17F-D6DB-77CE-743E-7DFBCCFEA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3199" y="2413000"/>
            <a:ext cx="11018520" cy="3856037"/>
          </a:xfrm>
          <a:prstGeom prst="roundRect">
            <a:avLst>
              <a:gd name="adj" fmla="val 4481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18900000" scaled="1"/>
            <a:tileRect/>
          </a:gradFill>
          <a:ln>
            <a:noFill/>
            <a:headEnd type="none" w="med" len="med"/>
            <a:tailEnd type="none" w="med" len="med"/>
          </a:ln>
          <a:effectLst>
            <a:outerShdw blurRad="63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cs typeface="Segoe UI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A4491E-273E-716D-4E1C-D34C11151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7" b="17"/>
          <a:stretch/>
        </p:blipFill>
        <p:spPr>
          <a:xfrm>
            <a:off x="0" y="4597400"/>
            <a:ext cx="12190730" cy="2260600"/>
          </a:xfrm>
          <a:custGeom>
            <a:avLst/>
            <a:gdLst>
              <a:gd name="csX0" fmla="*/ 0 w 12192000"/>
              <a:gd name="csY0" fmla="*/ 0 h 2260600"/>
              <a:gd name="csX1" fmla="*/ 583199 w 12192000"/>
              <a:gd name="csY1" fmla="*/ 0 h 2260600"/>
              <a:gd name="csX2" fmla="*/ 583199 w 12192000"/>
              <a:gd name="csY2" fmla="*/ 1498848 h 2260600"/>
              <a:gd name="csX3" fmla="*/ 755988 w 12192000"/>
              <a:gd name="csY3" fmla="*/ 1671637 h 2260600"/>
              <a:gd name="csX4" fmla="*/ 11428930 w 12192000"/>
              <a:gd name="csY4" fmla="*/ 1671637 h 2260600"/>
              <a:gd name="csX5" fmla="*/ 11601719 w 12192000"/>
              <a:gd name="csY5" fmla="*/ 1498848 h 2260600"/>
              <a:gd name="csX6" fmla="*/ 11601719 w 12192000"/>
              <a:gd name="csY6" fmla="*/ 0 h 2260600"/>
              <a:gd name="csX7" fmla="*/ 12192000 w 12192000"/>
              <a:gd name="csY7" fmla="*/ 0 h 2260600"/>
              <a:gd name="csX8" fmla="*/ 12192000 w 12192000"/>
              <a:gd name="csY8" fmla="*/ 2260600 h 2260600"/>
              <a:gd name="csX9" fmla="*/ 0 w 12192000"/>
              <a:gd name="csY9" fmla="*/ 2260600 h 2260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92000" h="2260600">
                <a:moveTo>
                  <a:pt x="0" y="0"/>
                </a:moveTo>
                <a:lnTo>
                  <a:pt x="583199" y="0"/>
                </a:lnTo>
                <a:lnTo>
                  <a:pt x="583199" y="1498848"/>
                </a:lnTo>
                <a:cubicBezTo>
                  <a:pt x="583199" y="1594277"/>
                  <a:pt x="660559" y="1671637"/>
                  <a:pt x="755988" y="1671637"/>
                </a:cubicBezTo>
                <a:lnTo>
                  <a:pt x="11428930" y="1671637"/>
                </a:lnTo>
                <a:cubicBezTo>
                  <a:pt x="11524359" y="1671637"/>
                  <a:pt x="11601719" y="1594277"/>
                  <a:pt x="11601719" y="1498848"/>
                </a:cubicBezTo>
                <a:lnTo>
                  <a:pt x="11601719" y="0"/>
                </a:lnTo>
                <a:lnTo>
                  <a:pt x="12192000" y="0"/>
                </a:lnTo>
                <a:lnTo>
                  <a:pt x="12192000" y="2260600"/>
                </a:lnTo>
                <a:lnTo>
                  <a:pt x="0" y="2260600"/>
                </a:lnTo>
                <a:close/>
              </a:path>
            </a:pathLst>
          </a:cu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6B9D997-1A20-33E0-DF32-56A4CE42C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2456187" y="3857422"/>
            <a:ext cx="73866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B6F51A0-DBF2-B105-E2A5-2E593EF56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4636509" y="3857422"/>
            <a:ext cx="73866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613EC9-E6C1-737E-2E2B-6D49AD5CD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816831" y="3857422"/>
            <a:ext cx="73866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34DE02-9F1F-D940-7A05-64C373FF0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8997153" y="3857422"/>
            <a:ext cx="73866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E60879-BAC7-1638-D944-EA4374C69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435609" y="1573998"/>
            <a:ext cx="0" cy="41916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85387B-4091-BB0D-6650-F0D8C9413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881224" y="1573998"/>
            <a:ext cx="0" cy="41916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0C737F2-41F8-4B86-31A1-3BCB0E362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8417" y="1573998"/>
            <a:ext cx="0" cy="41916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B0D86E6E-6445-80B3-E2BB-7AA9EE0A1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C3DFAA49-6F80-6FAA-61B6-4FAE7EC6E02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41489" y="1484104"/>
            <a:ext cx="2368060" cy="5989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latin typeface="+mn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9D0A44D2-8B75-9EBD-2544-9A572BC8E53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386719" y="1484103"/>
            <a:ext cx="2368060" cy="5989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latin typeface="+mn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AB319AE1-4E99-D247-046C-E19FD72839F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118761" y="1484103"/>
            <a:ext cx="2368060" cy="5989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latin typeface="+mn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0D4BF6EB-6251-A135-E834-DFD2038FF9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71076" y="3570588"/>
            <a:ext cx="1946595" cy="58631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115E4A79-935A-4D72-CADB-898C2A02F32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946890" y="3570588"/>
            <a:ext cx="1946595" cy="58631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ACFE84E1-A109-9E91-82DE-856E44CCA68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122704" y="3570588"/>
            <a:ext cx="1946595" cy="58631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60F0CC9B-D5F1-C016-DBBE-52A975594C9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298518" y="3570588"/>
            <a:ext cx="1946595" cy="58631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FE70A8C-DF1A-9269-E9B4-EA55A80FABC2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474331" y="3570588"/>
            <a:ext cx="1946595" cy="58631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15" name="Picture Placeholder 58" descr="Picture">
            <a:extLst>
              <a:ext uri="{FF2B5EF4-FFF2-40B4-BE49-F238E27FC236}">
                <a16:creationId xmlns:a16="http://schemas.microsoft.com/office/drawing/2014/main" id="{505FA45C-583B-4351-22FC-B316E3D2874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96687" y="4601617"/>
            <a:ext cx="2095374" cy="1555750"/>
          </a:xfrm>
          <a:prstGeom prst="roundRect">
            <a:avLst>
              <a:gd name="adj" fmla="val 8233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17" name="Picture Placeholder 58" descr="Picture">
            <a:extLst>
              <a:ext uri="{FF2B5EF4-FFF2-40B4-BE49-F238E27FC236}">
                <a16:creationId xmlns:a16="http://schemas.microsoft.com/office/drawing/2014/main" id="{B761FC8A-6A77-A242-E271-E542047943B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877007" y="4601617"/>
            <a:ext cx="2095374" cy="1555750"/>
          </a:xfrm>
          <a:prstGeom prst="roundRect">
            <a:avLst>
              <a:gd name="adj" fmla="val 8233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19" name="Picture Placeholder 58" descr="Picture">
            <a:extLst>
              <a:ext uri="{FF2B5EF4-FFF2-40B4-BE49-F238E27FC236}">
                <a16:creationId xmlns:a16="http://schemas.microsoft.com/office/drawing/2014/main" id="{38438C8B-D75E-F0FD-4AAC-B7726E8AF63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057327" y="4601617"/>
            <a:ext cx="2095374" cy="1555750"/>
          </a:xfrm>
          <a:prstGeom prst="roundRect">
            <a:avLst>
              <a:gd name="adj" fmla="val 8233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21" name="Picture Placeholder 58" descr="Picture">
            <a:extLst>
              <a:ext uri="{FF2B5EF4-FFF2-40B4-BE49-F238E27FC236}">
                <a16:creationId xmlns:a16="http://schemas.microsoft.com/office/drawing/2014/main" id="{CCC2F84A-2EDE-F3DD-BC3E-004210C525A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37647" y="4601617"/>
            <a:ext cx="2095374" cy="1555750"/>
          </a:xfrm>
          <a:prstGeom prst="roundRect">
            <a:avLst>
              <a:gd name="adj" fmla="val 8233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23" name="Picture Placeholder 58" descr="Picture">
            <a:extLst>
              <a:ext uri="{FF2B5EF4-FFF2-40B4-BE49-F238E27FC236}">
                <a16:creationId xmlns:a16="http://schemas.microsoft.com/office/drawing/2014/main" id="{6E101538-42EB-EC43-C7B5-88ACBADD0CD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417967" y="4601617"/>
            <a:ext cx="2095374" cy="1555750"/>
          </a:xfrm>
          <a:prstGeom prst="roundRect">
            <a:avLst>
              <a:gd name="adj" fmla="val 8233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722309"/>
      </p:ext>
    </p:extLst>
  </p:cSld>
  <p:clrMapOvr>
    <a:masterClrMapping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bullet with 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15235341-E62C-8BAF-A18F-1DBFF17D1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2" r="22"/>
          <a:stretch/>
        </p:blipFill>
        <p:spPr>
          <a:xfrm>
            <a:off x="0" y="4864102"/>
            <a:ext cx="12189697" cy="1993898"/>
          </a:xfrm>
          <a:custGeom>
            <a:avLst/>
            <a:gdLst>
              <a:gd name="csX0" fmla="*/ 0 w 12190966"/>
              <a:gd name="csY0" fmla="*/ 0 h 1993898"/>
              <a:gd name="csX1" fmla="*/ 438150 w 12190966"/>
              <a:gd name="csY1" fmla="*/ 0 h 1993898"/>
              <a:gd name="csX2" fmla="*/ 438150 w 12190966"/>
              <a:gd name="csY2" fmla="*/ 1229150 h 1993898"/>
              <a:gd name="csX3" fmla="*/ 622586 w 12190966"/>
              <a:gd name="csY3" fmla="*/ 1413586 h 1993898"/>
              <a:gd name="csX4" fmla="*/ 6680725 w 12190966"/>
              <a:gd name="csY4" fmla="*/ 1413586 h 1993898"/>
              <a:gd name="csX5" fmla="*/ 6865161 w 12190966"/>
              <a:gd name="csY5" fmla="*/ 1229150 h 1993898"/>
              <a:gd name="csX6" fmla="*/ 6865161 w 12190966"/>
              <a:gd name="csY6" fmla="*/ 0 h 1993898"/>
              <a:gd name="csX7" fmla="*/ 7025640 w 12190966"/>
              <a:gd name="csY7" fmla="*/ 0 h 1993898"/>
              <a:gd name="csX8" fmla="*/ 7025640 w 12190966"/>
              <a:gd name="csY8" fmla="*/ 1260697 h 1993898"/>
              <a:gd name="csX9" fmla="*/ 7178528 w 12190966"/>
              <a:gd name="csY9" fmla="*/ 1413585 h 1993898"/>
              <a:gd name="csX10" fmla="*/ 11444752 w 12190966"/>
              <a:gd name="csY10" fmla="*/ 1413585 h 1993898"/>
              <a:gd name="csX11" fmla="*/ 11597640 w 12190966"/>
              <a:gd name="csY11" fmla="*/ 1260697 h 1993898"/>
              <a:gd name="csX12" fmla="*/ 11597640 w 12190966"/>
              <a:gd name="csY12" fmla="*/ 0 h 1993898"/>
              <a:gd name="csX13" fmla="*/ 11782436 w 12190966"/>
              <a:gd name="csY13" fmla="*/ 0 h 1993898"/>
              <a:gd name="csX14" fmla="*/ 12190966 w 12190966"/>
              <a:gd name="csY14" fmla="*/ 408530 h 1993898"/>
              <a:gd name="csX15" fmla="*/ 12190966 w 12190966"/>
              <a:gd name="csY15" fmla="*/ 1993898 h 1993898"/>
              <a:gd name="csX16" fmla="*/ 0 w 12190966"/>
              <a:gd name="csY16" fmla="*/ 1993898 h 199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2190966" h="1993898">
                <a:moveTo>
                  <a:pt x="0" y="0"/>
                </a:moveTo>
                <a:lnTo>
                  <a:pt x="438150" y="0"/>
                </a:lnTo>
                <a:lnTo>
                  <a:pt x="438150" y="1229150"/>
                </a:lnTo>
                <a:cubicBezTo>
                  <a:pt x="438150" y="1331011"/>
                  <a:pt x="520725" y="1413586"/>
                  <a:pt x="622586" y="1413586"/>
                </a:cubicBezTo>
                <a:lnTo>
                  <a:pt x="6680725" y="1413586"/>
                </a:lnTo>
                <a:cubicBezTo>
                  <a:pt x="6782586" y="1413586"/>
                  <a:pt x="6865161" y="1331011"/>
                  <a:pt x="6865161" y="1229150"/>
                </a:cubicBezTo>
                <a:lnTo>
                  <a:pt x="6865161" y="0"/>
                </a:lnTo>
                <a:lnTo>
                  <a:pt x="7025640" y="0"/>
                </a:lnTo>
                <a:lnTo>
                  <a:pt x="7025640" y="1260697"/>
                </a:lnTo>
                <a:cubicBezTo>
                  <a:pt x="7025640" y="1345135"/>
                  <a:pt x="7094090" y="1413585"/>
                  <a:pt x="7178528" y="1413585"/>
                </a:cubicBezTo>
                <a:lnTo>
                  <a:pt x="11444752" y="1413585"/>
                </a:lnTo>
                <a:cubicBezTo>
                  <a:pt x="11529190" y="1413585"/>
                  <a:pt x="11597640" y="1345135"/>
                  <a:pt x="11597640" y="1260697"/>
                </a:cubicBezTo>
                <a:lnTo>
                  <a:pt x="11597640" y="0"/>
                </a:lnTo>
                <a:lnTo>
                  <a:pt x="11782436" y="0"/>
                </a:lnTo>
                <a:cubicBezTo>
                  <a:pt x="12008061" y="0"/>
                  <a:pt x="12190966" y="182905"/>
                  <a:pt x="12190966" y="408530"/>
                </a:cubicBezTo>
                <a:lnTo>
                  <a:pt x="12190966" y="1993898"/>
                </a:lnTo>
                <a:lnTo>
                  <a:pt x="0" y="1993898"/>
                </a:lnTo>
                <a:close/>
              </a:path>
            </a:pathLst>
          </a:cu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6FAE6C-D159-FD64-2ECD-6127EB014B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4FAF6F-3B90-C523-77A1-01D352A73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38150" y="1468398"/>
            <a:ext cx="6427011" cy="4809290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>
            <a:noFill/>
          </a:ln>
          <a:effectLst>
            <a:outerShdw blurRad="342900" dist="381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05840" rtlCol="0" anchor="ctr">
            <a:noAutofit/>
          </a:bodyPr>
          <a:lstStyle/>
          <a:p>
            <a:pPr lvl="0" indent="0">
              <a:buFont typeface="Arial" panose="020B0604020202020204" pitchFamily="34" charset="0"/>
              <a:buNone/>
            </a:pPr>
            <a:endParaRPr lang="en-US" sz="1400" err="1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6C440F-4A28-6E24-05EC-0B098186B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6741" y="2968577"/>
            <a:ext cx="604982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F3719E5-B080-5068-5023-A1545FF9B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6741" y="4498584"/>
            <a:ext cx="604982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D59CA98-E3C3-477A-4382-87F368827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16" name="Text Placeholder 35">
            <a:extLst>
              <a:ext uri="{FF2B5EF4-FFF2-40B4-BE49-F238E27FC236}">
                <a16:creationId xmlns:a16="http://schemas.microsoft.com/office/drawing/2014/main" id="{D74C5348-6FC8-3EFF-E8AF-A1D2396386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263" y="1627779"/>
            <a:ext cx="5261450" cy="2696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7" name="Text Placeholder 35">
            <a:extLst>
              <a:ext uri="{FF2B5EF4-FFF2-40B4-BE49-F238E27FC236}">
                <a16:creationId xmlns:a16="http://schemas.microsoft.com/office/drawing/2014/main" id="{F831F155-8A54-997C-765C-6C94106342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8263" y="2019300"/>
            <a:ext cx="5261450" cy="8050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99944FF2-8C97-F1BC-7706-197F77E0B3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263" y="3112802"/>
            <a:ext cx="5261450" cy="2696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D33202B1-1C25-8E67-3E77-11CA92796DF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8263" y="3504323"/>
            <a:ext cx="5261450" cy="8050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0" name="Text Placeholder 35">
            <a:extLst>
              <a:ext uri="{FF2B5EF4-FFF2-40B4-BE49-F238E27FC236}">
                <a16:creationId xmlns:a16="http://schemas.microsoft.com/office/drawing/2014/main" id="{ED2C738B-7A76-46D4-3EE8-9C6016D076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8263" y="4687792"/>
            <a:ext cx="5261450" cy="2696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3638A435-C89A-684B-103C-D6E19D5B2C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8263" y="5079313"/>
            <a:ext cx="5261450" cy="8050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2" name="Picture Placeholder 58" descr="Picture">
            <a:extLst>
              <a:ext uri="{FF2B5EF4-FFF2-40B4-BE49-F238E27FC236}">
                <a16:creationId xmlns:a16="http://schemas.microsoft.com/office/drawing/2014/main" id="{F4E70418-56F2-1389-58B8-C8C96D2D6AE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025640" y="1468397"/>
            <a:ext cx="4572000" cy="4809290"/>
          </a:xfrm>
          <a:prstGeom prst="roundRect">
            <a:avLst>
              <a:gd name="adj" fmla="val 3344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  <a:effectLst>
            <a:outerShdw blurRad="254000" sx="102000" sy="102000" algn="ctr" rotWithShape="0">
              <a:prstClr val="black">
                <a:alpha val="8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344479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E35ADC-9CF4-6E7A-C589-36E2B0DC0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2" r="22"/>
          <a:stretch/>
        </p:blipFill>
        <p:spPr>
          <a:xfrm>
            <a:off x="0" y="4864102"/>
            <a:ext cx="12189697" cy="1993898"/>
          </a:xfrm>
          <a:custGeom>
            <a:avLst/>
            <a:gdLst>
              <a:gd name="csX0" fmla="*/ 0 w 12190966"/>
              <a:gd name="csY0" fmla="*/ 0 h 1993898"/>
              <a:gd name="csX1" fmla="*/ 438150 w 12190966"/>
              <a:gd name="csY1" fmla="*/ 0 h 1993898"/>
              <a:gd name="csX2" fmla="*/ 438150 w 12190966"/>
              <a:gd name="csY2" fmla="*/ 1229150 h 1993898"/>
              <a:gd name="csX3" fmla="*/ 622586 w 12190966"/>
              <a:gd name="csY3" fmla="*/ 1413586 h 1993898"/>
              <a:gd name="csX4" fmla="*/ 6680725 w 12190966"/>
              <a:gd name="csY4" fmla="*/ 1413586 h 1993898"/>
              <a:gd name="csX5" fmla="*/ 6865161 w 12190966"/>
              <a:gd name="csY5" fmla="*/ 1229150 h 1993898"/>
              <a:gd name="csX6" fmla="*/ 6865161 w 12190966"/>
              <a:gd name="csY6" fmla="*/ 0 h 1993898"/>
              <a:gd name="csX7" fmla="*/ 7025640 w 12190966"/>
              <a:gd name="csY7" fmla="*/ 0 h 1993898"/>
              <a:gd name="csX8" fmla="*/ 7025640 w 12190966"/>
              <a:gd name="csY8" fmla="*/ 1260697 h 1993898"/>
              <a:gd name="csX9" fmla="*/ 7178528 w 12190966"/>
              <a:gd name="csY9" fmla="*/ 1413585 h 1993898"/>
              <a:gd name="csX10" fmla="*/ 11444752 w 12190966"/>
              <a:gd name="csY10" fmla="*/ 1413585 h 1993898"/>
              <a:gd name="csX11" fmla="*/ 11597640 w 12190966"/>
              <a:gd name="csY11" fmla="*/ 1260697 h 1993898"/>
              <a:gd name="csX12" fmla="*/ 11597640 w 12190966"/>
              <a:gd name="csY12" fmla="*/ 0 h 1993898"/>
              <a:gd name="csX13" fmla="*/ 11782436 w 12190966"/>
              <a:gd name="csY13" fmla="*/ 0 h 1993898"/>
              <a:gd name="csX14" fmla="*/ 12190966 w 12190966"/>
              <a:gd name="csY14" fmla="*/ 408530 h 1993898"/>
              <a:gd name="csX15" fmla="*/ 12190966 w 12190966"/>
              <a:gd name="csY15" fmla="*/ 1993898 h 1993898"/>
              <a:gd name="csX16" fmla="*/ 0 w 12190966"/>
              <a:gd name="csY16" fmla="*/ 1993898 h 199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2190966" h="1993898">
                <a:moveTo>
                  <a:pt x="0" y="0"/>
                </a:moveTo>
                <a:lnTo>
                  <a:pt x="438150" y="0"/>
                </a:lnTo>
                <a:lnTo>
                  <a:pt x="438150" y="1229150"/>
                </a:lnTo>
                <a:cubicBezTo>
                  <a:pt x="438150" y="1331011"/>
                  <a:pt x="520725" y="1413586"/>
                  <a:pt x="622586" y="1413586"/>
                </a:cubicBezTo>
                <a:lnTo>
                  <a:pt x="6680725" y="1413586"/>
                </a:lnTo>
                <a:cubicBezTo>
                  <a:pt x="6782586" y="1413586"/>
                  <a:pt x="6865161" y="1331011"/>
                  <a:pt x="6865161" y="1229150"/>
                </a:cubicBezTo>
                <a:lnTo>
                  <a:pt x="6865161" y="0"/>
                </a:lnTo>
                <a:lnTo>
                  <a:pt x="7025640" y="0"/>
                </a:lnTo>
                <a:lnTo>
                  <a:pt x="7025640" y="1260697"/>
                </a:lnTo>
                <a:cubicBezTo>
                  <a:pt x="7025640" y="1345135"/>
                  <a:pt x="7094090" y="1413585"/>
                  <a:pt x="7178528" y="1413585"/>
                </a:cubicBezTo>
                <a:lnTo>
                  <a:pt x="11444752" y="1413585"/>
                </a:lnTo>
                <a:cubicBezTo>
                  <a:pt x="11529190" y="1413585"/>
                  <a:pt x="11597640" y="1345135"/>
                  <a:pt x="11597640" y="1260697"/>
                </a:cubicBezTo>
                <a:lnTo>
                  <a:pt x="11597640" y="0"/>
                </a:lnTo>
                <a:lnTo>
                  <a:pt x="11782436" y="0"/>
                </a:lnTo>
                <a:cubicBezTo>
                  <a:pt x="12008061" y="0"/>
                  <a:pt x="12190966" y="182905"/>
                  <a:pt x="12190966" y="408530"/>
                </a:cubicBezTo>
                <a:lnTo>
                  <a:pt x="12190966" y="1993898"/>
                </a:lnTo>
                <a:lnTo>
                  <a:pt x="0" y="1993898"/>
                </a:ln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268AC9-8DE6-E152-A949-488EB4174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3EA8FD-EB3F-2767-495D-6484470C1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38150" y="1468398"/>
            <a:ext cx="6427011" cy="4809290"/>
          </a:xfrm>
          <a:prstGeom prst="roundRect">
            <a:avLst>
              <a:gd name="adj" fmla="val 3835"/>
            </a:avLst>
          </a:prstGeom>
          <a:solidFill>
            <a:schemeClr val="bg1"/>
          </a:solidFill>
          <a:ln>
            <a:noFill/>
          </a:ln>
          <a:effectLst>
            <a:outerShdw blurRad="342900" dist="381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05840" rtlCol="0" anchor="ctr">
            <a:noAutofit/>
          </a:bodyPr>
          <a:lstStyle/>
          <a:p>
            <a:pPr lvl="0" indent="0">
              <a:buFont typeface="Arial" panose="020B0604020202020204" pitchFamily="34" charset="0"/>
              <a:buNone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BA56B2-CBA7-2D51-7ADF-8F742359B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B3C2B907-A43D-F252-9AE3-E56670FC64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3937" y="1627779"/>
            <a:ext cx="6155437" cy="2696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lang="en-US" sz="16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6" name="Picture Placeholder 58" descr="Picture">
            <a:extLst>
              <a:ext uri="{FF2B5EF4-FFF2-40B4-BE49-F238E27FC236}">
                <a16:creationId xmlns:a16="http://schemas.microsoft.com/office/drawing/2014/main" id="{ED418E82-1CA2-D77E-B7F8-BEF4BEB30B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025640" y="1468397"/>
            <a:ext cx="4572000" cy="4809290"/>
          </a:xfrm>
          <a:prstGeom prst="roundRect">
            <a:avLst>
              <a:gd name="adj" fmla="val 3344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  <a:effectLst>
            <a:outerShdw blurRad="254000" sx="102000" sy="102000" algn="ctr" rotWithShape="0">
              <a:prstClr val="black">
                <a:alpha val="8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381875"/>
      </p:ext>
    </p:extLst>
  </p:cSld>
  <p:clrMapOvr>
    <a:masterClrMapping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C19377-6233-5A4D-9649-3D8C9A30D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C70B67-697A-BB81-501A-495F2A846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2" r="22"/>
          <a:stretch/>
        </p:blipFill>
        <p:spPr>
          <a:xfrm>
            <a:off x="0" y="4864102"/>
            <a:ext cx="12189697" cy="1993898"/>
          </a:xfrm>
          <a:custGeom>
            <a:avLst/>
            <a:gdLst>
              <a:gd name="csX0" fmla="*/ 0 w 12190966"/>
              <a:gd name="csY0" fmla="*/ 0 h 1993898"/>
              <a:gd name="csX1" fmla="*/ 588963 w 12190966"/>
              <a:gd name="csY1" fmla="*/ 0 h 1993898"/>
              <a:gd name="csX2" fmla="*/ 588963 w 12190966"/>
              <a:gd name="csY2" fmla="*/ 1231736 h 1993898"/>
              <a:gd name="csX3" fmla="*/ 770811 w 12190966"/>
              <a:gd name="csY3" fmla="*/ 1413584 h 1993898"/>
              <a:gd name="csX4" fmla="*/ 3231277 w 12190966"/>
              <a:gd name="csY4" fmla="*/ 1413584 h 1993898"/>
              <a:gd name="csX5" fmla="*/ 3413126 w 12190966"/>
              <a:gd name="csY5" fmla="*/ 1231736 h 1993898"/>
              <a:gd name="csX6" fmla="*/ 3413126 w 12190966"/>
              <a:gd name="csY6" fmla="*/ 0 h 1993898"/>
              <a:gd name="csX7" fmla="*/ 3714160 w 12190966"/>
              <a:gd name="csY7" fmla="*/ 0 h 1993898"/>
              <a:gd name="csX8" fmla="*/ 3714160 w 12190966"/>
              <a:gd name="csY8" fmla="*/ 1245861 h 1993898"/>
              <a:gd name="csX9" fmla="*/ 3881883 w 12190966"/>
              <a:gd name="csY9" fmla="*/ 1413584 h 1993898"/>
              <a:gd name="csX10" fmla="*/ 11438490 w 12190966"/>
              <a:gd name="csY10" fmla="*/ 1413584 h 1993898"/>
              <a:gd name="csX11" fmla="*/ 11606213 w 12190966"/>
              <a:gd name="csY11" fmla="*/ 1245861 h 1993898"/>
              <a:gd name="csX12" fmla="*/ 11606213 w 12190966"/>
              <a:gd name="csY12" fmla="*/ 0 h 1993898"/>
              <a:gd name="csX13" fmla="*/ 11655445 w 12190966"/>
              <a:gd name="csY13" fmla="*/ 0 h 1993898"/>
              <a:gd name="csX14" fmla="*/ 12190966 w 12190966"/>
              <a:gd name="csY14" fmla="*/ 535521 h 1993898"/>
              <a:gd name="csX15" fmla="*/ 12190966 w 12190966"/>
              <a:gd name="csY15" fmla="*/ 1993898 h 1993898"/>
              <a:gd name="csX16" fmla="*/ 0 w 12190966"/>
              <a:gd name="csY16" fmla="*/ 1993898 h 199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2190966" h="1993898">
                <a:moveTo>
                  <a:pt x="0" y="0"/>
                </a:moveTo>
                <a:lnTo>
                  <a:pt x="588963" y="0"/>
                </a:lnTo>
                <a:lnTo>
                  <a:pt x="588963" y="1231736"/>
                </a:lnTo>
                <a:cubicBezTo>
                  <a:pt x="588963" y="1332168"/>
                  <a:pt x="670379" y="1413584"/>
                  <a:pt x="770811" y="1413584"/>
                </a:cubicBezTo>
                <a:lnTo>
                  <a:pt x="3231277" y="1413584"/>
                </a:lnTo>
                <a:cubicBezTo>
                  <a:pt x="3331710" y="1413584"/>
                  <a:pt x="3413126" y="1332168"/>
                  <a:pt x="3413126" y="1231736"/>
                </a:cubicBezTo>
                <a:lnTo>
                  <a:pt x="3413126" y="0"/>
                </a:lnTo>
                <a:lnTo>
                  <a:pt x="3714160" y="0"/>
                </a:lnTo>
                <a:lnTo>
                  <a:pt x="3714160" y="1245861"/>
                </a:lnTo>
                <a:cubicBezTo>
                  <a:pt x="3714160" y="1338492"/>
                  <a:pt x="3789252" y="1413584"/>
                  <a:pt x="3881883" y="1413584"/>
                </a:cubicBezTo>
                <a:lnTo>
                  <a:pt x="11438490" y="1413584"/>
                </a:lnTo>
                <a:cubicBezTo>
                  <a:pt x="11531121" y="1413584"/>
                  <a:pt x="11606213" y="1338492"/>
                  <a:pt x="11606213" y="1245861"/>
                </a:cubicBezTo>
                <a:lnTo>
                  <a:pt x="11606213" y="0"/>
                </a:lnTo>
                <a:lnTo>
                  <a:pt x="11655445" y="0"/>
                </a:lnTo>
                <a:cubicBezTo>
                  <a:pt x="11951205" y="0"/>
                  <a:pt x="12190966" y="239761"/>
                  <a:pt x="12190966" y="535521"/>
                </a:cubicBezTo>
                <a:lnTo>
                  <a:pt x="12190966" y="1993898"/>
                </a:lnTo>
                <a:lnTo>
                  <a:pt x="0" y="1993898"/>
                </a:lnTo>
                <a:close/>
              </a:path>
            </a:pathLst>
          </a:cu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FFB9AE9-025B-0F31-71FC-08BB6C911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963" y="1468398"/>
            <a:ext cx="2824162" cy="4809290"/>
          </a:xfrm>
          <a:prstGeom prst="roundRect">
            <a:avLst>
              <a:gd name="adj" fmla="val 6439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18900000" scaled="1"/>
            <a:tileRect/>
          </a:gradFill>
          <a:ln>
            <a:noFill/>
            <a:headEnd type="none" w="med" len="med"/>
            <a:tailEnd type="none" w="med" len="med"/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C55FE-3B3B-0893-E68E-2F860093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30" name="Text Placeholder 35">
            <a:extLst>
              <a:ext uri="{FF2B5EF4-FFF2-40B4-BE49-F238E27FC236}">
                <a16:creationId xmlns:a16="http://schemas.microsoft.com/office/drawing/2014/main" id="{BC4EF549-2870-2555-53D0-BF46972086F9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763588" y="1525877"/>
            <a:ext cx="2474912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marL="0" indent="0">
              <a:buNone/>
              <a:defRPr kumimoji="0" lang="en-US" sz="1600" b="0" i="0" u="none" strike="noStrike" cap="none" normalizeH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  <p:sp>
        <p:nvSpPr>
          <p:cNvPr id="31" name="Text Placeholder 35">
            <a:extLst>
              <a:ext uri="{FF2B5EF4-FFF2-40B4-BE49-F238E27FC236}">
                <a16:creationId xmlns:a16="http://schemas.microsoft.com/office/drawing/2014/main" id="{8DB6B0F4-2AF9-4C00-5187-6B22DFA57B60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763588" y="2445433"/>
            <a:ext cx="2474912" cy="27392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400" b="0" i="0" u="none" strike="noStrike" cap="none" normalizeH="0" dirty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0" lv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add text</a:t>
            </a:r>
          </a:p>
        </p:txBody>
      </p:sp>
      <p:sp>
        <p:nvSpPr>
          <p:cNvPr id="29" name="Text Placeholder 35">
            <a:extLst>
              <a:ext uri="{FF2B5EF4-FFF2-40B4-BE49-F238E27FC236}">
                <a16:creationId xmlns:a16="http://schemas.microsoft.com/office/drawing/2014/main" id="{716D0562-5FDC-28F8-6AD3-19811308E4A8}"/>
              </a:ext>
            </a:extLst>
          </p:cNvPr>
          <p:cNvSpPr>
            <a:spLocks noGrp="1" noChangeAspect="1"/>
          </p:cNvSpPr>
          <p:nvPr>
            <p:ph type="body" sz="quarter" idx="12" hasCustomPrompt="1"/>
          </p:nvPr>
        </p:nvSpPr>
        <p:spPr>
          <a:xfrm>
            <a:off x="3714160" y="1468398"/>
            <a:ext cx="7872232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lang="en-US" sz="2000" dirty="0">
                <a:solidFill>
                  <a:schemeClr val="tx2"/>
                </a:solidFill>
                <a:latin typeface="+mj-lt"/>
              </a:defRPr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  <p:sp>
        <p:nvSpPr>
          <p:cNvPr id="15" name="Picture Placeholder 58" descr="Picture">
            <a:extLst>
              <a:ext uri="{FF2B5EF4-FFF2-40B4-BE49-F238E27FC236}">
                <a16:creationId xmlns:a16="http://schemas.microsoft.com/office/drawing/2014/main" id="{FDB7E16D-9A4D-573D-4EE1-486A0F53928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3714160" y="1904214"/>
            <a:ext cx="7892053" cy="4368000"/>
          </a:xfrm>
          <a:prstGeom prst="roundRect">
            <a:avLst>
              <a:gd name="adj" fmla="val 4041"/>
            </a:avLst>
          </a:prstGeom>
          <a:solidFill>
            <a:schemeClr val="bg1">
              <a:alpha val="4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8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683827"/>
      </p:ext>
    </p:extLst>
  </p:cSld>
  <p:clrMapOvr>
    <a:masterClrMapping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 with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D6303C-E7CA-61BE-CD0D-E1F76B72D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2" r="22"/>
          <a:stretch/>
        </p:blipFill>
        <p:spPr>
          <a:xfrm>
            <a:off x="0" y="4864102"/>
            <a:ext cx="12189697" cy="1993898"/>
          </a:xfrm>
          <a:custGeom>
            <a:avLst/>
            <a:gdLst>
              <a:gd name="csX0" fmla="*/ 0 w 12190966"/>
              <a:gd name="csY0" fmla="*/ 0 h 1993898"/>
              <a:gd name="csX1" fmla="*/ 11858643 w 12190966"/>
              <a:gd name="csY1" fmla="*/ 0 h 1993898"/>
              <a:gd name="csX2" fmla="*/ 12190966 w 12190966"/>
              <a:gd name="csY2" fmla="*/ 332323 h 1993898"/>
              <a:gd name="csX3" fmla="*/ 12190966 w 12190966"/>
              <a:gd name="csY3" fmla="*/ 1993898 h 1993898"/>
              <a:gd name="csX4" fmla="*/ 0 w 12190966"/>
              <a:gd name="csY4" fmla="*/ 1993898 h 199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90966" h="1993898">
                <a:moveTo>
                  <a:pt x="0" y="0"/>
                </a:moveTo>
                <a:lnTo>
                  <a:pt x="11858643" y="0"/>
                </a:lnTo>
                <a:cubicBezTo>
                  <a:pt x="12042180" y="0"/>
                  <a:pt x="12190966" y="148786"/>
                  <a:pt x="12190966" y="332323"/>
                </a:cubicBezTo>
                <a:lnTo>
                  <a:pt x="12190966" y="1993898"/>
                </a:lnTo>
                <a:lnTo>
                  <a:pt x="0" y="1993898"/>
                </a:ln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673D90-2784-6324-B25C-1271BED23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480AE4-70E2-EC58-722E-566C953C8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187379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5D059F-8960-BD0E-DD3F-C1FDA7B30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3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A85ECD-472A-9A32-0DAB-50358310B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B8E056B-BD9A-9EF0-1889-538D7BECC1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8262" y="1436688"/>
            <a:ext cx="11018519" cy="61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20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4FA88EA3-74D7-8F20-6CF6-1D7ECD7790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2924" y="25137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AC594335-3B13-B806-DFDD-359BB86A05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924" y="29224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8120E1C-AC93-18FA-B5C2-EFD0079C76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2040" y="25137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773FD95C-796C-89AE-3D79-365AFA8DBB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2040" y="29224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201530567"/>
      </p:ext>
    </p:extLst>
  </p:cSld>
  <p:clrMapOvr>
    <a:masterClrMapping/>
  </p:clrMapOvr>
  <p:transition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with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DBD736-374E-A44E-5EED-3BD0B1A6A4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custGeom>
            <a:avLst/>
            <a:gdLst>
              <a:gd name="csX0" fmla="*/ 0 w 3276017"/>
              <a:gd name="csY0" fmla="*/ 0 h 2786712"/>
              <a:gd name="csX1" fmla="*/ 3276017 w 3276017"/>
              <a:gd name="csY1" fmla="*/ 0 h 2786712"/>
              <a:gd name="csX2" fmla="*/ 3276017 w 3276017"/>
              <a:gd name="csY2" fmla="*/ 2786712 h 2786712"/>
              <a:gd name="csX3" fmla="*/ 2886302 w 3276017"/>
              <a:gd name="csY3" fmla="*/ 2786712 h 2786712"/>
              <a:gd name="csX4" fmla="*/ 2886302 w 3276017"/>
              <a:gd name="csY4" fmla="*/ 2354470 h 2786712"/>
              <a:gd name="csX5" fmla="*/ 2686498 w 3276017"/>
              <a:gd name="csY5" fmla="*/ 2154666 h 2786712"/>
              <a:gd name="csX6" fmla="*/ 0 w 3276017"/>
              <a:gd name="csY6" fmla="*/ 2154666 h 27867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276017" h="2786712">
                <a:moveTo>
                  <a:pt x="0" y="0"/>
                </a:moveTo>
                <a:lnTo>
                  <a:pt x="3276017" y="0"/>
                </a:lnTo>
                <a:lnTo>
                  <a:pt x="3276017" y="2786712"/>
                </a:lnTo>
                <a:lnTo>
                  <a:pt x="2886302" y="2786712"/>
                </a:lnTo>
                <a:lnTo>
                  <a:pt x="2886302" y="2354470"/>
                </a:lnTo>
                <a:cubicBezTo>
                  <a:pt x="2886302" y="2244121"/>
                  <a:pt x="2796847" y="2154666"/>
                  <a:pt x="2686498" y="2154666"/>
                </a:cubicBezTo>
                <a:lnTo>
                  <a:pt x="0" y="2154666"/>
                </a:lnTo>
                <a:close/>
              </a:path>
            </a:pathLst>
          </a:cu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480AE4-70E2-EC58-722E-566C953C8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187379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5D059F-8960-BD0E-DD3F-C1FDA7B30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3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DD28FE-8018-F752-0B7B-817FEEDED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B8E056B-BD9A-9EF0-1889-538D7BECC1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8262" y="1436688"/>
            <a:ext cx="11018519" cy="61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20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CA4F5F2-8127-890C-8049-8D1E89D84E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2924" y="25137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D1384A03-5E8B-0D85-E3D7-DC7454B957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924" y="29224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DC0D8145-CB8A-D4D1-70A2-09CA467E31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2040" y="25137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8F2A498E-A8D4-6B4F-136B-33DE345C824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2040" y="29224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130596521"/>
      </p:ext>
    </p:extLst>
  </p:cSld>
  <p:clrMapOvr>
    <a:masterClrMapping/>
  </p:clrMapOvr>
  <p:transition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lumn with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D6303C-E7CA-61BE-CD0D-E1F76B72D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2" r="22"/>
          <a:stretch/>
        </p:blipFill>
        <p:spPr>
          <a:xfrm>
            <a:off x="0" y="4864102"/>
            <a:ext cx="12189697" cy="1993898"/>
          </a:xfrm>
          <a:custGeom>
            <a:avLst/>
            <a:gdLst>
              <a:gd name="csX0" fmla="*/ 0 w 12190966"/>
              <a:gd name="csY0" fmla="*/ 0 h 1993898"/>
              <a:gd name="csX1" fmla="*/ 11858643 w 12190966"/>
              <a:gd name="csY1" fmla="*/ 0 h 1993898"/>
              <a:gd name="csX2" fmla="*/ 12190966 w 12190966"/>
              <a:gd name="csY2" fmla="*/ 332323 h 1993898"/>
              <a:gd name="csX3" fmla="*/ 12190966 w 12190966"/>
              <a:gd name="csY3" fmla="*/ 1993898 h 1993898"/>
              <a:gd name="csX4" fmla="*/ 0 w 12190966"/>
              <a:gd name="csY4" fmla="*/ 1993898 h 199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90966" h="1993898">
                <a:moveTo>
                  <a:pt x="0" y="0"/>
                </a:moveTo>
                <a:lnTo>
                  <a:pt x="11858643" y="0"/>
                </a:lnTo>
                <a:cubicBezTo>
                  <a:pt x="12042180" y="0"/>
                  <a:pt x="12190966" y="148786"/>
                  <a:pt x="12190966" y="332323"/>
                </a:cubicBezTo>
                <a:lnTo>
                  <a:pt x="12190966" y="1993898"/>
                </a:lnTo>
                <a:lnTo>
                  <a:pt x="0" y="1993898"/>
                </a:ln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673D90-2784-6324-B25C-1271BED23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480AE4-70E2-EC58-722E-566C953C8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187379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5D059F-8960-BD0E-DD3F-C1FDA7B30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3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9090DF-25FB-3EBD-8418-9C1F0AE6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B8E056B-BD9A-9EF0-1889-538D7BECC1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8262" y="1436688"/>
            <a:ext cx="11018519" cy="61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20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4FA88EA3-74D7-8F20-6CF6-1D7ECD7790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2924" y="36186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AC594335-3B13-B806-DFDD-359BB86A05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924" y="40273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8120E1C-AC93-18FA-B5C2-EFD0079C76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2040" y="36186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773FD95C-796C-89AE-3D79-365AFA8DBB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2040" y="40273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1625317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lumn with 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C673D90-2784-6324-B25C-1271BED23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480AE4-70E2-EC58-722E-566C953C8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187379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5D059F-8960-BD0E-DD3F-C1FDA7B30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3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A54261-DEFA-B4C7-3C37-3325F733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B8E056B-BD9A-9EF0-1889-538D7BECC1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8262" y="1436688"/>
            <a:ext cx="11018519" cy="61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20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4FA88EA3-74D7-8F20-6CF6-1D7ECD7790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2924" y="36186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AC594335-3B13-B806-DFDD-359BB86A05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924" y="40273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8120E1C-AC93-18FA-B5C2-EFD0079C76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2040" y="36186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773FD95C-796C-89AE-3D79-365AFA8DBB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2040" y="40273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686941362"/>
      </p:ext>
    </p:extLst>
  </p:cSld>
  <p:clrMapOvr>
    <a:masterClrMapping/>
  </p:clrMapOvr>
  <p:transition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S logo gray - EMF">
            <a:extLst>
              <a:ext uri="{FF2B5EF4-FFF2-40B4-BE49-F238E27FC236}">
                <a16:creationId xmlns:a16="http://schemas.microsoft.com/office/drawing/2014/main" id="{F5B99E32-BE96-9C71-F6FE-18FCE39CB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680648" y="487464"/>
            <a:ext cx="1366440" cy="292608"/>
          </a:xfrm>
          <a:prstGeom prst="rect">
            <a:avLst/>
          </a:prstGeom>
        </p:spPr>
      </p:pic>
      <p:sp>
        <p:nvSpPr>
          <p:cNvPr id="4" name="Freeform 234">
            <a:extLst>
              <a:ext uri="{FF2B5EF4-FFF2-40B4-BE49-F238E27FC236}">
                <a16:creationId xmlns:a16="http://schemas.microsoft.com/office/drawing/2014/main" id="{C282B764-9C67-5137-2477-17803C7F7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366083" y="2154362"/>
            <a:ext cx="1434671" cy="182384"/>
          </a:xfrm>
          <a:custGeom>
            <a:avLst/>
            <a:gdLst>
              <a:gd name="T0" fmla="*/ 0 w 472"/>
              <a:gd name="T1" fmla="*/ 0 h 60"/>
              <a:gd name="T2" fmla="*/ 28 w 472"/>
              <a:gd name="T3" fmla="*/ 57 h 60"/>
              <a:gd name="T4" fmla="*/ 46 w 472"/>
              <a:gd name="T5" fmla="*/ 29 h 60"/>
              <a:gd name="T6" fmla="*/ 34 w 472"/>
              <a:gd name="T7" fmla="*/ 48 h 60"/>
              <a:gd name="T8" fmla="*/ 6 w 472"/>
              <a:gd name="T9" fmla="*/ 54 h 60"/>
              <a:gd name="T10" fmla="*/ 41 w 472"/>
              <a:gd name="T11" fmla="*/ 29 h 60"/>
              <a:gd name="T12" fmla="*/ 73 w 472"/>
              <a:gd name="T13" fmla="*/ 0 h 60"/>
              <a:gd name="T14" fmla="*/ 63 w 472"/>
              <a:gd name="T15" fmla="*/ 42 h 60"/>
              <a:gd name="T16" fmla="*/ 101 w 472"/>
              <a:gd name="T17" fmla="*/ 59 h 60"/>
              <a:gd name="T18" fmla="*/ 75 w 472"/>
              <a:gd name="T19" fmla="*/ 10 h 60"/>
              <a:gd name="T20" fmla="*/ 76 w 472"/>
              <a:gd name="T21" fmla="*/ 6 h 60"/>
              <a:gd name="T22" fmla="*/ 87 w 472"/>
              <a:gd name="T23" fmla="*/ 37 h 60"/>
              <a:gd name="T24" fmla="*/ 119 w 472"/>
              <a:gd name="T25" fmla="*/ 11 h 60"/>
              <a:gd name="T26" fmla="*/ 116 w 472"/>
              <a:gd name="T27" fmla="*/ 8 h 60"/>
              <a:gd name="T28" fmla="*/ 116 w 472"/>
              <a:gd name="T29" fmla="*/ 59 h 60"/>
              <a:gd name="T30" fmla="*/ 117 w 472"/>
              <a:gd name="T31" fmla="*/ 0 h 60"/>
              <a:gd name="T32" fmla="*/ 152 w 472"/>
              <a:gd name="T33" fmla="*/ 51 h 60"/>
              <a:gd name="T34" fmla="*/ 152 w 472"/>
              <a:gd name="T35" fmla="*/ 44 h 60"/>
              <a:gd name="T36" fmla="*/ 157 w 472"/>
              <a:gd name="T37" fmla="*/ 59 h 60"/>
              <a:gd name="T38" fmla="*/ 179 w 472"/>
              <a:gd name="T39" fmla="*/ 31 h 60"/>
              <a:gd name="T40" fmla="*/ 178 w 472"/>
              <a:gd name="T41" fmla="*/ 59 h 60"/>
              <a:gd name="T42" fmla="*/ 178 w 472"/>
              <a:gd name="T43" fmla="*/ 0 h 60"/>
              <a:gd name="T44" fmla="*/ 179 w 472"/>
              <a:gd name="T45" fmla="*/ 27 h 60"/>
              <a:gd name="T46" fmla="*/ 210 w 472"/>
              <a:gd name="T47" fmla="*/ 0 h 60"/>
              <a:gd name="T48" fmla="*/ 204 w 472"/>
              <a:gd name="T49" fmla="*/ 59 h 60"/>
              <a:gd name="T50" fmla="*/ 242 w 472"/>
              <a:gd name="T51" fmla="*/ 36 h 60"/>
              <a:gd name="T52" fmla="*/ 247 w 472"/>
              <a:gd name="T53" fmla="*/ 36 h 60"/>
              <a:gd name="T54" fmla="*/ 279 w 472"/>
              <a:gd name="T55" fmla="*/ 36 h 60"/>
              <a:gd name="T56" fmla="*/ 284 w 472"/>
              <a:gd name="T57" fmla="*/ 35 h 60"/>
              <a:gd name="T58" fmla="*/ 355 w 472"/>
              <a:gd name="T59" fmla="*/ 15 h 60"/>
              <a:gd name="T60" fmla="*/ 354 w 472"/>
              <a:gd name="T61" fmla="*/ 9 h 60"/>
              <a:gd name="T62" fmla="*/ 334 w 472"/>
              <a:gd name="T63" fmla="*/ 59 h 60"/>
              <a:gd name="T64" fmla="*/ 335 w 472"/>
              <a:gd name="T65" fmla="*/ 46 h 60"/>
              <a:gd name="T66" fmla="*/ 337 w 472"/>
              <a:gd name="T67" fmla="*/ 52 h 60"/>
              <a:gd name="T68" fmla="*/ 356 w 472"/>
              <a:gd name="T69" fmla="*/ 0 h 60"/>
              <a:gd name="T70" fmla="*/ 370 w 472"/>
              <a:gd name="T71" fmla="*/ 52 h 60"/>
              <a:gd name="T72" fmla="*/ 372 w 472"/>
              <a:gd name="T73" fmla="*/ 48 h 60"/>
              <a:gd name="T74" fmla="*/ 373 w 472"/>
              <a:gd name="T75" fmla="*/ 59 h 60"/>
              <a:gd name="T76" fmla="*/ 429 w 472"/>
              <a:gd name="T77" fmla="*/ 0 h 60"/>
              <a:gd name="T78" fmla="*/ 405 w 472"/>
              <a:gd name="T79" fmla="*/ 27 h 60"/>
              <a:gd name="T80" fmla="*/ 405 w 472"/>
              <a:gd name="T81" fmla="*/ 32 h 60"/>
              <a:gd name="T82" fmla="*/ 430 w 472"/>
              <a:gd name="T83" fmla="*/ 59 h 60"/>
              <a:gd name="T84" fmla="*/ 442 w 472"/>
              <a:gd name="T85" fmla="*/ 0 h 60"/>
              <a:gd name="T86" fmla="*/ 472 w 472"/>
              <a:gd name="T87" fmla="*/ 54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72" h="60">
                <a:moveTo>
                  <a:pt x="39" y="7"/>
                </a:moveTo>
                <a:cubicBezTo>
                  <a:pt x="33" y="2"/>
                  <a:pt x="26" y="0"/>
                  <a:pt x="1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59"/>
                  <a:pt x="0" y="59"/>
                  <a:pt x="0" y="59"/>
                </a:cubicBezTo>
                <a:cubicBezTo>
                  <a:pt x="15" y="59"/>
                  <a:pt x="15" y="59"/>
                  <a:pt x="15" y="59"/>
                </a:cubicBezTo>
                <a:cubicBezTo>
                  <a:pt x="20" y="59"/>
                  <a:pt x="24" y="58"/>
                  <a:pt x="28" y="57"/>
                </a:cubicBezTo>
                <a:cubicBezTo>
                  <a:pt x="32" y="55"/>
                  <a:pt x="35" y="53"/>
                  <a:pt x="38" y="51"/>
                </a:cubicBezTo>
                <a:cubicBezTo>
                  <a:pt x="41" y="48"/>
                  <a:pt x="43" y="45"/>
                  <a:pt x="44" y="41"/>
                </a:cubicBezTo>
                <a:cubicBezTo>
                  <a:pt x="46" y="37"/>
                  <a:pt x="46" y="33"/>
                  <a:pt x="46" y="29"/>
                </a:cubicBezTo>
                <a:cubicBezTo>
                  <a:pt x="46" y="19"/>
                  <a:pt x="44" y="12"/>
                  <a:pt x="39" y="7"/>
                </a:cubicBezTo>
                <a:close/>
                <a:moveTo>
                  <a:pt x="39" y="40"/>
                </a:moveTo>
                <a:cubicBezTo>
                  <a:pt x="38" y="43"/>
                  <a:pt x="36" y="45"/>
                  <a:pt x="34" y="48"/>
                </a:cubicBezTo>
                <a:cubicBezTo>
                  <a:pt x="32" y="50"/>
                  <a:pt x="29" y="51"/>
                  <a:pt x="26" y="52"/>
                </a:cubicBezTo>
                <a:cubicBezTo>
                  <a:pt x="22" y="53"/>
                  <a:pt x="19" y="54"/>
                  <a:pt x="15" y="54"/>
                </a:cubicBezTo>
                <a:cubicBezTo>
                  <a:pt x="6" y="54"/>
                  <a:pt x="6" y="54"/>
                  <a:pt x="6" y="54"/>
                </a:cubicBezTo>
                <a:cubicBezTo>
                  <a:pt x="6" y="5"/>
                  <a:pt x="6" y="5"/>
                  <a:pt x="6" y="5"/>
                </a:cubicBezTo>
                <a:cubicBezTo>
                  <a:pt x="15" y="5"/>
                  <a:pt x="15" y="5"/>
                  <a:pt x="15" y="5"/>
                </a:cubicBezTo>
                <a:cubicBezTo>
                  <a:pt x="32" y="5"/>
                  <a:pt x="41" y="13"/>
                  <a:pt x="41" y="29"/>
                </a:cubicBezTo>
                <a:cubicBezTo>
                  <a:pt x="41" y="33"/>
                  <a:pt x="40" y="36"/>
                  <a:pt x="39" y="40"/>
                </a:cubicBezTo>
                <a:close/>
                <a:moveTo>
                  <a:pt x="79" y="0"/>
                </a:moveTo>
                <a:cubicBezTo>
                  <a:pt x="73" y="0"/>
                  <a:pt x="73" y="0"/>
                  <a:pt x="73" y="0"/>
                </a:cubicBezTo>
                <a:cubicBezTo>
                  <a:pt x="51" y="59"/>
                  <a:pt x="51" y="59"/>
                  <a:pt x="51" y="59"/>
                </a:cubicBezTo>
                <a:cubicBezTo>
                  <a:pt x="57" y="59"/>
                  <a:pt x="57" y="59"/>
                  <a:pt x="57" y="59"/>
                </a:cubicBezTo>
                <a:cubicBezTo>
                  <a:pt x="63" y="42"/>
                  <a:pt x="63" y="42"/>
                  <a:pt x="63" y="42"/>
                </a:cubicBezTo>
                <a:cubicBezTo>
                  <a:pt x="89" y="42"/>
                  <a:pt x="89" y="42"/>
                  <a:pt x="89" y="42"/>
                </a:cubicBezTo>
                <a:cubicBezTo>
                  <a:pt x="95" y="59"/>
                  <a:pt x="95" y="59"/>
                  <a:pt x="95" y="59"/>
                </a:cubicBezTo>
                <a:cubicBezTo>
                  <a:pt x="101" y="59"/>
                  <a:pt x="101" y="59"/>
                  <a:pt x="101" y="59"/>
                </a:cubicBezTo>
                <a:lnTo>
                  <a:pt x="79" y="0"/>
                </a:lnTo>
                <a:close/>
                <a:moveTo>
                  <a:pt x="65" y="37"/>
                </a:move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8"/>
                </a:cubicBezTo>
                <a:cubicBezTo>
                  <a:pt x="76" y="8"/>
                  <a:pt x="76" y="7"/>
                  <a:pt x="76" y="6"/>
                </a:cubicBezTo>
                <a:cubicBezTo>
                  <a:pt x="76" y="6"/>
                  <a:pt x="76" y="6"/>
                  <a:pt x="76" y="6"/>
                </a:cubicBezTo>
                <a:cubicBezTo>
                  <a:pt x="76" y="7"/>
                  <a:pt x="76" y="8"/>
                  <a:pt x="77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87" y="37"/>
                  <a:pt x="87" y="37"/>
                  <a:pt x="87" y="37"/>
                </a:cubicBezTo>
                <a:lnTo>
                  <a:pt x="65" y="37"/>
                </a:lnTo>
                <a:close/>
                <a:moveTo>
                  <a:pt x="151" y="59"/>
                </a:moveTo>
                <a:cubicBezTo>
                  <a:pt x="119" y="11"/>
                  <a:pt x="119" y="11"/>
                  <a:pt x="119" y="11"/>
                </a:cubicBezTo>
                <a:cubicBezTo>
                  <a:pt x="118" y="11"/>
                  <a:pt x="118" y="10"/>
                  <a:pt x="117" y="10"/>
                </a:cubicBezTo>
                <a:cubicBezTo>
                  <a:pt x="117" y="9"/>
                  <a:pt x="117" y="8"/>
                  <a:pt x="116" y="8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8"/>
                  <a:pt x="116" y="9"/>
                  <a:pt x="116" y="10"/>
                </a:cubicBezTo>
                <a:cubicBezTo>
                  <a:pt x="116" y="11"/>
                  <a:pt x="116" y="12"/>
                  <a:pt x="116" y="13"/>
                </a:cubicBezTo>
                <a:cubicBezTo>
                  <a:pt x="116" y="59"/>
                  <a:pt x="116" y="59"/>
                  <a:pt x="116" y="59"/>
                </a:cubicBezTo>
                <a:cubicBezTo>
                  <a:pt x="111" y="59"/>
                  <a:pt x="111" y="59"/>
                  <a:pt x="111" y="59"/>
                </a:cubicBezTo>
                <a:cubicBezTo>
                  <a:pt x="111" y="0"/>
                  <a:pt x="111" y="0"/>
                  <a:pt x="111" y="0"/>
                </a:cubicBezTo>
                <a:cubicBezTo>
                  <a:pt x="117" y="0"/>
                  <a:pt x="117" y="0"/>
                  <a:pt x="117" y="0"/>
                </a:cubicBezTo>
                <a:cubicBezTo>
                  <a:pt x="149" y="47"/>
                  <a:pt x="149" y="47"/>
                  <a:pt x="149" y="47"/>
                </a:cubicBezTo>
                <a:cubicBezTo>
                  <a:pt x="150" y="48"/>
                  <a:pt x="150" y="48"/>
                  <a:pt x="151" y="49"/>
                </a:cubicBezTo>
                <a:cubicBezTo>
                  <a:pt x="151" y="50"/>
                  <a:pt x="151" y="50"/>
                  <a:pt x="152" y="51"/>
                </a:cubicBezTo>
                <a:cubicBezTo>
                  <a:pt x="152" y="51"/>
                  <a:pt x="152" y="51"/>
                  <a:pt x="152" y="51"/>
                </a:cubicBezTo>
                <a:cubicBezTo>
                  <a:pt x="152" y="50"/>
                  <a:pt x="152" y="49"/>
                  <a:pt x="152" y="48"/>
                </a:cubicBezTo>
                <a:cubicBezTo>
                  <a:pt x="152" y="46"/>
                  <a:pt x="152" y="45"/>
                  <a:pt x="152" y="44"/>
                </a:cubicBezTo>
                <a:cubicBezTo>
                  <a:pt x="152" y="0"/>
                  <a:pt x="152" y="0"/>
                  <a:pt x="152" y="0"/>
                </a:cubicBezTo>
                <a:cubicBezTo>
                  <a:pt x="157" y="0"/>
                  <a:pt x="157" y="0"/>
                  <a:pt x="157" y="0"/>
                </a:cubicBezTo>
                <a:cubicBezTo>
                  <a:pt x="157" y="59"/>
                  <a:pt x="157" y="59"/>
                  <a:pt x="157" y="59"/>
                </a:cubicBezTo>
                <a:lnTo>
                  <a:pt x="151" y="59"/>
                </a:lnTo>
                <a:close/>
                <a:moveTo>
                  <a:pt x="204" y="59"/>
                </a:moveTo>
                <a:cubicBezTo>
                  <a:pt x="179" y="31"/>
                  <a:pt x="179" y="31"/>
                  <a:pt x="179" y="31"/>
                </a:cubicBezTo>
                <a:cubicBezTo>
                  <a:pt x="179" y="31"/>
                  <a:pt x="178" y="30"/>
                  <a:pt x="178" y="30"/>
                </a:cubicBezTo>
                <a:cubicBezTo>
                  <a:pt x="178" y="30"/>
                  <a:pt x="178" y="30"/>
                  <a:pt x="178" y="30"/>
                </a:cubicBezTo>
                <a:cubicBezTo>
                  <a:pt x="178" y="59"/>
                  <a:pt x="178" y="59"/>
                  <a:pt x="178" y="59"/>
                </a:cubicBezTo>
                <a:cubicBezTo>
                  <a:pt x="173" y="59"/>
                  <a:pt x="173" y="59"/>
                  <a:pt x="173" y="59"/>
                </a:cubicBezTo>
                <a:cubicBezTo>
                  <a:pt x="173" y="0"/>
                  <a:pt x="173" y="0"/>
                  <a:pt x="173" y="0"/>
                </a:cubicBezTo>
                <a:cubicBezTo>
                  <a:pt x="178" y="0"/>
                  <a:pt x="178" y="0"/>
                  <a:pt x="178" y="0"/>
                </a:cubicBezTo>
                <a:cubicBezTo>
                  <a:pt x="178" y="28"/>
                  <a:pt x="178" y="28"/>
                  <a:pt x="178" y="28"/>
                </a:cubicBezTo>
                <a:cubicBezTo>
                  <a:pt x="178" y="28"/>
                  <a:pt x="178" y="28"/>
                  <a:pt x="178" y="28"/>
                </a:cubicBezTo>
                <a:cubicBezTo>
                  <a:pt x="178" y="27"/>
                  <a:pt x="179" y="27"/>
                  <a:pt x="179" y="27"/>
                </a:cubicBezTo>
                <a:cubicBezTo>
                  <a:pt x="179" y="27"/>
                  <a:pt x="179" y="26"/>
                  <a:pt x="180" y="26"/>
                </a:cubicBezTo>
                <a:cubicBezTo>
                  <a:pt x="203" y="0"/>
                  <a:pt x="203" y="0"/>
                  <a:pt x="203" y="0"/>
                </a:cubicBezTo>
                <a:cubicBezTo>
                  <a:pt x="210" y="0"/>
                  <a:pt x="210" y="0"/>
                  <a:pt x="210" y="0"/>
                </a:cubicBezTo>
                <a:cubicBezTo>
                  <a:pt x="184" y="28"/>
                  <a:pt x="184" y="28"/>
                  <a:pt x="184" y="28"/>
                </a:cubicBezTo>
                <a:cubicBezTo>
                  <a:pt x="211" y="59"/>
                  <a:pt x="211" y="59"/>
                  <a:pt x="211" y="59"/>
                </a:cubicBezTo>
                <a:lnTo>
                  <a:pt x="204" y="59"/>
                </a:lnTo>
                <a:close/>
                <a:moveTo>
                  <a:pt x="284" y="35"/>
                </a:moveTo>
                <a:cubicBezTo>
                  <a:pt x="284" y="52"/>
                  <a:pt x="277" y="60"/>
                  <a:pt x="263" y="60"/>
                </a:cubicBezTo>
                <a:cubicBezTo>
                  <a:pt x="249" y="60"/>
                  <a:pt x="242" y="52"/>
                  <a:pt x="242" y="36"/>
                </a:cubicBezTo>
                <a:cubicBezTo>
                  <a:pt x="242" y="0"/>
                  <a:pt x="242" y="0"/>
                  <a:pt x="242" y="0"/>
                </a:cubicBezTo>
                <a:cubicBezTo>
                  <a:pt x="247" y="0"/>
                  <a:pt x="247" y="0"/>
                  <a:pt x="247" y="0"/>
                </a:cubicBezTo>
                <a:cubicBezTo>
                  <a:pt x="247" y="36"/>
                  <a:pt x="247" y="36"/>
                  <a:pt x="247" y="36"/>
                </a:cubicBezTo>
                <a:cubicBezTo>
                  <a:pt x="247" y="42"/>
                  <a:pt x="249" y="47"/>
                  <a:pt x="251" y="50"/>
                </a:cubicBezTo>
                <a:cubicBezTo>
                  <a:pt x="254" y="53"/>
                  <a:pt x="258" y="55"/>
                  <a:pt x="263" y="55"/>
                </a:cubicBezTo>
                <a:cubicBezTo>
                  <a:pt x="274" y="55"/>
                  <a:pt x="279" y="49"/>
                  <a:pt x="279" y="36"/>
                </a:cubicBezTo>
                <a:cubicBezTo>
                  <a:pt x="279" y="0"/>
                  <a:pt x="279" y="0"/>
                  <a:pt x="279" y="0"/>
                </a:cubicBezTo>
                <a:cubicBezTo>
                  <a:pt x="284" y="0"/>
                  <a:pt x="284" y="0"/>
                  <a:pt x="284" y="0"/>
                </a:cubicBezTo>
                <a:lnTo>
                  <a:pt x="284" y="35"/>
                </a:lnTo>
                <a:close/>
                <a:moveTo>
                  <a:pt x="373" y="59"/>
                </a:moveTo>
                <a:cubicBezTo>
                  <a:pt x="368" y="59"/>
                  <a:pt x="368" y="59"/>
                  <a:pt x="368" y="59"/>
                </a:cubicBezTo>
                <a:cubicBezTo>
                  <a:pt x="355" y="15"/>
                  <a:pt x="355" y="15"/>
                  <a:pt x="355" y="15"/>
                </a:cubicBezTo>
                <a:cubicBezTo>
                  <a:pt x="355" y="14"/>
                  <a:pt x="354" y="13"/>
                  <a:pt x="354" y="12"/>
                </a:cubicBezTo>
                <a:cubicBezTo>
                  <a:pt x="354" y="11"/>
                  <a:pt x="354" y="10"/>
                  <a:pt x="354" y="9"/>
                </a:cubicBezTo>
                <a:cubicBezTo>
                  <a:pt x="354" y="9"/>
                  <a:pt x="354" y="9"/>
                  <a:pt x="354" y="9"/>
                </a:cubicBezTo>
                <a:cubicBezTo>
                  <a:pt x="354" y="11"/>
                  <a:pt x="353" y="13"/>
                  <a:pt x="353" y="15"/>
                </a:cubicBezTo>
                <a:cubicBezTo>
                  <a:pt x="339" y="59"/>
                  <a:pt x="339" y="59"/>
                  <a:pt x="339" y="59"/>
                </a:cubicBezTo>
                <a:cubicBezTo>
                  <a:pt x="334" y="59"/>
                  <a:pt x="334" y="59"/>
                  <a:pt x="334" y="59"/>
                </a:cubicBezTo>
                <a:cubicBezTo>
                  <a:pt x="316" y="0"/>
                  <a:pt x="316" y="0"/>
                  <a:pt x="316" y="0"/>
                </a:cubicBezTo>
                <a:cubicBezTo>
                  <a:pt x="322" y="0"/>
                  <a:pt x="322" y="0"/>
                  <a:pt x="322" y="0"/>
                </a:cubicBezTo>
                <a:cubicBezTo>
                  <a:pt x="335" y="46"/>
                  <a:pt x="335" y="46"/>
                  <a:pt x="335" y="46"/>
                </a:cubicBezTo>
                <a:cubicBezTo>
                  <a:pt x="336" y="47"/>
                  <a:pt x="336" y="48"/>
                  <a:pt x="336" y="49"/>
                </a:cubicBezTo>
                <a:cubicBezTo>
                  <a:pt x="336" y="50"/>
                  <a:pt x="336" y="51"/>
                  <a:pt x="337" y="52"/>
                </a:cubicBezTo>
                <a:cubicBezTo>
                  <a:pt x="337" y="52"/>
                  <a:pt x="337" y="52"/>
                  <a:pt x="337" y="52"/>
                </a:cubicBezTo>
                <a:cubicBezTo>
                  <a:pt x="337" y="51"/>
                  <a:pt x="337" y="49"/>
                  <a:pt x="338" y="46"/>
                </a:cubicBezTo>
                <a:cubicBezTo>
                  <a:pt x="352" y="0"/>
                  <a:pt x="352" y="0"/>
                  <a:pt x="352" y="0"/>
                </a:cubicBezTo>
                <a:cubicBezTo>
                  <a:pt x="356" y="0"/>
                  <a:pt x="356" y="0"/>
                  <a:pt x="356" y="0"/>
                </a:cubicBezTo>
                <a:cubicBezTo>
                  <a:pt x="369" y="46"/>
                  <a:pt x="369" y="46"/>
                  <a:pt x="369" y="46"/>
                </a:cubicBezTo>
                <a:cubicBezTo>
                  <a:pt x="370" y="47"/>
                  <a:pt x="370" y="48"/>
                  <a:pt x="370" y="49"/>
                </a:cubicBezTo>
                <a:cubicBezTo>
                  <a:pt x="370" y="50"/>
                  <a:pt x="370" y="51"/>
                  <a:pt x="370" y="52"/>
                </a:cubicBezTo>
                <a:cubicBezTo>
                  <a:pt x="371" y="52"/>
                  <a:pt x="371" y="52"/>
                  <a:pt x="371" y="52"/>
                </a:cubicBezTo>
                <a:cubicBezTo>
                  <a:pt x="371" y="51"/>
                  <a:pt x="371" y="51"/>
                  <a:pt x="371" y="50"/>
                </a:cubicBezTo>
                <a:cubicBezTo>
                  <a:pt x="371" y="49"/>
                  <a:pt x="371" y="48"/>
                  <a:pt x="372" y="48"/>
                </a:cubicBezTo>
                <a:cubicBezTo>
                  <a:pt x="385" y="0"/>
                  <a:pt x="385" y="0"/>
                  <a:pt x="385" y="0"/>
                </a:cubicBezTo>
                <a:cubicBezTo>
                  <a:pt x="390" y="0"/>
                  <a:pt x="390" y="0"/>
                  <a:pt x="390" y="0"/>
                </a:cubicBezTo>
                <a:lnTo>
                  <a:pt x="373" y="59"/>
                </a:lnTo>
                <a:close/>
                <a:moveTo>
                  <a:pt x="400" y="59"/>
                </a:moveTo>
                <a:cubicBezTo>
                  <a:pt x="400" y="0"/>
                  <a:pt x="400" y="0"/>
                  <a:pt x="400" y="0"/>
                </a:cubicBezTo>
                <a:cubicBezTo>
                  <a:pt x="429" y="0"/>
                  <a:pt x="429" y="0"/>
                  <a:pt x="429" y="0"/>
                </a:cubicBezTo>
                <a:cubicBezTo>
                  <a:pt x="429" y="5"/>
                  <a:pt x="429" y="5"/>
                  <a:pt x="429" y="5"/>
                </a:cubicBezTo>
                <a:cubicBezTo>
                  <a:pt x="405" y="5"/>
                  <a:pt x="405" y="5"/>
                  <a:pt x="405" y="5"/>
                </a:cubicBezTo>
                <a:cubicBezTo>
                  <a:pt x="405" y="27"/>
                  <a:pt x="405" y="27"/>
                  <a:pt x="405" y="27"/>
                </a:cubicBezTo>
                <a:cubicBezTo>
                  <a:pt x="427" y="27"/>
                  <a:pt x="427" y="27"/>
                  <a:pt x="427" y="27"/>
                </a:cubicBezTo>
                <a:cubicBezTo>
                  <a:pt x="427" y="32"/>
                  <a:pt x="427" y="32"/>
                  <a:pt x="427" y="32"/>
                </a:cubicBezTo>
                <a:cubicBezTo>
                  <a:pt x="405" y="32"/>
                  <a:pt x="405" y="32"/>
                  <a:pt x="405" y="32"/>
                </a:cubicBezTo>
                <a:cubicBezTo>
                  <a:pt x="405" y="54"/>
                  <a:pt x="405" y="54"/>
                  <a:pt x="405" y="54"/>
                </a:cubicBezTo>
                <a:cubicBezTo>
                  <a:pt x="430" y="54"/>
                  <a:pt x="430" y="54"/>
                  <a:pt x="430" y="54"/>
                </a:cubicBezTo>
                <a:cubicBezTo>
                  <a:pt x="430" y="59"/>
                  <a:pt x="430" y="59"/>
                  <a:pt x="430" y="59"/>
                </a:cubicBezTo>
                <a:lnTo>
                  <a:pt x="400" y="59"/>
                </a:lnTo>
                <a:close/>
                <a:moveTo>
                  <a:pt x="442" y="59"/>
                </a:moveTo>
                <a:cubicBezTo>
                  <a:pt x="442" y="0"/>
                  <a:pt x="442" y="0"/>
                  <a:pt x="442" y="0"/>
                </a:cubicBezTo>
                <a:cubicBezTo>
                  <a:pt x="448" y="0"/>
                  <a:pt x="448" y="0"/>
                  <a:pt x="448" y="0"/>
                </a:cubicBezTo>
                <a:cubicBezTo>
                  <a:pt x="448" y="54"/>
                  <a:pt x="448" y="54"/>
                  <a:pt x="448" y="54"/>
                </a:cubicBezTo>
                <a:cubicBezTo>
                  <a:pt x="472" y="54"/>
                  <a:pt x="472" y="54"/>
                  <a:pt x="472" y="54"/>
                </a:cubicBezTo>
                <a:cubicBezTo>
                  <a:pt x="472" y="59"/>
                  <a:pt x="472" y="59"/>
                  <a:pt x="472" y="59"/>
                </a:cubicBezTo>
                <a:lnTo>
                  <a:pt x="442" y="59"/>
                </a:lnTo>
                <a:close/>
              </a:path>
            </a:pathLst>
          </a:custGeom>
          <a:solidFill>
            <a:srgbClr val="002050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5" name="Freeform 244">
            <a:extLst>
              <a:ext uri="{FF2B5EF4-FFF2-40B4-BE49-F238E27FC236}">
                <a16:creationId xmlns:a16="http://schemas.microsoft.com/office/drawing/2014/main" id="{8E2B41DF-F2C0-9380-F785-CDA4698F0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874310" y="1596158"/>
            <a:ext cx="1220176" cy="273577"/>
          </a:xfrm>
          <a:custGeom>
            <a:avLst/>
            <a:gdLst>
              <a:gd name="T0" fmla="*/ 0 w 402"/>
              <a:gd name="T1" fmla="*/ 21 h 90"/>
              <a:gd name="T2" fmla="*/ 18 w 402"/>
              <a:gd name="T3" fmla="*/ 89 h 90"/>
              <a:gd name="T4" fmla="*/ 54 w 402"/>
              <a:gd name="T5" fmla="*/ 54 h 90"/>
              <a:gd name="T6" fmla="*/ 39 w 402"/>
              <a:gd name="T7" fmla="*/ 75 h 90"/>
              <a:gd name="T8" fmla="*/ 8 w 402"/>
              <a:gd name="T9" fmla="*/ 82 h 90"/>
              <a:gd name="T10" fmla="*/ 19 w 402"/>
              <a:gd name="T11" fmla="*/ 29 h 90"/>
              <a:gd name="T12" fmla="*/ 39 w 402"/>
              <a:gd name="T13" fmla="*/ 75 h 90"/>
              <a:gd name="T14" fmla="*/ 27 w 402"/>
              <a:gd name="T15" fmla="*/ 15 h 90"/>
              <a:gd name="T16" fmla="*/ 10 w 402"/>
              <a:gd name="T17" fmla="*/ 0 h 90"/>
              <a:gd name="T18" fmla="*/ 23 w 402"/>
              <a:gd name="T19" fmla="*/ 10 h 90"/>
              <a:gd name="T20" fmla="*/ 37 w 402"/>
              <a:gd name="T21" fmla="*/ 0 h 90"/>
              <a:gd name="T22" fmla="*/ 84 w 402"/>
              <a:gd name="T23" fmla="*/ 21 h 90"/>
              <a:gd name="T24" fmla="*/ 67 w 402"/>
              <a:gd name="T25" fmla="*/ 89 h 90"/>
              <a:gd name="T26" fmla="*/ 102 w 402"/>
              <a:gd name="T27" fmla="*/ 70 h 90"/>
              <a:gd name="T28" fmla="*/ 118 w 402"/>
              <a:gd name="T29" fmla="*/ 89 h 90"/>
              <a:gd name="T30" fmla="*/ 77 w 402"/>
              <a:gd name="T31" fmla="*/ 63 h 90"/>
              <a:gd name="T32" fmla="*/ 88 w 402"/>
              <a:gd name="T33" fmla="*/ 30 h 90"/>
              <a:gd name="T34" fmla="*/ 89 w 402"/>
              <a:gd name="T35" fmla="*/ 34 h 90"/>
              <a:gd name="T36" fmla="*/ 77 w 402"/>
              <a:gd name="T37" fmla="*/ 63 h 90"/>
              <a:gd name="T38" fmla="*/ 164 w 402"/>
              <a:gd name="T39" fmla="*/ 89 h 90"/>
              <a:gd name="T40" fmla="*/ 136 w 402"/>
              <a:gd name="T41" fmla="*/ 56 h 90"/>
              <a:gd name="T42" fmla="*/ 136 w 402"/>
              <a:gd name="T43" fmla="*/ 89 h 90"/>
              <a:gd name="T44" fmla="*/ 128 w 402"/>
              <a:gd name="T45" fmla="*/ 21 h 90"/>
              <a:gd name="T46" fmla="*/ 136 w 402"/>
              <a:gd name="T47" fmla="*/ 53 h 90"/>
              <a:gd name="T48" fmla="*/ 138 w 402"/>
              <a:gd name="T49" fmla="*/ 51 h 90"/>
              <a:gd name="T50" fmla="*/ 173 w 402"/>
              <a:gd name="T51" fmla="*/ 21 h 90"/>
              <a:gd name="T52" fmla="*/ 175 w 402"/>
              <a:gd name="T53" fmla="*/ 89 h 90"/>
              <a:gd name="T54" fmla="*/ 208 w 402"/>
              <a:gd name="T55" fmla="*/ 90 h 90"/>
              <a:gd name="T56" fmla="*/ 183 w 402"/>
              <a:gd name="T57" fmla="*/ 21 h 90"/>
              <a:gd name="T58" fmla="*/ 191 w 402"/>
              <a:gd name="T59" fmla="*/ 62 h 90"/>
              <a:gd name="T60" fmla="*/ 226 w 402"/>
              <a:gd name="T61" fmla="*/ 63 h 90"/>
              <a:gd name="T62" fmla="*/ 233 w 402"/>
              <a:gd name="T63" fmla="*/ 21 h 90"/>
              <a:gd name="T64" fmla="*/ 267 w 402"/>
              <a:gd name="T65" fmla="*/ 65 h 90"/>
              <a:gd name="T66" fmla="*/ 249 w 402"/>
              <a:gd name="T67" fmla="*/ 90 h 90"/>
              <a:gd name="T68" fmla="*/ 242 w 402"/>
              <a:gd name="T69" fmla="*/ 81 h 90"/>
              <a:gd name="T70" fmla="*/ 260 w 402"/>
              <a:gd name="T71" fmla="*/ 65 h 90"/>
              <a:gd name="T72" fmla="*/ 267 w 402"/>
              <a:gd name="T73" fmla="*/ 21 h 90"/>
              <a:gd name="T74" fmla="*/ 320 w 402"/>
              <a:gd name="T75" fmla="*/ 89 h 90"/>
              <a:gd name="T76" fmla="*/ 285 w 402"/>
              <a:gd name="T77" fmla="*/ 21 h 90"/>
              <a:gd name="T78" fmla="*/ 319 w 402"/>
              <a:gd name="T79" fmla="*/ 29 h 90"/>
              <a:gd name="T80" fmla="*/ 292 w 402"/>
              <a:gd name="T81" fmla="*/ 51 h 90"/>
              <a:gd name="T82" fmla="*/ 317 w 402"/>
              <a:gd name="T83" fmla="*/ 58 h 90"/>
              <a:gd name="T84" fmla="*/ 292 w 402"/>
              <a:gd name="T85" fmla="*/ 82 h 90"/>
              <a:gd name="T86" fmla="*/ 320 w 402"/>
              <a:gd name="T87" fmla="*/ 89 h 90"/>
              <a:gd name="T88" fmla="*/ 394 w 402"/>
              <a:gd name="T89" fmla="*/ 89 h 90"/>
              <a:gd name="T90" fmla="*/ 395 w 402"/>
              <a:gd name="T91" fmla="*/ 31 h 90"/>
              <a:gd name="T92" fmla="*/ 393 w 402"/>
              <a:gd name="T93" fmla="*/ 37 h 90"/>
              <a:gd name="T94" fmla="*/ 366 w 402"/>
              <a:gd name="T95" fmla="*/ 89 h 90"/>
              <a:gd name="T96" fmla="*/ 341 w 402"/>
              <a:gd name="T97" fmla="*/ 31 h 90"/>
              <a:gd name="T98" fmla="*/ 341 w 402"/>
              <a:gd name="T99" fmla="*/ 44 h 90"/>
              <a:gd name="T100" fmla="*/ 333 w 402"/>
              <a:gd name="T101" fmla="*/ 89 h 90"/>
              <a:gd name="T102" fmla="*/ 344 w 402"/>
              <a:gd name="T103" fmla="*/ 21 h 90"/>
              <a:gd name="T104" fmla="*/ 368 w 402"/>
              <a:gd name="T105" fmla="*/ 77 h 90"/>
              <a:gd name="T106" fmla="*/ 371 w 402"/>
              <a:gd name="T107" fmla="*/ 68 h 90"/>
              <a:gd name="T108" fmla="*/ 402 w 402"/>
              <a:gd name="T109" fmla="*/ 21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402" h="90">
                <a:moveTo>
                  <a:pt x="19" y="21"/>
                </a:moveTo>
                <a:cubicBezTo>
                  <a:pt x="0" y="21"/>
                  <a:pt x="0" y="21"/>
                  <a:pt x="0" y="21"/>
                </a:cubicBezTo>
                <a:cubicBezTo>
                  <a:pt x="0" y="89"/>
                  <a:pt x="0" y="89"/>
                  <a:pt x="0" y="89"/>
                </a:cubicBezTo>
                <a:cubicBezTo>
                  <a:pt x="18" y="89"/>
                  <a:pt x="18" y="89"/>
                  <a:pt x="18" y="89"/>
                </a:cubicBezTo>
                <a:cubicBezTo>
                  <a:pt x="29" y="89"/>
                  <a:pt x="38" y="86"/>
                  <a:pt x="45" y="79"/>
                </a:cubicBezTo>
                <a:cubicBezTo>
                  <a:pt x="51" y="73"/>
                  <a:pt x="54" y="65"/>
                  <a:pt x="54" y="54"/>
                </a:cubicBezTo>
                <a:cubicBezTo>
                  <a:pt x="54" y="32"/>
                  <a:pt x="43" y="21"/>
                  <a:pt x="19" y="21"/>
                </a:cubicBezTo>
                <a:close/>
                <a:moveTo>
                  <a:pt x="39" y="75"/>
                </a:moveTo>
                <a:cubicBezTo>
                  <a:pt x="34" y="79"/>
                  <a:pt x="27" y="82"/>
                  <a:pt x="18" y="82"/>
                </a:cubicBezTo>
                <a:cubicBezTo>
                  <a:pt x="8" y="82"/>
                  <a:pt x="8" y="82"/>
                  <a:pt x="8" y="82"/>
                </a:cubicBezTo>
                <a:cubicBezTo>
                  <a:pt x="8" y="29"/>
                  <a:pt x="8" y="29"/>
                  <a:pt x="8" y="29"/>
                </a:cubicBezTo>
                <a:cubicBezTo>
                  <a:pt x="19" y="29"/>
                  <a:pt x="19" y="29"/>
                  <a:pt x="19" y="29"/>
                </a:cubicBezTo>
                <a:cubicBezTo>
                  <a:pt x="37" y="29"/>
                  <a:pt x="46" y="37"/>
                  <a:pt x="46" y="54"/>
                </a:cubicBezTo>
                <a:cubicBezTo>
                  <a:pt x="46" y="63"/>
                  <a:pt x="44" y="70"/>
                  <a:pt x="39" y="75"/>
                </a:cubicBezTo>
                <a:close/>
                <a:moveTo>
                  <a:pt x="37" y="0"/>
                </a:moveTo>
                <a:cubicBezTo>
                  <a:pt x="27" y="15"/>
                  <a:pt x="27" y="15"/>
                  <a:pt x="27" y="15"/>
                </a:cubicBezTo>
                <a:cubicBezTo>
                  <a:pt x="20" y="15"/>
                  <a:pt x="20" y="15"/>
                  <a:pt x="20" y="15"/>
                </a:cubicBezTo>
                <a:cubicBezTo>
                  <a:pt x="10" y="0"/>
                  <a:pt x="10" y="0"/>
                  <a:pt x="10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23" y="10"/>
                  <a:pt x="23" y="10"/>
                  <a:pt x="23" y="10"/>
                </a:cubicBezTo>
                <a:cubicBezTo>
                  <a:pt x="31" y="0"/>
                  <a:pt x="31" y="0"/>
                  <a:pt x="31" y="0"/>
                </a:cubicBezTo>
                <a:lnTo>
                  <a:pt x="37" y="0"/>
                </a:lnTo>
                <a:close/>
                <a:moveTo>
                  <a:pt x="92" y="21"/>
                </a:moveTo>
                <a:cubicBezTo>
                  <a:pt x="84" y="21"/>
                  <a:pt x="84" y="21"/>
                  <a:pt x="84" y="21"/>
                </a:cubicBezTo>
                <a:cubicBezTo>
                  <a:pt x="58" y="89"/>
                  <a:pt x="58" y="89"/>
                  <a:pt x="58" y="89"/>
                </a:cubicBezTo>
                <a:cubicBezTo>
                  <a:pt x="67" y="89"/>
                  <a:pt x="67" y="89"/>
                  <a:pt x="67" y="89"/>
                </a:cubicBezTo>
                <a:cubicBezTo>
                  <a:pt x="74" y="70"/>
                  <a:pt x="74" y="70"/>
                  <a:pt x="74" y="70"/>
                </a:cubicBezTo>
                <a:cubicBezTo>
                  <a:pt x="102" y="70"/>
                  <a:pt x="102" y="70"/>
                  <a:pt x="102" y="70"/>
                </a:cubicBezTo>
                <a:cubicBezTo>
                  <a:pt x="110" y="89"/>
                  <a:pt x="110" y="89"/>
                  <a:pt x="110" y="89"/>
                </a:cubicBezTo>
                <a:cubicBezTo>
                  <a:pt x="118" y="89"/>
                  <a:pt x="118" y="89"/>
                  <a:pt x="118" y="89"/>
                </a:cubicBezTo>
                <a:lnTo>
                  <a:pt x="92" y="21"/>
                </a:lnTo>
                <a:close/>
                <a:moveTo>
                  <a:pt x="77" y="63"/>
                </a:moveTo>
                <a:cubicBezTo>
                  <a:pt x="87" y="34"/>
                  <a:pt x="87" y="34"/>
                  <a:pt x="87" y="34"/>
                </a:cubicBezTo>
                <a:cubicBezTo>
                  <a:pt x="87" y="33"/>
                  <a:pt x="88" y="32"/>
                  <a:pt x="88" y="30"/>
                </a:cubicBezTo>
                <a:cubicBezTo>
                  <a:pt x="88" y="30"/>
                  <a:pt x="88" y="30"/>
                  <a:pt x="88" y="30"/>
                </a:cubicBezTo>
                <a:cubicBezTo>
                  <a:pt x="89" y="32"/>
                  <a:pt x="89" y="33"/>
                  <a:pt x="89" y="34"/>
                </a:cubicBezTo>
                <a:cubicBezTo>
                  <a:pt x="100" y="63"/>
                  <a:pt x="100" y="63"/>
                  <a:pt x="100" y="63"/>
                </a:cubicBezTo>
                <a:lnTo>
                  <a:pt x="77" y="63"/>
                </a:lnTo>
                <a:close/>
                <a:moveTo>
                  <a:pt x="175" y="89"/>
                </a:moveTo>
                <a:cubicBezTo>
                  <a:pt x="164" y="89"/>
                  <a:pt x="164" y="89"/>
                  <a:pt x="164" y="89"/>
                </a:cubicBezTo>
                <a:cubicBezTo>
                  <a:pt x="138" y="58"/>
                  <a:pt x="138" y="58"/>
                  <a:pt x="138" y="58"/>
                </a:cubicBezTo>
                <a:cubicBezTo>
                  <a:pt x="137" y="57"/>
                  <a:pt x="137" y="56"/>
                  <a:pt x="136" y="56"/>
                </a:cubicBezTo>
                <a:cubicBezTo>
                  <a:pt x="136" y="56"/>
                  <a:pt x="136" y="56"/>
                  <a:pt x="136" y="56"/>
                </a:cubicBezTo>
                <a:cubicBezTo>
                  <a:pt x="136" y="89"/>
                  <a:pt x="136" y="89"/>
                  <a:pt x="136" y="89"/>
                </a:cubicBezTo>
                <a:cubicBezTo>
                  <a:pt x="128" y="89"/>
                  <a:pt x="128" y="89"/>
                  <a:pt x="128" y="89"/>
                </a:cubicBezTo>
                <a:cubicBezTo>
                  <a:pt x="128" y="21"/>
                  <a:pt x="128" y="21"/>
                  <a:pt x="128" y="21"/>
                </a:cubicBezTo>
                <a:cubicBezTo>
                  <a:pt x="136" y="21"/>
                  <a:pt x="136" y="21"/>
                  <a:pt x="136" y="21"/>
                </a:cubicBezTo>
                <a:cubicBezTo>
                  <a:pt x="136" y="53"/>
                  <a:pt x="136" y="53"/>
                  <a:pt x="136" y="53"/>
                </a:cubicBezTo>
                <a:cubicBezTo>
                  <a:pt x="136" y="53"/>
                  <a:pt x="136" y="53"/>
                  <a:pt x="136" y="53"/>
                </a:cubicBezTo>
                <a:cubicBezTo>
                  <a:pt x="137" y="52"/>
                  <a:pt x="137" y="52"/>
                  <a:pt x="138" y="51"/>
                </a:cubicBezTo>
                <a:cubicBezTo>
                  <a:pt x="163" y="21"/>
                  <a:pt x="163" y="21"/>
                  <a:pt x="163" y="21"/>
                </a:cubicBezTo>
                <a:cubicBezTo>
                  <a:pt x="173" y="21"/>
                  <a:pt x="173" y="21"/>
                  <a:pt x="173" y="21"/>
                </a:cubicBezTo>
                <a:cubicBezTo>
                  <a:pt x="144" y="54"/>
                  <a:pt x="144" y="54"/>
                  <a:pt x="144" y="54"/>
                </a:cubicBezTo>
                <a:lnTo>
                  <a:pt x="175" y="89"/>
                </a:lnTo>
                <a:close/>
                <a:moveTo>
                  <a:pt x="233" y="62"/>
                </a:moveTo>
                <a:cubicBezTo>
                  <a:pt x="233" y="80"/>
                  <a:pt x="225" y="90"/>
                  <a:pt x="208" y="90"/>
                </a:cubicBezTo>
                <a:cubicBezTo>
                  <a:pt x="191" y="90"/>
                  <a:pt x="183" y="81"/>
                  <a:pt x="183" y="63"/>
                </a:cubicBezTo>
                <a:cubicBezTo>
                  <a:pt x="183" y="21"/>
                  <a:pt x="183" y="21"/>
                  <a:pt x="183" y="21"/>
                </a:cubicBezTo>
                <a:cubicBezTo>
                  <a:pt x="191" y="21"/>
                  <a:pt x="191" y="21"/>
                  <a:pt x="191" y="21"/>
                </a:cubicBezTo>
                <a:cubicBezTo>
                  <a:pt x="191" y="62"/>
                  <a:pt x="191" y="62"/>
                  <a:pt x="191" y="62"/>
                </a:cubicBezTo>
                <a:cubicBezTo>
                  <a:pt x="191" y="76"/>
                  <a:pt x="197" y="83"/>
                  <a:pt x="209" y="83"/>
                </a:cubicBezTo>
                <a:cubicBezTo>
                  <a:pt x="220" y="83"/>
                  <a:pt x="226" y="76"/>
                  <a:pt x="226" y="63"/>
                </a:cubicBezTo>
                <a:cubicBezTo>
                  <a:pt x="226" y="21"/>
                  <a:pt x="226" y="21"/>
                  <a:pt x="226" y="21"/>
                </a:cubicBezTo>
                <a:cubicBezTo>
                  <a:pt x="233" y="21"/>
                  <a:pt x="233" y="21"/>
                  <a:pt x="233" y="21"/>
                </a:cubicBezTo>
                <a:lnTo>
                  <a:pt x="233" y="62"/>
                </a:lnTo>
                <a:close/>
                <a:moveTo>
                  <a:pt x="267" y="65"/>
                </a:moveTo>
                <a:cubicBezTo>
                  <a:pt x="267" y="73"/>
                  <a:pt x="266" y="79"/>
                  <a:pt x="262" y="83"/>
                </a:cubicBezTo>
                <a:cubicBezTo>
                  <a:pt x="259" y="88"/>
                  <a:pt x="255" y="90"/>
                  <a:pt x="249" y="90"/>
                </a:cubicBezTo>
                <a:cubicBezTo>
                  <a:pt x="246" y="90"/>
                  <a:pt x="244" y="90"/>
                  <a:pt x="242" y="89"/>
                </a:cubicBezTo>
                <a:cubicBezTo>
                  <a:pt x="242" y="81"/>
                  <a:pt x="242" y="81"/>
                  <a:pt x="242" y="81"/>
                </a:cubicBezTo>
                <a:cubicBezTo>
                  <a:pt x="244" y="82"/>
                  <a:pt x="246" y="83"/>
                  <a:pt x="249" y="83"/>
                </a:cubicBezTo>
                <a:cubicBezTo>
                  <a:pt x="256" y="83"/>
                  <a:pt x="260" y="77"/>
                  <a:pt x="260" y="65"/>
                </a:cubicBezTo>
                <a:cubicBezTo>
                  <a:pt x="260" y="21"/>
                  <a:pt x="260" y="21"/>
                  <a:pt x="260" y="21"/>
                </a:cubicBezTo>
                <a:cubicBezTo>
                  <a:pt x="267" y="21"/>
                  <a:pt x="267" y="21"/>
                  <a:pt x="267" y="21"/>
                </a:cubicBezTo>
                <a:lnTo>
                  <a:pt x="267" y="65"/>
                </a:lnTo>
                <a:close/>
                <a:moveTo>
                  <a:pt x="320" y="89"/>
                </a:moveTo>
                <a:cubicBezTo>
                  <a:pt x="285" y="89"/>
                  <a:pt x="285" y="89"/>
                  <a:pt x="285" y="89"/>
                </a:cubicBezTo>
                <a:cubicBezTo>
                  <a:pt x="285" y="21"/>
                  <a:pt x="285" y="21"/>
                  <a:pt x="285" y="21"/>
                </a:cubicBezTo>
                <a:cubicBezTo>
                  <a:pt x="319" y="21"/>
                  <a:pt x="319" y="21"/>
                  <a:pt x="319" y="21"/>
                </a:cubicBezTo>
                <a:cubicBezTo>
                  <a:pt x="319" y="29"/>
                  <a:pt x="319" y="29"/>
                  <a:pt x="319" y="29"/>
                </a:cubicBezTo>
                <a:cubicBezTo>
                  <a:pt x="292" y="29"/>
                  <a:pt x="292" y="29"/>
                  <a:pt x="292" y="29"/>
                </a:cubicBezTo>
                <a:cubicBezTo>
                  <a:pt x="292" y="51"/>
                  <a:pt x="292" y="51"/>
                  <a:pt x="292" y="51"/>
                </a:cubicBezTo>
                <a:cubicBezTo>
                  <a:pt x="317" y="51"/>
                  <a:pt x="317" y="51"/>
                  <a:pt x="317" y="51"/>
                </a:cubicBezTo>
                <a:cubicBezTo>
                  <a:pt x="317" y="58"/>
                  <a:pt x="317" y="58"/>
                  <a:pt x="317" y="58"/>
                </a:cubicBezTo>
                <a:cubicBezTo>
                  <a:pt x="292" y="58"/>
                  <a:pt x="292" y="58"/>
                  <a:pt x="292" y="58"/>
                </a:cubicBezTo>
                <a:cubicBezTo>
                  <a:pt x="292" y="82"/>
                  <a:pt x="292" y="82"/>
                  <a:pt x="292" y="82"/>
                </a:cubicBezTo>
                <a:cubicBezTo>
                  <a:pt x="320" y="82"/>
                  <a:pt x="320" y="82"/>
                  <a:pt x="320" y="82"/>
                </a:cubicBezTo>
                <a:lnTo>
                  <a:pt x="320" y="89"/>
                </a:lnTo>
                <a:close/>
                <a:moveTo>
                  <a:pt x="402" y="89"/>
                </a:moveTo>
                <a:cubicBezTo>
                  <a:pt x="394" y="89"/>
                  <a:pt x="394" y="89"/>
                  <a:pt x="394" y="89"/>
                </a:cubicBezTo>
                <a:cubicBezTo>
                  <a:pt x="394" y="44"/>
                  <a:pt x="394" y="44"/>
                  <a:pt x="394" y="44"/>
                </a:cubicBezTo>
                <a:cubicBezTo>
                  <a:pt x="394" y="40"/>
                  <a:pt x="394" y="36"/>
                  <a:pt x="395" y="31"/>
                </a:cubicBezTo>
                <a:cubicBezTo>
                  <a:pt x="395" y="31"/>
                  <a:pt x="395" y="31"/>
                  <a:pt x="395" y="31"/>
                </a:cubicBezTo>
                <a:cubicBezTo>
                  <a:pt x="394" y="34"/>
                  <a:pt x="393" y="36"/>
                  <a:pt x="393" y="37"/>
                </a:cubicBezTo>
                <a:cubicBezTo>
                  <a:pt x="370" y="89"/>
                  <a:pt x="370" y="89"/>
                  <a:pt x="370" y="89"/>
                </a:cubicBezTo>
                <a:cubicBezTo>
                  <a:pt x="366" y="89"/>
                  <a:pt x="366" y="89"/>
                  <a:pt x="366" y="89"/>
                </a:cubicBezTo>
                <a:cubicBezTo>
                  <a:pt x="343" y="37"/>
                  <a:pt x="343" y="37"/>
                  <a:pt x="343" y="37"/>
                </a:cubicBezTo>
                <a:cubicBezTo>
                  <a:pt x="342" y="36"/>
                  <a:pt x="341" y="34"/>
                  <a:pt x="341" y="31"/>
                </a:cubicBezTo>
                <a:cubicBezTo>
                  <a:pt x="341" y="31"/>
                  <a:pt x="341" y="31"/>
                  <a:pt x="341" y="31"/>
                </a:cubicBezTo>
                <a:cubicBezTo>
                  <a:pt x="341" y="33"/>
                  <a:pt x="341" y="38"/>
                  <a:pt x="341" y="44"/>
                </a:cubicBezTo>
                <a:cubicBezTo>
                  <a:pt x="341" y="89"/>
                  <a:pt x="341" y="89"/>
                  <a:pt x="341" y="89"/>
                </a:cubicBezTo>
                <a:cubicBezTo>
                  <a:pt x="333" y="89"/>
                  <a:pt x="333" y="89"/>
                  <a:pt x="333" y="89"/>
                </a:cubicBezTo>
                <a:cubicBezTo>
                  <a:pt x="333" y="21"/>
                  <a:pt x="333" y="21"/>
                  <a:pt x="333" y="21"/>
                </a:cubicBezTo>
                <a:cubicBezTo>
                  <a:pt x="344" y="21"/>
                  <a:pt x="344" y="21"/>
                  <a:pt x="344" y="21"/>
                </a:cubicBezTo>
                <a:cubicBezTo>
                  <a:pt x="364" y="68"/>
                  <a:pt x="364" y="68"/>
                  <a:pt x="364" y="68"/>
                </a:cubicBezTo>
                <a:cubicBezTo>
                  <a:pt x="366" y="72"/>
                  <a:pt x="367" y="75"/>
                  <a:pt x="368" y="77"/>
                </a:cubicBezTo>
                <a:cubicBezTo>
                  <a:pt x="368" y="77"/>
                  <a:pt x="368" y="77"/>
                  <a:pt x="368" y="77"/>
                </a:cubicBezTo>
                <a:cubicBezTo>
                  <a:pt x="369" y="73"/>
                  <a:pt x="370" y="70"/>
                  <a:pt x="371" y="68"/>
                </a:cubicBezTo>
                <a:cubicBezTo>
                  <a:pt x="392" y="21"/>
                  <a:pt x="392" y="21"/>
                  <a:pt x="392" y="21"/>
                </a:cubicBezTo>
                <a:cubicBezTo>
                  <a:pt x="402" y="21"/>
                  <a:pt x="402" y="21"/>
                  <a:pt x="402" y="21"/>
                </a:cubicBezTo>
                <a:lnTo>
                  <a:pt x="402" y="89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6" name="Freeform 246">
            <a:extLst>
              <a:ext uri="{FF2B5EF4-FFF2-40B4-BE49-F238E27FC236}">
                <a16:creationId xmlns:a16="http://schemas.microsoft.com/office/drawing/2014/main" id="{15B086E0-B8E7-41A3-9B64-615B56837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171534" y="1014172"/>
            <a:ext cx="1685408" cy="431404"/>
          </a:xfrm>
          <a:custGeom>
            <a:avLst/>
            <a:gdLst>
              <a:gd name="T0" fmla="*/ 216 w 461"/>
              <a:gd name="T1" fmla="*/ 107 h 118"/>
              <a:gd name="T2" fmla="*/ 219 w 461"/>
              <a:gd name="T3" fmla="*/ 97 h 118"/>
              <a:gd name="T4" fmla="*/ 208 w 461"/>
              <a:gd name="T5" fmla="*/ 103 h 118"/>
              <a:gd name="T6" fmla="*/ 390 w 461"/>
              <a:gd name="T7" fmla="*/ 71 h 118"/>
              <a:gd name="T8" fmla="*/ 395 w 461"/>
              <a:gd name="T9" fmla="*/ 46 h 118"/>
              <a:gd name="T10" fmla="*/ 406 w 461"/>
              <a:gd name="T11" fmla="*/ 50 h 118"/>
              <a:gd name="T12" fmla="*/ 382 w 461"/>
              <a:gd name="T13" fmla="*/ 82 h 118"/>
              <a:gd name="T14" fmla="*/ 306 w 461"/>
              <a:gd name="T15" fmla="*/ 72 h 118"/>
              <a:gd name="T16" fmla="*/ 296 w 461"/>
              <a:gd name="T17" fmla="*/ 31 h 118"/>
              <a:gd name="T18" fmla="*/ 272 w 461"/>
              <a:gd name="T19" fmla="*/ 44 h 118"/>
              <a:gd name="T20" fmla="*/ 234 w 461"/>
              <a:gd name="T21" fmla="*/ 53 h 118"/>
              <a:gd name="T22" fmla="*/ 251 w 461"/>
              <a:gd name="T23" fmla="*/ 83 h 118"/>
              <a:gd name="T24" fmla="*/ 237 w 461"/>
              <a:gd name="T25" fmla="*/ 40 h 118"/>
              <a:gd name="T26" fmla="*/ 272 w 461"/>
              <a:gd name="T27" fmla="*/ 87 h 118"/>
              <a:gd name="T28" fmla="*/ 306 w 461"/>
              <a:gd name="T29" fmla="*/ 72 h 118"/>
              <a:gd name="T30" fmla="*/ 246 w 461"/>
              <a:gd name="T31" fmla="*/ 82 h 118"/>
              <a:gd name="T32" fmla="*/ 295 w 461"/>
              <a:gd name="T33" fmla="*/ 72 h 118"/>
              <a:gd name="T34" fmla="*/ 98 w 461"/>
              <a:gd name="T35" fmla="*/ 48 h 118"/>
              <a:gd name="T36" fmla="*/ 61 w 461"/>
              <a:gd name="T37" fmla="*/ 57 h 118"/>
              <a:gd name="T38" fmla="*/ 93 w 461"/>
              <a:gd name="T39" fmla="*/ 82 h 118"/>
              <a:gd name="T40" fmla="*/ 83 w 461"/>
              <a:gd name="T41" fmla="*/ 51 h 118"/>
              <a:gd name="T42" fmla="*/ 65 w 461"/>
              <a:gd name="T43" fmla="*/ 87 h 118"/>
              <a:gd name="T44" fmla="*/ 77 w 461"/>
              <a:gd name="T45" fmla="*/ 51 h 118"/>
              <a:gd name="T46" fmla="*/ 77 w 461"/>
              <a:gd name="T47" fmla="*/ 51 h 118"/>
              <a:gd name="T48" fmla="*/ 316 w 461"/>
              <a:gd name="T49" fmla="*/ 55 h 118"/>
              <a:gd name="T50" fmla="*/ 331 w 461"/>
              <a:gd name="T51" fmla="*/ 59 h 118"/>
              <a:gd name="T52" fmla="*/ 326 w 461"/>
              <a:gd name="T53" fmla="*/ 60 h 118"/>
              <a:gd name="T54" fmla="*/ 353 w 461"/>
              <a:gd name="T55" fmla="*/ 46 h 118"/>
              <a:gd name="T56" fmla="*/ 359 w 461"/>
              <a:gd name="T57" fmla="*/ 47 h 118"/>
              <a:gd name="T58" fmla="*/ 341 w 461"/>
              <a:gd name="T59" fmla="*/ 57 h 118"/>
              <a:gd name="T60" fmla="*/ 174 w 461"/>
              <a:gd name="T61" fmla="*/ 55 h 118"/>
              <a:gd name="T62" fmla="*/ 189 w 461"/>
              <a:gd name="T63" fmla="*/ 59 h 118"/>
              <a:gd name="T64" fmla="*/ 185 w 461"/>
              <a:gd name="T65" fmla="*/ 60 h 118"/>
              <a:gd name="T66" fmla="*/ 211 w 461"/>
              <a:gd name="T67" fmla="*/ 46 h 118"/>
              <a:gd name="T68" fmla="*/ 217 w 461"/>
              <a:gd name="T69" fmla="*/ 47 h 118"/>
              <a:gd name="T70" fmla="*/ 199 w 461"/>
              <a:gd name="T71" fmla="*/ 57 h 118"/>
              <a:gd name="T72" fmla="*/ 28 w 461"/>
              <a:gd name="T73" fmla="*/ 82 h 118"/>
              <a:gd name="T74" fmla="*/ 3 w 461"/>
              <a:gd name="T75" fmla="*/ 48 h 118"/>
              <a:gd name="T76" fmla="*/ 13 w 461"/>
              <a:gd name="T77" fmla="*/ 37 h 118"/>
              <a:gd name="T78" fmla="*/ 23 w 461"/>
              <a:gd name="T79" fmla="*/ 82 h 118"/>
              <a:gd name="T80" fmla="*/ 45 w 461"/>
              <a:gd name="T81" fmla="*/ 87 h 118"/>
              <a:gd name="T82" fmla="*/ 15 w 461"/>
              <a:gd name="T83" fmla="*/ 42 h 118"/>
              <a:gd name="T84" fmla="*/ 456 w 461"/>
              <a:gd name="T85" fmla="*/ 31 h 118"/>
              <a:gd name="T86" fmla="*/ 429 w 461"/>
              <a:gd name="T87" fmla="*/ 59 h 118"/>
              <a:gd name="T88" fmla="*/ 423 w 461"/>
              <a:gd name="T89" fmla="*/ 82 h 118"/>
              <a:gd name="T90" fmla="*/ 461 w 461"/>
              <a:gd name="T91" fmla="*/ 87 h 118"/>
              <a:gd name="T92" fmla="*/ 423 w 461"/>
              <a:gd name="T93" fmla="*/ 43 h 118"/>
              <a:gd name="T94" fmla="*/ 154 w 461"/>
              <a:gd name="T95" fmla="*/ 31 h 118"/>
              <a:gd name="T96" fmla="*/ 127 w 461"/>
              <a:gd name="T97" fmla="*/ 59 h 118"/>
              <a:gd name="T98" fmla="*/ 122 w 461"/>
              <a:gd name="T99" fmla="*/ 82 h 118"/>
              <a:gd name="T100" fmla="*/ 160 w 461"/>
              <a:gd name="T101" fmla="*/ 87 h 118"/>
              <a:gd name="T102" fmla="*/ 121 w 461"/>
              <a:gd name="T103" fmla="*/ 43 h 118"/>
              <a:gd name="T104" fmla="*/ 412 w 461"/>
              <a:gd name="T105" fmla="*/ 2 h 118"/>
              <a:gd name="T106" fmla="*/ 374 w 461"/>
              <a:gd name="T107" fmla="*/ 15 h 118"/>
              <a:gd name="T108" fmla="*/ 412 w 461"/>
              <a:gd name="T109" fmla="*/ 2 h 118"/>
              <a:gd name="T110" fmla="*/ 379 w 461"/>
              <a:gd name="T111" fmla="*/ 15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461" h="118">
                <a:moveTo>
                  <a:pt x="219" y="97"/>
                </a:moveTo>
                <a:cubicBezTo>
                  <a:pt x="218" y="94"/>
                  <a:pt x="213" y="91"/>
                  <a:pt x="208" y="92"/>
                </a:cubicBezTo>
                <a:cubicBezTo>
                  <a:pt x="197" y="96"/>
                  <a:pt x="205" y="114"/>
                  <a:pt x="216" y="107"/>
                </a:cubicBezTo>
                <a:cubicBezTo>
                  <a:pt x="214" y="109"/>
                  <a:pt x="215" y="114"/>
                  <a:pt x="214" y="118"/>
                </a:cubicBezTo>
                <a:cubicBezTo>
                  <a:pt x="216" y="118"/>
                  <a:pt x="218" y="118"/>
                  <a:pt x="220" y="117"/>
                </a:cubicBezTo>
                <a:cubicBezTo>
                  <a:pt x="219" y="111"/>
                  <a:pt x="221" y="103"/>
                  <a:pt x="219" y="97"/>
                </a:cubicBezTo>
                <a:close/>
                <a:moveTo>
                  <a:pt x="208" y="103"/>
                </a:moveTo>
                <a:cubicBezTo>
                  <a:pt x="206" y="99"/>
                  <a:pt x="209" y="95"/>
                  <a:pt x="214" y="97"/>
                </a:cubicBezTo>
                <a:cubicBezTo>
                  <a:pt x="218" y="101"/>
                  <a:pt x="212" y="107"/>
                  <a:pt x="208" y="103"/>
                </a:cubicBezTo>
                <a:close/>
                <a:moveTo>
                  <a:pt x="371" y="51"/>
                </a:moveTo>
                <a:cubicBezTo>
                  <a:pt x="377" y="51"/>
                  <a:pt x="384" y="50"/>
                  <a:pt x="390" y="51"/>
                </a:cubicBezTo>
                <a:cubicBezTo>
                  <a:pt x="390" y="71"/>
                  <a:pt x="390" y="71"/>
                  <a:pt x="390" y="71"/>
                </a:cubicBezTo>
                <a:cubicBezTo>
                  <a:pt x="380" y="65"/>
                  <a:pt x="372" y="78"/>
                  <a:pt x="378" y="85"/>
                </a:cubicBezTo>
                <a:cubicBezTo>
                  <a:pt x="383" y="91"/>
                  <a:pt x="394" y="88"/>
                  <a:pt x="395" y="81"/>
                </a:cubicBezTo>
                <a:cubicBezTo>
                  <a:pt x="396" y="71"/>
                  <a:pt x="394" y="55"/>
                  <a:pt x="395" y="46"/>
                </a:cubicBezTo>
                <a:cubicBezTo>
                  <a:pt x="389" y="45"/>
                  <a:pt x="381" y="45"/>
                  <a:pt x="376" y="46"/>
                </a:cubicBezTo>
                <a:cubicBezTo>
                  <a:pt x="376" y="31"/>
                  <a:pt x="403" y="33"/>
                  <a:pt x="401" y="50"/>
                </a:cubicBezTo>
                <a:cubicBezTo>
                  <a:pt x="406" y="50"/>
                  <a:pt x="406" y="50"/>
                  <a:pt x="406" y="50"/>
                </a:cubicBezTo>
                <a:cubicBezTo>
                  <a:pt x="408" y="24"/>
                  <a:pt x="367" y="26"/>
                  <a:pt x="371" y="51"/>
                </a:cubicBezTo>
                <a:close/>
                <a:moveTo>
                  <a:pt x="389" y="82"/>
                </a:moveTo>
                <a:cubicBezTo>
                  <a:pt x="387" y="83"/>
                  <a:pt x="384" y="83"/>
                  <a:pt x="382" y="82"/>
                </a:cubicBezTo>
                <a:cubicBezTo>
                  <a:pt x="380" y="78"/>
                  <a:pt x="383" y="73"/>
                  <a:pt x="388" y="75"/>
                </a:cubicBezTo>
                <a:cubicBezTo>
                  <a:pt x="390" y="77"/>
                  <a:pt x="390" y="81"/>
                  <a:pt x="389" y="82"/>
                </a:cubicBezTo>
                <a:close/>
                <a:moveTo>
                  <a:pt x="306" y="72"/>
                </a:moveTo>
                <a:cubicBezTo>
                  <a:pt x="305" y="70"/>
                  <a:pt x="303" y="70"/>
                  <a:pt x="301" y="67"/>
                </a:cubicBezTo>
                <a:cubicBezTo>
                  <a:pt x="301" y="31"/>
                  <a:pt x="301" y="31"/>
                  <a:pt x="301" y="31"/>
                </a:cubicBezTo>
                <a:cubicBezTo>
                  <a:pt x="296" y="31"/>
                  <a:pt x="296" y="31"/>
                  <a:pt x="296" y="31"/>
                </a:cubicBezTo>
                <a:cubicBezTo>
                  <a:pt x="296" y="67"/>
                  <a:pt x="296" y="67"/>
                  <a:pt x="296" y="67"/>
                </a:cubicBezTo>
                <a:cubicBezTo>
                  <a:pt x="285" y="69"/>
                  <a:pt x="279" y="75"/>
                  <a:pt x="272" y="80"/>
                </a:cubicBezTo>
                <a:cubicBezTo>
                  <a:pt x="271" y="68"/>
                  <a:pt x="274" y="55"/>
                  <a:pt x="272" y="44"/>
                </a:cubicBezTo>
                <a:cubicBezTo>
                  <a:pt x="270" y="25"/>
                  <a:pt x="235" y="29"/>
                  <a:pt x="229" y="42"/>
                </a:cubicBezTo>
                <a:cubicBezTo>
                  <a:pt x="233" y="43"/>
                  <a:pt x="237" y="43"/>
                  <a:pt x="240" y="46"/>
                </a:cubicBezTo>
                <a:cubicBezTo>
                  <a:pt x="236" y="47"/>
                  <a:pt x="234" y="49"/>
                  <a:pt x="234" y="53"/>
                </a:cubicBezTo>
                <a:cubicBezTo>
                  <a:pt x="233" y="59"/>
                  <a:pt x="233" y="72"/>
                  <a:pt x="234" y="79"/>
                </a:cubicBezTo>
                <a:cubicBezTo>
                  <a:pt x="234" y="80"/>
                  <a:pt x="234" y="82"/>
                  <a:pt x="234" y="83"/>
                </a:cubicBezTo>
                <a:cubicBezTo>
                  <a:pt x="237" y="90"/>
                  <a:pt x="249" y="89"/>
                  <a:pt x="251" y="83"/>
                </a:cubicBezTo>
                <a:cubicBezTo>
                  <a:pt x="254" y="75"/>
                  <a:pt x="246" y="67"/>
                  <a:pt x="239" y="71"/>
                </a:cubicBezTo>
                <a:cubicBezTo>
                  <a:pt x="238" y="58"/>
                  <a:pt x="238" y="47"/>
                  <a:pt x="248" y="46"/>
                </a:cubicBezTo>
                <a:cubicBezTo>
                  <a:pt x="245" y="43"/>
                  <a:pt x="241" y="42"/>
                  <a:pt x="237" y="40"/>
                </a:cubicBezTo>
                <a:cubicBezTo>
                  <a:pt x="245" y="33"/>
                  <a:pt x="265" y="34"/>
                  <a:pt x="267" y="45"/>
                </a:cubicBezTo>
                <a:cubicBezTo>
                  <a:pt x="269" y="57"/>
                  <a:pt x="266" y="74"/>
                  <a:pt x="267" y="87"/>
                </a:cubicBezTo>
                <a:cubicBezTo>
                  <a:pt x="272" y="87"/>
                  <a:pt x="272" y="87"/>
                  <a:pt x="272" y="87"/>
                </a:cubicBezTo>
                <a:cubicBezTo>
                  <a:pt x="276" y="83"/>
                  <a:pt x="282" y="78"/>
                  <a:pt x="287" y="75"/>
                </a:cubicBezTo>
                <a:cubicBezTo>
                  <a:pt x="286" y="79"/>
                  <a:pt x="287" y="83"/>
                  <a:pt x="289" y="85"/>
                </a:cubicBezTo>
                <a:cubicBezTo>
                  <a:pt x="297" y="94"/>
                  <a:pt x="312" y="83"/>
                  <a:pt x="306" y="72"/>
                </a:cubicBezTo>
                <a:close/>
                <a:moveTo>
                  <a:pt x="239" y="76"/>
                </a:moveTo>
                <a:cubicBezTo>
                  <a:pt x="240" y="75"/>
                  <a:pt x="242" y="74"/>
                  <a:pt x="245" y="75"/>
                </a:cubicBezTo>
                <a:cubicBezTo>
                  <a:pt x="247" y="76"/>
                  <a:pt x="247" y="81"/>
                  <a:pt x="246" y="82"/>
                </a:cubicBezTo>
                <a:cubicBezTo>
                  <a:pt x="242" y="86"/>
                  <a:pt x="236" y="80"/>
                  <a:pt x="239" y="76"/>
                </a:cubicBezTo>
                <a:close/>
                <a:moveTo>
                  <a:pt x="301" y="82"/>
                </a:moveTo>
                <a:cubicBezTo>
                  <a:pt x="294" y="88"/>
                  <a:pt x="286" y="74"/>
                  <a:pt x="295" y="72"/>
                </a:cubicBezTo>
                <a:cubicBezTo>
                  <a:pt x="297" y="72"/>
                  <a:pt x="299" y="72"/>
                  <a:pt x="301" y="72"/>
                </a:cubicBezTo>
                <a:cubicBezTo>
                  <a:pt x="303" y="74"/>
                  <a:pt x="303" y="80"/>
                  <a:pt x="301" y="82"/>
                </a:cubicBezTo>
                <a:close/>
                <a:moveTo>
                  <a:pt x="98" y="48"/>
                </a:moveTo>
                <a:cubicBezTo>
                  <a:pt x="97" y="37"/>
                  <a:pt x="87" y="30"/>
                  <a:pt x="75" y="31"/>
                </a:cubicBezTo>
                <a:cubicBezTo>
                  <a:pt x="62" y="32"/>
                  <a:pt x="55" y="42"/>
                  <a:pt x="55" y="58"/>
                </a:cubicBezTo>
                <a:cubicBezTo>
                  <a:pt x="57" y="58"/>
                  <a:pt x="60" y="58"/>
                  <a:pt x="61" y="57"/>
                </a:cubicBezTo>
                <a:cubicBezTo>
                  <a:pt x="60" y="46"/>
                  <a:pt x="64" y="40"/>
                  <a:pt x="71" y="37"/>
                </a:cubicBezTo>
                <a:cubicBezTo>
                  <a:pt x="81" y="33"/>
                  <a:pt x="91" y="39"/>
                  <a:pt x="93" y="47"/>
                </a:cubicBezTo>
                <a:cubicBezTo>
                  <a:pt x="95" y="57"/>
                  <a:pt x="92" y="71"/>
                  <a:pt x="93" y="82"/>
                </a:cubicBezTo>
                <a:cubicBezTo>
                  <a:pt x="86" y="82"/>
                  <a:pt x="78" y="83"/>
                  <a:pt x="71" y="82"/>
                </a:cubicBezTo>
                <a:cubicBezTo>
                  <a:pt x="71" y="63"/>
                  <a:pt x="71" y="63"/>
                  <a:pt x="71" y="63"/>
                </a:cubicBezTo>
                <a:cubicBezTo>
                  <a:pt x="78" y="67"/>
                  <a:pt x="86" y="60"/>
                  <a:pt x="83" y="51"/>
                </a:cubicBezTo>
                <a:cubicBezTo>
                  <a:pt x="81" y="44"/>
                  <a:pt x="69" y="43"/>
                  <a:pt x="66" y="51"/>
                </a:cubicBezTo>
                <a:cubicBezTo>
                  <a:pt x="64" y="55"/>
                  <a:pt x="65" y="63"/>
                  <a:pt x="65" y="69"/>
                </a:cubicBezTo>
                <a:cubicBezTo>
                  <a:pt x="65" y="87"/>
                  <a:pt x="65" y="87"/>
                  <a:pt x="65" y="87"/>
                </a:cubicBezTo>
                <a:cubicBezTo>
                  <a:pt x="98" y="87"/>
                  <a:pt x="98" y="87"/>
                  <a:pt x="98" y="87"/>
                </a:cubicBezTo>
                <a:cubicBezTo>
                  <a:pt x="98" y="74"/>
                  <a:pt x="100" y="59"/>
                  <a:pt x="98" y="48"/>
                </a:cubicBezTo>
                <a:close/>
                <a:moveTo>
                  <a:pt x="77" y="51"/>
                </a:moveTo>
                <a:cubicBezTo>
                  <a:pt x="79" y="52"/>
                  <a:pt x="79" y="55"/>
                  <a:pt x="78" y="57"/>
                </a:cubicBezTo>
                <a:cubicBezTo>
                  <a:pt x="78" y="58"/>
                  <a:pt x="78" y="58"/>
                  <a:pt x="77" y="58"/>
                </a:cubicBezTo>
                <a:cubicBezTo>
                  <a:pt x="69" y="63"/>
                  <a:pt x="68" y="46"/>
                  <a:pt x="77" y="51"/>
                </a:cubicBezTo>
                <a:close/>
                <a:moveTo>
                  <a:pt x="359" y="47"/>
                </a:moveTo>
                <a:cubicBezTo>
                  <a:pt x="357" y="37"/>
                  <a:pt x="348" y="30"/>
                  <a:pt x="335" y="31"/>
                </a:cubicBezTo>
                <a:cubicBezTo>
                  <a:pt x="323" y="32"/>
                  <a:pt x="317" y="43"/>
                  <a:pt x="316" y="55"/>
                </a:cubicBezTo>
                <a:cubicBezTo>
                  <a:pt x="316" y="64"/>
                  <a:pt x="317" y="76"/>
                  <a:pt x="316" y="87"/>
                </a:cubicBezTo>
                <a:cubicBezTo>
                  <a:pt x="322" y="87"/>
                  <a:pt x="322" y="87"/>
                  <a:pt x="322" y="87"/>
                </a:cubicBezTo>
                <a:cubicBezTo>
                  <a:pt x="325" y="78"/>
                  <a:pt x="329" y="69"/>
                  <a:pt x="331" y="59"/>
                </a:cubicBezTo>
                <a:cubicBezTo>
                  <a:pt x="333" y="61"/>
                  <a:pt x="336" y="63"/>
                  <a:pt x="339" y="62"/>
                </a:cubicBezTo>
                <a:cubicBezTo>
                  <a:pt x="355" y="60"/>
                  <a:pt x="345" y="36"/>
                  <a:pt x="332" y="45"/>
                </a:cubicBezTo>
                <a:cubicBezTo>
                  <a:pt x="329" y="48"/>
                  <a:pt x="328" y="54"/>
                  <a:pt x="326" y="60"/>
                </a:cubicBezTo>
                <a:cubicBezTo>
                  <a:pt x="325" y="65"/>
                  <a:pt x="323" y="70"/>
                  <a:pt x="321" y="75"/>
                </a:cubicBezTo>
                <a:cubicBezTo>
                  <a:pt x="321" y="60"/>
                  <a:pt x="320" y="46"/>
                  <a:pt x="327" y="39"/>
                </a:cubicBezTo>
                <a:cubicBezTo>
                  <a:pt x="336" y="32"/>
                  <a:pt x="350" y="37"/>
                  <a:pt x="353" y="46"/>
                </a:cubicBezTo>
                <a:cubicBezTo>
                  <a:pt x="356" y="57"/>
                  <a:pt x="352" y="74"/>
                  <a:pt x="354" y="87"/>
                </a:cubicBezTo>
                <a:cubicBezTo>
                  <a:pt x="359" y="87"/>
                  <a:pt x="359" y="87"/>
                  <a:pt x="359" y="87"/>
                </a:cubicBezTo>
                <a:cubicBezTo>
                  <a:pt x="358" y="74"/>
                  <a:pt x="360" y="60"/>
                  <a:pt x="359" y="47"/>
                </a:cubicBezTo>
                <a:close/>
                <a:moveTo>
                  <a:pt x="341" y="57"/>
                </a:moveTo>
                <a:cubicBezTo>
                  <a:pt x="339" y="57"/>
                  <a:pt x="336" y="57"/>
                  <a:pt x="335" y="57"/>
                </a:cubicBezTo>
                <a:cubicBezTo>
                  <a:pt x="328" y="45"/>
                  <a:pt x="349" y="48"/>
                  <a:pt x="341" y="57"/>
                </a:cubicBezTo>
                <a:close/>
                <a:moveTo>
                  <a:pt x="217" y="47"/>
                </a:moveTo>
                <a:cubicBezTo>
                  <a:pt x="215" y="37"/>
                  <a:pt x="206" y="30"/>
                  <a:pt x="193" y="31"/>
                </a:cubicBezTo>
                <a:cubicBezTo>
                  <a:pt x="181" y="32"/>
                  <a:pt x="175" y="43"/>
                  <a:pt x="174" y="55"/>
                </a:cubicBezTo>
                <a:cubicBezTo>
                  <a:pt x="174" y="64"/>
                  <a:pt x="175" y="76"/>
                  <a:pt x="174" y="87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3" y="78"/>
                  <a:pt x="187" y="69"/>
                  <a:pt x="189" y="59"/>
                </a:cubicBezTo>
                <a:cubicBezTo>
                  <a:pt x="191" y="61"/>
                  <a:pt x="194" y="63"/>
                  <a:pt x="197" y="62"/>
                </a:cubicBezTo>
                <a:cubicBezTo>
                  <a:pt x="213" y="60"/>
                  <a:pt x="203" y="36"/>
                  <a:pt x="191" y="45"/>
                </a:cubicBezTo>
                <a:cubicBezTo>
                  <a:pt x="187" y="48"/>
                  <a:pt x="186" y="54"/>
                  <a:pt x="185" y="60"/>
                </a:cubicBezTo>
                <a:cubicBezTo>
                  <a:pt x="183" y="65"/>
                  <a:pt x="181" y="70"/>
                  <a:pt x="179" y="75"/>
                </a:cubicBezTo>
                <a:cubicBezTo>
                  <a:pt x="179" y="60"/>
                  <a:pt x="178" y="46"/>
                  <a:pt x="185" y="39"/>
                </a:cubicBezTo>
                <a:cubicBezTo>
                  <a:pt x="194" y="32"/>
                  <a:pt x="208" y="37"/>
                  <a:pt x="211" y="46"/>
                </a:cubicBezTo>
                <a:cubicBezTo>
                  <a:pt x="214" y="57"/>
                  <a:pt x="210" y="74"/>
                  <a:pt x="212" y="87"/>
                </a:cubicBezTo>
                <a:cubicBezTo>
                  <a:pt x="217" y="87"/>
                  <a:pt x="217" y="87"/>
                  <a:pt x="217" y="87"/>
                </a:cubicBezTo>
                <a:cubicBezTo>
                  <a:pt x="216" y="74"/>
                  <a:pt x="218" y="60"/>
                  <a:pt x="217" y="47"/>
                </a:cubicBezTo>
                <a:close/>
                <a:moveTo>
                  <a:pt x="199" y="57"/>
                </a:moveTo>
                <a:cubicBezTo>
                  <a:pt x="197" y="57"/>
                  <a:pt x="195" y="57"/>
                  <a:pt x="193" y="57"/>
                </a:cubicBezTo>
                <a:cubicBezTo>
                  <a:pt x="186" y="45"/>
                  <a:pt x="207" y="48"/>
                  <a:pt x="199" y="57"/>
                </a:cubicBezTo>
                <a:close/>
                <a:moveTo>
                  <a:pt x="39" y="32"/>
                </a:moveTo>
                <a:cubicBezTo>
                  <a:pt x="39" y="48"/>
                  <a:pt x="40" y="66"/>
                  <a:pt x="39" y="82"/>
                </a:cubicBezTo>
                <a:cubicBezTo>
                  <a:pt x="36" y="82"/>
                  <a:pt x="31" y="83"/>
                  <a:pt x="28" y="82"/>
                </a:cubicBezTo>
                <a:cubicBezTo>
                  <a:pt x="29" y="72"/>
                  <a:pt x="27" y="64"/>
                  <a:pt x="28" y="56"/>
                </a:cubicBezTo>
                <a:cubicBezTo>
                  <a:pt x="29" y="51"/>
                  <a:pt x="33" y="48"/>
                  <a:pt x="33" y="42"/>
                </a:cubicBezTo>
                <a:cubicBezTo>
                  <a:pt x="33" y="25"/>
                  <a:pt x="0" y="28"/>
                  <a:pt x="3" y="48"/>
                </a:cubicBezTo>
                <a:cubicBezTo>
                  <a:pt x="4" y="51"/>
                  <a:pt x="6" y="54"/>
                  <a:pt x="8" y="55"/>
                </a:cubicBezTo>
                <a:cubicBezTo>
                  <a:pt x="16" y="59"/>
                  <a:pt x="26" y="48"/>
                  <a:pt x="20" y="41"/>
                </a:cubicBezTo>
                <a:cubicBezTo>
                  <a:pt x="18" y="39"/>
                  <a:pt x="16" y="38"/>
                  <a:pt x="13" y="37"/>
                </a:cubicBezTo>
                <a:cubicBezTo>
                  <a:pt x="19" y="35"/>
                  <a:pt x="27" y="35"/>
                  <a:pt x="28" y="42"/>
                </a:cubicBezTo>
                <a:cubicBezTo>
                  <a:pt x="28" y="47"/>
                  <a:pt x="24" y="50"/>
                  <a:pt x="23" y="56"/>
                </a:cubicBezTo>
                <a:cubicBezTo>
                  <a:pt x="22" y="65"/>
                  <a:pt x="24" y="74"/>
                  <a:pt x="23" y="82"/>
                </a:cubicBezTo>
                <a:cubicBezTo>
                  <a:pt x="16" y="82"/>
                  <a:pt x="16" y="82"/>
                  <a:pt x="16" y="82"/>
                </a:cubicBezTo>
                <a:cubicBezTo>
                  <a:pt x="16" y="83"/>
                  <a:pt x="16" y="86"/>
                  <a:pt x="16" y="87"/>
                </a:cubicBezTo>
                <a:cubicBezTo>
                  <a:pt x="45" y="87"/>
                  <a:pt x="45" y="87"/>
                  <a:pt x="45" y="87"/>
                </a:cubicBezTo>
                <a:cubicBezTo>
                  <a:pt x="45" y="32"/>
                  <a:pt x="45" y="32"/>
                  <a:pt x="45" y="32"/>
                </a:cubicBezTo>
                <a:lnTo>
                  <a:pt x="39" y="32"/>
                </a:lnTo>
                <a:close/>
                <a:moveTo>
                  <a:pt x="15" y="42"/>
                </a:moveTo>
                <a:cubicBezTo>
                  <a:pt x="20" y="46"/>
                  <a:pt x="14" y="53"/>
                  <a:pt x="9" y="50"/>
                </a:cubicBezTo>
                <a:cubicBezTo>
                  <a:pt x="6" y="47"/>
                  <a:pt x="9" y="39"/>
                  <a:pt x="15" y="42"/>
                </a:cubicBezTo>
                <a:close/>
                <a:moveTo>
                  <a:pt x="456" y="31"/>
                </a:moveTo>
                <a:cubicBezTo>
                  <a:pt x="456" y="82"/>
                  <a:pt x="456" y="82"/>
                  <a:pt x="456" y="82"/>
                </a:cubicBezTo>
                <a:cubicBezTo>
                  <a:pt x="429" y="82"/>
                  <a:pt x="429" y="82"/>
                  <a:pt x="429" y="82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46"/>
                  <a:pt x="432" y="29"/>
                  <a:pt x="418" y="31"/>
                </a:cubicBezTo>
                <a:cubicBezTo>
                  <a:pt x="406" y="32"/>
                  <a:pt x="409" y="54"/>
                  <a:pt x="423" y="49"/>
                </a:cubicBezTo>
                <a:cubicBezTo>
                  <a:pt x="423" y="82"/>
                  <a:pt x="423" y="82"/>
                  <a:pt x="423" y="82"/>
                </a:cubicBezTo>
                <a:cubicBezTo>
                  <a:pt x="421" y="82"/>
                  <a:pt x="418" y="82"/>
                  <a:pt x="417" y="82"/>
                </a:cubicBezTo>
                <a:cubicBezTo>
                  <a:pt x="417" y="87"/>
                  <a:pt x="417" y="87"/>
                  <a:pt x="417" y="87"/>
                </a:cubicBezTo>
                <a:cubicBezTo>
                  <a:pt x="461" y="87"/>
                  <a:pt x="461" y="87"/>
                  <a:pt x="461" y="87"/>
                </a:cubicBezTo>
                <a:cubicBezTo>
                  <a:pt x="461" y="31"/>
                  <a:pt x="461" y="31"/>
                  <a:pt x="461" y="31"/>
                </a:cubicBezTo>
                <a:lnTo>
                  <a:pt x="456" y="31"/>
                </a:lnTo>
                <a:close/>
                <a:moveTo>
                  <a:pt x="423" y="43"/>
                </a:moveTo>
                <a:cubicBezTo>
                  <a:pt x="419" y="46"/>
                  <a:pt x="413" y="43"/>
                  <a:pt x="416" y="37"/>
                </a:cubicBezTo>
                <a:cubicBezTo>
                  <a:pt x="420" y="33"/>
                  <a:pt x="427" y="38"/>
                  <a:pt x="423" y="43"/>
                </a:cubicBezTo>
                <a:close/>
                <a:moveTo>
                  <a:pt x="154" y="31"/>
                </a:moveTo>
                <a:cubicBezTo>
                  <a:pt x="154" y="82"/>
                  <a:pt x="154" y="82"/>
                  <a:pt x="154" y="82"/>
                </a:cubicBezTo>
                <a:cubicBezTo>
                  <a:pt x="127" y="82"/>
                  <a:pt x="127" y="82"/>
                  <a:pt x="127" y="82"/>
                </a:cubicBezTo>
                <a:cubicBezTo>
                  <a:pt x="127" y="59"/>
                  <a:pt x="127" y="59"/>
                  <a:pt x="127" y="59"/>
                </a:cubicBezTo>
                <a:cubicBezTo>
                  <a:pt x="127" y="46"/>
                  <a:pt x="130" y="29"/>
                  <a:pt x="116" y="31"/>
                </a:cubicBezTo>
                <a:cubicBezTo>
                  <a:pt x="104" y="32"/>
                  <a:pt x="107" y="54"/>
                  <a:pt x="122" y="49"/>
                </a:cubicBezTo>
                <a:cubicBezTo>
                  <a:pt x="122" y="82"/>
                  <a:pt x="122" y="82"/>
                  <a:pt x="122" y="82"/>
                </a:cubicBezTo>
                <a:cubicBezTo>
                  <a:pt x="119" y="82"/>
                  <a:pt x="117" y="82"/>
                  <a:pt x="115" y="82"/>
                </a:cubicBezTo>
                <a:cubicBezTo>
                  <a:pt x="115" y="87"/>
                  <a:pt x="115" y="87"/>
                  <a:pt x="115" y="87"/>
                </a:cubicBezTo>
                <a:cubicBezTo>
                  <a:pt x="160" y="87"/>
                  <a:pt x="160" y="87"/>
                  <a:pt x="160" y="87"/>
                </a:cubicBezTo>
                <a:cubicBezTo>
                  <a:pt x="160" y="31"/>
                  <a:pt x="160" y="31"/>
                  <a:pt x="160" y="31"/>
                </a:cubicBezTo>
                <a:lnTo>
                  <a:pt x="154" y="31"/>
                </a:lnTo>
                <a:close/>
                <a:moveTo>
                  <a:pt x="121" y="43"/>
                </a:moveTo>
                <a:cubicBezTo>
                  <a:pt x="117" y="46"/>
                  <a:pt x="111" y="43"/>
                  <a:pt x="114" y="37"/>
                </a:cubicBezTo>
                <a:cubicBezTo>
                  <a:pt x="118" y="33"/>
                  <a:pt x="125" y="38"/>
                  <a:pt x="121" y="43"/>
                </a:cubicBezTo>
                <a:close/>
                <a:moveTo>
                  <a:pt x="412" y="2"/>
                </a:moveTo>
                <a:cubicBezTo>
                  <a:pt x="407" y="10"/>
                  <a:pt x="399" y="15"/>
                  <a:pt x="389" y="18"/>
                </a:cubicBezTo>
                <a:cubicBezTo>
                  <a:pt x="391" y="16"/>
                  <a:pt x="391" y="16"/>
                  <a:pt x="391" y="14"/>
                </a:cubicBezTo>
                <a:cubicBezTo>
                  <a:pt x="393" y="0"/>
                  <a:pt x="372" y="2"/>
                  <a:pt x="374" y="15"/>
                </a:cubicBezTo>
                <a:cubicBezTo>
                  <a:pt x="375" y="21"/>
                  <a:pt x="383" y="23"/>
                  <a:pt x="390" y="22"/>
                </a:cubicBezTo>
                <a:cubicBezTo>
                  <a:pt x="402" y="21"/>
                  <a:pt x="410" y="12"/>
                  <a:pt x="416" y="5"/>
                </a:cubicBezTo>
                <a:cubicBezTo>
                  <a:pt x="414" y="4"/>
                  <a:pt x="413" y="3"/>
                  <a:pt x="412" y="2"/>
                </a:cubicBezTo>
                <a:close/>
                <a:moveTo>
                  <a:pt x="379" y="15"/>
                </a:moveTo>
                <a:cubicBezTo>
                  <a:pt x="376" y="9"/>
                  <a:pt x="384" y="6"/>
                  <a:pt x="386" y="10"/>
                </a:cubicBezTo>
                <a:cubicBezTo>
                  <a:pt x="389" y="14"/>
                  <a:pt x="383" y="19"/>
                  <a:pt x="379" y="15"/>
                </a:cubicBezTo>
                <a:close/>
              </a:path>
            </a:pathLst>
          </a:custGeom>
          <a:solidFill>
            <a:srgbClr val="00BCF2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7" name="Freeform 221">
            <a:extLst>
              <a:ext uri="{FF2B5EF4-FFF2-40B4-BE49-F238E27FC236}">
                <a16:creationId xmlns:a16="http://schemas.microsoft.com/office/drawing/2014/main" id="{51930E88-DF5F-EE8C-8A1F-C80C63208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9611675" y="2794008"/>
            <a:ext cx="217852" cy="978802"/>
          </a:xfrm>
          <a:custGeom>
            <a:avLst/>
            <a:gdLst>
              <a:gd name="T0" fmla="*/ 0 w 120"/>
              <a:gd name="T1" fmla="*/ 58 h 539"/>
              <a:gd name="T2" fmla="*/ 59 w 120"/>
              <a:gd name="T3" fmla="*/ 0 h 539"/>
              <a:gd name="T4" fmla="*/ 120 w 120"/>
              <a:gd name="T5" fmla="*/ 63 h 539"/>
              <a:gd name="T6" fmla="*/ 95 w 120"/>
              <a:gd name="T7" fmla="*/ 95 h 539"/>
              <a:gd name="T8" fmla="*/ 92 w 120"/>
              <a:gd name="T9" fmla="*/ 33 h 539"/>
              <a:gd name="T10" fmla="*/ 28 w 120"/>
              <a:gd name="T11" fmla="*/ 31 h 539"/>
              <a:gd name="T12" fmla="*/ 21 w 120"/>
              <a:gd name="T13" fmla="*/ 80 h 539"/>
              <a:gd name="T14" fmla="*/ 49 w 120"/>
              <a:gd name="T15" fmla="*/ 55 h 539"/>
              <a:gd name="T16" fmla="*/ 65 w 120"/>
              <a:gd name="T17" fmla="*/ 99 h 539"/>
              <a:gd name="T18" fmla="*/ 2 w 120"/>
              <a:gd name="T19" fmla="*/ 117 h 539"/>
              <a:gd name="T20" fmla="*/ 49 w 120"/>
              <a:gd name="T21" fmla="*/ 137 h 539"/>
              <a:gd name="T22" fmla="*/ 48 w 120"/>
              <a:gd name="T23" fmla="*/ 151 h 539"/>
              <a:gd name="T24" fmla="*/ 40 w 120"/>
              <a:gd name="T25" fmla="*/ 162 h 539"/>
              <a:gd name="T26" fmla="*/ 2 w 120"/>
              <a:gd name="T27" fmla="*/ 185 h 539"/>
              <a:gd name="T28" fmla="*/ 2 w 120"/>
              <a:gd name="T29" fmla="*/ 208 h 539"/>
              <a:gd name="T30" fmla="*/ 34 w 120"/>
              <a:gd name="T31" fmla="*/ 187 h 539"/>
              <a:gd name="T32" fmla="*/ 46 w 120"/>
              <a:gd name="T33" fmla="*/ 178 h 539"/>
              <a:gd name="T34" fmla="*/ 55 w 120"/>
              <a:gd name="T35" fmla="*/ 168 h 539"/>
              <a:gd name="T36" fmla="*/ 59 w 120"/>
              <a:gd name="T37" fmla="*/ 179 h 539"/>
              <a:gd name="T38" fmla="*/ 75 w 120"/>
              <a:gd name="T39" fmla="*/ 192 h 539"/>
              <a:gd name="T40" fmla="*/ 101 w 120"/>
              <a:gd name="T41" fmla="*/ 191 h 539"/>
              <a:gd name="T42" fmla="*/ 116 w 120"/>
              <a:gd name="T43" fmla="*/ 171 h 539"/>
              <a:gd name="T44" fmla="*/ 118 w 120"/>
              <a:gd name="T45" fmla="*/ 118 h 539"/>
              <a:gd name="T46" fmla="*/ 103 w 120"/>
              <a:gd name="T47" fmla="*/ 153 h 539"/>
              <a:gd name="T48" fmla="*/ 85 w 120"/>
              <a:gd name="T49" fmla="*/ 174 h 539"/>
              <a:gd name="T50" fmla="*/ 70 w 120"/>
              <a:gd name="T51" fmla="*/ 168 h 539"/>
              <a:gd name="T52" fmla="*/ 65 w 120"/>
              <a:gd name="T53" fmla="*/ 153 h 539"/>
              <a:gd name="T54" fmla="*/ 103 w 120"/>
              <a:gd name="T55" fmla="*/ 137 h 539"/>
              <a:gd name="T56" fmla="*/ 4 w 120"/>
              <a:gd name="T57" fmla="*/ 206 h 539"/>
              <a:gd name="T58" fmla="*/ 2 w 120"/>
              <a:gd name="T59" fmla="*/ 226 h 539"/>
              <a:gd name="T60" fmla="*/ 31 w 120"/>
              <a:gd name="T61" fmla="*/ 282 h 539"/>
              <a:gd name="T62" fmla="*/ 1 w 120"/>
              <a:gd name="T63" fmla="*/ 314 h 539"/>
              <a:gd name="T64" fmla="*/ 118 w 120"/>
              <a:gd name="T65" fmla="*/ 249 h 539"/>
              <a:gd name="T66" fmla="*/ 101 w 120"/>
              <a:gd name="T67" fmla="*/ 259 h 539"/>
              <a:gd name="T68" fmla="*/ 47 w 120"/>
              <a:gd name="T69" fmla="*/ 277 h 539"/>
              <a:gd name="T70" fmla="*/ 94 w 120"/>
              <a:gd name="T71" fmla="*/ 257 h 539"/>
              <a:gd name="T72" fmla="*/ 110 w 120"/>
              <a:gd name="T73" fmla="*/ 414 h 539"/>
              <a:gd name="T74" fmla="*/ 18 w 120"/>
              <a:gd name="T75" fmla="*/ 413 h 539"/>
              <a:gd name="T76" fmla="*/ 1 w 120"/>
              <a:gd name="T77" fmla="*/ 322 h 539"/>
              <a:gd name="T78" fmla="*/ 102 w 120"/>
              <a:gd name="T79" fmla="*/ 387 h 539"/>
              <a:gd name="T80" fmla="*/ 118 w 120"/>
              <a:gd name="T81" fmla="*/ 328 h 539"/>
              <a:gd name="T82" fmla="*/ 110 w 120"/>
              <a:gd name="T83" fmla="*/ 414 h 539"/>
              <a:gd name="T84" fmla="*/ 1 w 120"/>
              <a:gd name="T85" fmla="*/ 428 h 539"/>
              <a:gd name="T86" fmla="*/ 118 w 120"/>
              <a:gd name="T87" fmla="*/ 448 h 539"/>
              <a:gd name="T88" fmla="*/ 1 w 120"/>
              <a:gd name="T89" fmla="*/ 539 h 539"/>
              <a:gd name="T90" fmla="*/ 118 w 120"/>
              <a:gd name="T91" fmla="*/ 474 h 539"/>
              <a:gd name="T92" fmla="*/ 101 w 120"/>
              <a:gd name="T93" fmla="*/ 537 h 539"/>
              <a:gd name="T94" fmla="*/ 68 w 120"/>
              <a:gd name="T95" fmla="*/ 493 h 539"/>
              <a:gd name="T96" fmla="*/ 52 w 120"/>
              <a:gd name="T97" fmla="*/ 533 h 539"/>
              <a:gd name="T98" fmla="*/ 18 w 120"/>
              <a:gd name="T99" fmla="*/ 493 h 539"/>
              <a:gd name="T100" fmla="*/ 1 w 120"/>
              <a:gd name="T101" fmla="*/ 539 h 5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20" h="539">
                <a:moveTo>
                  <a:pt x="10" y="99"/>
                </a:moveTo>
                <a:cubicBezTo>
                  <a:pt x="3" y="87"/>
                  <a:pt x="0" y="73"/>
                  <a:pt x="0" y="58"/>
                </a:cubicBezTo>
                <a:cubicBezTo>
                  <a:pt x="0" y="41"/>
                  <a:pt x="5" y="27"/>
                  <a:pt x="16" y="16"/>
                </a:cubicBezTo>
                <a:cubicBezTo>
                  <a:pt x="27" y="6"/>
                  <a:pt x="41" y="0"/>
                  <a:pt x="59" y="0"/>
                </a:cubicBezTo>
                <a:cubicBezTo>
                  <a:pt x="77" y="0"/>
                  <a:pt x="92" y="6"/>
                  <a:pt x="103" y="18"/>
                </a:cubicBezTo>
                <a:cubicBezTo>
                  <a:pt x="115" y="30"/>
                  <a:pt x="120" y="45"/>
                  <a:pt x="120" y="63"/>
                </a:cubicBezTo>
                <a:cubicBezTo>
                  <a:pt x="120" y="76"/>
                  <a:pt x="119" y="87"/>
                  <a:pt x="115" y="95"/>
                </a:cubicBezTo>
                <a:cubicBezTo>
                  <a:pt x="95" y="95"/>
                  <a:pt x="95" y="95"/>
                  <a:pt x="95" y="95"/>
                </a:cubicBezTo>
                <a:cubicBezTo>
                  <a:pt x="101" y="86"/>
                  <a:pt x="104" y="76"/>
                  <a:pt x="104" y="63"/>
                </a:cubicBezTo>
                <a:cubicBezTo>
                  <a:pt x="104" y="51"/>
                  <a:pt x="100" y="41"/>
                  <a:pt x="92" y="33"/>
                </a:cubicBezTo>
                <a:cubicBezTo>
                  <a:pt x="83" y="25"/>
                  <a:pt x="73" y="21"/>
                  <a:pt x="60" y="21"/>
                </a:cubicBezTo>
                <a:cubicBezTo>
                  <a:pt x="46" y="21"/>
                  <a:pt x="36" y="24"/>
                  <a:pt x="28" y="31"/>
                </a:cubicBezTo>
                <a:cubicBezTo>
                  <a:pt x="20" y="38"/>
                  <a:pt x="17" y="47"/>
                  <a:pt x="16" y="59"/>
                </a:cubicBezTo>
                <a:cubicBezTo>
                  <a:pt x="16" y="67"/>
                  <a:pt x="18" y="74"/>
                  <a:pt x="21" y="80"/>
                </a:cubicBezTo>
                <a:cubicBezTo>
                  <a:pt x="49" y="80"/>
                  <a:pt x="49" y="80"/>
                  <a:pt x="49" y="80"/>
                </a:cubicBezTo>
                <a:cubicBezTo>
                  <a:pt x="49" y="55"/>
                  <a:pt x="49" y="55"/>
                  <a:pt x="49" y="55"/>
                </a:cubicBezTo>
                <a:cubicBezTo>
                  <a:pt x="65" y="55"/>
                  <a:pt x="65" y="55"/>
                  <a:pt x="65" y="55"/>
                </a:cubicBezTo>
                <a:cubicBezTo>
                  <a:pt x="65" y="99"/>
                  <a:pt x="65" y="99"/>
                  <a:pt x="65" y="99"/>
                </a:cubicBezTo>
                <a:lnTo>
                  <a:pt x="10" y="99"/>
                </a:lnTo>
                <a:close/>
                <a:moveTo>
                  <a:pt x="2" y="117"/>
                </a:moveTo>
                <a:cubicBezTo>
                  <a:pt x="2" y="137"/>
                  <a:pt x="2" y="137"/>
                  <a:pt x="2" y="137"/>
                </a:cubicBezTo>
                <a:cubicBezTo>
                  <a:pt x="49" y="137"/>
                  <a:pt x="49" y="137"/>
                  <a:pt x="49" y="137"/>
                </a:cubicBezTo>
                <a:cubicBezTo>
                  <a:pt x="49" y="145"/>
                  <a:pt x="49" y="145"/>
                  <a:pt x="49" y="145"/>
                </a:cubicBezTo>
                <a:cubicBezTo>
                  <a:pt x="49" y="147"/>
                  <a:pt x="49" y="149"/>
                  <a:pt x="48" y="151"/>
                </a:cubicBezTo>
                <a:cubicBezTo>
                  <a:pt x="48" y="153"/>
                  <a:pt x="47" y="155"/>
                  <a:pt x="45" y="157"/>
                </a:cubicBezTo>
                <a:cubicBezTo>
                  <a:pt x="44" y="158"/>
                  <a:pt x="42" y="160"/>
                  <a:pt x="40" y="162"/>
                </a:cubicBezTo>
                <a:cubicBezTo>
                  <a:pt x="38" y="163"/>
                  <a:pt x="36" y="165"/>
                  <a:pt x="33" y="166"/>
                </a:cubicBezTo>
                <a:cubicBezTo>
                  <a:pt x="2" y="185"/>
                  <a:pt x="2" y="185"/>
                  <a:pt x="2" y="185"/>
                </a:cubicBezTo>
                <a:cubicBezTo>
                  <a:pt x="2" y="205"/>
                  <a:pt x="2" y="205"/>
                  <a:pt x="2" y="205"/>
                </a:cubicBezTo>
                <a:cubicBezTo>
                  <a:pt x="2" y="208"/>
                  <a:pt x="2" y="208"/>
                  <a:pt x="2" y="208"/>
                </a:cubicBezTo>
                <a:cubicBezTo>
                  <a:pt x="4" y="206"/>
                  <a:pt x="4" y="206"/>
                  <a:pt x="4" y="206"/>
                </a:cubicBezTo>
                <a:cubicBezTo>
                  <a:pt x="34" y="187"/>
                  <a:pt x="34" y="187"/>
                  <a:pt x="34" y="187"/>
                </a:cubicBezTo>
                <a:cubicBezTo>
                  <a:pt x="37" y="185"/>
                  <a:pt x="39" y="184"/>
                  <a:pt x="41" y="182"/>
                </a:cubicBezTo>
                <a:cubicBezTo>
                  <a:pt x="43" y="181"/>
                  <a:pt x="45" y="180"/>
                  <a:pt x="46" y="178"/>
                </a:cubicBezTo>
                <a:cubicBezTo>
                  <a:pt x="48" y="177"/>
                  <a:pt x="49" y="175"/>
                  <a:pt x="51" y="174"/>
                </a:cubicBezTo>
                <a:cubicBezTo>
                  <a:pt x="52" y="172"/>
                  <a:pt x="54" y="170"/>
                  <a:pt x="55" y="168"/>
                </a:cubicBezTo>
                <a:cubicBezTo>
                  <a:pt x="55" y="168"/>
                  <a:pt x="55" y="168"/>
                  <a:pt x="55" y="168"/>
                </a:cubicBezTo>
                <a:cubicBezTo>
                  <a:pt x="56" y="172"/>
                  <a:pt x="58" y="176"/>
                  <a:pt x="59" y="179"/>
                </a:cubicBezTo>
                <a:cubicBezTo>
                  <a:pt x="61" y="182"/>
                  <a:pt x="64" y="185"/>
                  <a:pt x="66" y="187"/>
                </a:cubicBezTo>
                <a:cubicBezTo>
                  <a:pt x="69" y="189"/>
                  <a:pt x="72" y="191"/>
                  <a:pt x="75" y="192"/>
                </a:cubicBezTo>
                <a:cubicBezTo>
                  <a:pt x="79" y="193"/>
                  <a:pt x="83" y="194"/>
                  <a:pt x="87" y="194"/>
                </a:cubicBezTo>
                <a:cubicBezTo>
                  <a:pt x="92" y="194"/>
                  <a:pt x="97" y="193"/>
                  <a:pt x="101" y="191"/>
                </a:cubicBezTo>
                <a:cubicBezTo>
                  <a:pt x="105" y="189"/>
                  <a:pt x="108" y="187"/>
                  <a:pt x="111" y="183"/>
                </a:cubicBezTo>
                <a:cubicBezTo>
                  <a:pt x="113" y="180"/>
                  <a:pt x="115" y="176"/>
                  <a:pt x="116" y="171"/>
                </a:cubicBezTo>
                <a:cubicBezTo>
                  <a:pt x="118" y="167"/>
                  <a:pt x="118" y="162"/>
                  <a:pt x="118" y="156"/>
                </a:cubicBezTo>
                <a:cubicBezTo>
                  <a:pt x="118" y="118"/>
                  <a:pt x="118" y="118"/>
                  <a:pt x="118" y="118"/>
                </a:cubicBezTo>
                <a:lnTo>
                  <a:pt x="2" y="117"/>
                </a:lnTo>
                <a:close/>
                <a:moveTo>
                  <a:pt x="103" y="153"/>
                </a:moveTo>
                <a:cubicBezTo>
                  <a:pt x="103" y="160"/>
                  <a:pt x="101" y="165"/>
                  <a:pt x="98" y="168"/>
                </a:cubicBezTo>
                <a:cubicBezTo>
                  <a:pt x="95" y="172"/>
                  <a:pt x="90" y="174"/>
                  <a:pt x="85" y="174"/>
                </a:cubicBezTo>
                <a:cubicBezTo>
                  <a:pt x="82" y="174"/>
                  <a:pt x="79" y="173"/>
                  <a:pt x="76" y="172"/>
                </a:cubicBezTo>
                <a:cubicBezTo>
                  <a:pt x="74" y="171"/>
                  <a:pt x="72" y="170"/>
                  <a:pt x="70" y="168"/>
                </a:cubicBezTo>
                <a:cubicBezTo>
                  <a:pt x="68" y="166"/>
                  <a:pt x="67" y="164"/>
                  <a:pt x="66" y="161"/>
                </a:cubicBezTo>
                <a:cubicBezTo>
                  <a:pt x="65" y="159"/>
                  <a:pt x="65" y="156"/>
                  <a:pt x="65" y="153"/>
                </a:cubicBezTo>
                <a:cubicBezTo>
                  <a:pt x="65" y="137"/>
                  <a:pt x="65" y="137"/>
                  <a:pt x="65" y="137"/>
                </a:cubicBezTo>
                <a:cubicBezTo>
                  <a:pt x="103" y="137"/>
                  <a:pt x="103" y="137"/>
                  <a:pt x="103" y="137"/>
                </a:cubicBezTo>
                <a:lnTo>
                  <a:pt x="103" y="153"/>
                </a:lnTo>
                <a:close/>
                <a:moveTo>
                  <a:pt x="4" y="206"/>
                </a:moveTo>
                <a:cubicBezTo>
                  <a:pt x="2" y="205"/>
                  <a:pt x="2" y="205"/>
                  <a:pt x="2" y="205"/>
                </a:cubicBezTo>
                <a:cubicBezTo>
                  <a:pt x="2" y="226"/>
                  <a:pt x="2" y="226"/>
                  <a:pt x="2" y="226"/>
                </a:cubicBezTo>
                <a:cubicBezTo>
                  <a:pt x="31" y="236"/>
                  <a:pt x="31" y="236"/>
                  <a:pt x="31" y="236"/>
                </a:cubicBezTo>
                <a:cubicBezTo>
                  <a:pt x="31" y="282"/>
                  <a:pt x="31" y="282"/>
                  <a:pt x="31" y="282"/>
                </a:cubicBezTo>
                <a:cubicBezTo>
                  <a:pt x="1" y="293"/>
                  <a:pt x="1" y="293"/>
                  <a:pt x="1" y="293"/>
                </a:cubicBezTo>
                <a:cubicBezTo>
                  <a:pt x="1" y="314"/>
                  <a:pt x="1" y="314"/>
                  <a:pt x="1" y="314"/>
                </a:cubicBezTo>
                <a:cubicBezTo>
                  <a:pt x="118" y="271"/>
                  <a:pt x="118" y="271"/>
                  <a:pt x="118" y="271"/>
                </a:cubicBezTo>
                <a:cubicBezTo>
                  <a:pt x="118" y="249"/>
                  <a:pt x="118" y="249"/>
                  <a:pt x="118" y="249"/>
                </a:cubicBezTo>
                <a:lnTo>
                  <a:pt x="4" y="206"/>
                </a:lnTo>
                <a:close/>
                <a:moveTo>
                  <a:pt x="101" y="259"/>
                </a:moveTo>
                <a:cubicBezTo>
                  <a:pt x="98" y="260"/>
                  <a:pt x="95" y="260"/>
                  <a:pt x="94" y="261"/>
                </a:cubicBezTo>
                <a:cubicBezTo>
                  <a:pt x="47" y="277"/>
                  <a:pt x="47" y="277"/>
                  <a:pt x="47" y="277"/>
                </a:cubicBezTo>
                <a:cubicBezTo>
                  <a:pt x="47" y="241"/>
                  <a:pt x="47" y="241"/>
                  <a:pt x="47" y="241"/>
                </a:cubicBezTo>
                <a:cubicBezTo>
                  <a:pt x="94" y="257"/>
                  <a:pt x="94" y="257"/>
                  <a:pt x="94" y="257"/>
                </a:cubicBezTo>
                <a:cubicBezTo>
                  <a:pt x="95" y="258"/>
                  <a:pt x="98" y="259"/>
                  <a:pt x="101" y="259"/>
                </a:cubicBezTo>
                <a:close/>
                <a:moveTo>
                  <a:pt x="110" y="414"/>
                </a:moveTo>
                <a:cubicBezTo>
                  <a:pt x="18" y="350"/>
                  <a:pt x="18" y="350"/>
                  <a:pt x="18" y="350"/>
                </a:cubicBezTo>
                <a:cubicBezTo>
                  <a:pt x="18" y="413"/>
                  <a:pt x="18" y="413"/>
                  <a:pt x="18" y="413"/>
                </a:cubicBezTo>
                <a:cubicBezTo>
                  <a:pt x="1" y="413"/>
                  <a:pt x="1" y="413"/>
                  <a:pt x="1" y="413"/>
                </a:cubicBezTo>
                <a:cubicBezTo>
                  <a:pt x="1" y="322"/>
                  <a:pt x="1" y="322"/>
                  <a:pt x="1" y="322"/>
                </a:cubicBezTo>
                <a:cubicBezTo>
                  <a:pt x="10" y="322"/>
                  <a:pt x="10" y="322"/>
                  <a:pt x="10" y="322"/>
                </a:cubicBezTo>
                <a:cubicBezTo>
                  <a:pt x="102" y="387"/>
                  <a:pt x="102" y="387"/>
                  <a:pt x="102" y="387"/>
                </a:cubicBezTo>
                <a:cubicBezTo>
                  <a:pt x="102" y="328"/>
                  <a:pt x="102" y="328"/>
                  <a:pt x="102" y="328"/>
                </a:cubicBezTo>
                <a:cubicBezTo>
                  <a:pt x="118" y="328"/>
                  <a:pt x="118" y="328"/>
                  <a:pt x="118" y="328"/>
                </a:cubicBezTo>
                <a:cubicBezTo>
                  <a:pt x="118" y="414"/>
                  <a:pt x="118" y="414"/>
                  <a:pt x="118" y="414"/>
                </a:cubicBezTo>
                <a:lnTo>
                  <a:pt x="110" y="414"/>
                </a:lnTo>
                <a:close/>
                <a:moveTo>
                  <a:pt x="1" y="448"/>
                </a:moveTo>
                <a:cubicBezTo>
                  <a:pt x="1" y="428"/>
                  <a:pt x="1" y="428"/>
                  <a:pt x="1" y="428"/>
                </a:cubicBezTo>
                <a:cubicBezTo>
                  <a:pt x="118" y="428"/>
                  <a:pt x="118" y="428"/>
                  <a:pt x="118" y="428"/>
                </a:cubicBezTo>
                <a:cubicBezTo>
                  <a:pt x="118" y="448"/>
                  <a:pt x="118" y="448"/>
                  <a:pt x="118" y="448"/>
                </a:cubicBezTo>
                <a:lnTo>
                  <a:pt x="1" y="448"/>
                </a:lnTo>
                <a:close/>
                <a:moveTo>
                  <a:pt x="1" y="539"/>
                </a:moveTo>
                <a:cubicBezTo>
                  <a:pt x="1" y="474"/>
                  <a:pt x="1" y="474"/>
                  <a:pt x="1" y="474"/>
                </a:cubicBezTo>
                <a:cubicBezTo>
                  <a:pt x="118" y="474"/>
                  <a:pt x="118" y="474"/>
                  <a:pt x="118" y="474"/>
                </a:cubicBezTo>
                <a:cubicBezTo>
                  <a:pt x="118" y="537"/>
                  <a:pt x="118" y="537"/>
                  <a:pt x="118" y="537"/>
                </a:cubicBezTo>
                <a:cubicBezTo>
                  <a:pt x="101" y="537"/>
                  <a:pt x="101" y="537"/>
                  <a:pt x="101" y="537"/>
                </a:cubicBezTo>
                <a:cubicBezTo>
                  <a:pt x="102" y="493"/>
                  <a:pt x="102" y="493"/>
                  <a:pt x="102" y="493"/>
                </a:cubicBezTo>
                <a:cubicBezTo>
                  <a:pt x="68" y="493"/>
                  <a:pt x="68" y="493"/>
                  <a:pt x="68" y="493"/>
                </a:cubicBezTo>
                <a:cubicBezTo>
                  <a:pt x="68" y="533"/>
                  <a:pt x="68" y="533"/>
                  <a:pt x="68" y="533"/>
                </a:cubicBezTo>
                <a:cubicBezTo>
                  <a:pt x="52" y="533"/>
                  <a:pt x="52" y="533"/>
                  <a:pt x="52" y="533"/>
                </a:cubicBezTo>
                <a:cubicBezTo>
                  <a:pt x="52" y="493"/>
                  <a:pt x="52" y="493"/>
                  <a:pt x="52" y="493"/>
                </a:cubicBezTo>
                <a:cubicBezTo>
                  <a:pt x="18" y="493"/>
                  <a:pt x="18" y="493"/>
                  <a:pt x="18" y="493"/>
                </a:cubicBezTo>
                <a:cubicBezTo>
                  <a:pt x="18" y="539"/>
                  <a:pt x="18" y="539"/>
                  <a:pt x="18" y="539"/>
                </a:cubicBezTo>
                <a:lnTo>
                  <a:pt x="1" y="539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8" name="Freeform 222">
            <a:extLst>
              <a:ext uri="{FF2B5EF4-FFF2-40B4-BE49-F238E27FC236}">
                <a16:creationId xmlns:a16="http://schemas.microsoft.com/office/drawing/2014/main" id="{D9654F49-63DD-998B-4048-255BB33F0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7236639" y="515826"/>
            <a:ext cx="364768" cy="1361460"/>
          </a:xfrm>
          <a:custGeom>
            <a:avLst/>
            <a:gdLst>
              <a:gd name="T0" fmla="*/ 2 w 120"/>
              <a:gd name="T1" fmla="*/ 105 h 448"/>
              <a:gd name="T2" fmla="*/ 103 w 120"/>
              <a:gd name="T3" fmla="*/ 107 h 448"/>
              <a:gd name="T4" fmla="*/ 91 w 120"/>
              <a:gd name="T5" fmla="*/ 103 h 448"/>
              <a:gd name="T6" fmla="*/ 2 w 120"/>
              <a:gd name="T7" fmla="*/ 56 h 448"/>
              <a:gd name="T8" fmla="*/ 103 w 120"/>
              <a:gd name="T9" fmla="*/ 13 h 448"/>
              <a:gd name="T10" fmla="*/ 80 w 120"/>
              <a:gd name="T11" fmla="*/ 13 h 448"/>
              <a:gd name="T12" fmla="*/ 2 w 120"/>
              <a:gd name="T13" fmla="*/ 0 h 448"/>
              <a:gd name="T14" fmla="*/ 118 w 120"/>
              <a:gd name="T15" fmla="*/ 18 h 448"/>
              <a:gd name="T16" fmla="*/ 23 w 120"/>
              <a:gd name="T17" fmla="*/ 59 h 448"/>
              <a:gd name="T18" fmla="*/ 37 w 120"/>
              <a:gd name="T19" fmla="*/ 65 h 448"/>
              <a:gd name="T20" fmla="*/ 118 w 120"/>
              <a:gd name="T21" fmla="*/ 119 h 448"/>
              <a:gd name="T22" fmla="*/ 2 w 120"/>
              <a:gd name="T23" fmla="*/ 212 h 448"/>
              <a:gd name="T24" fmla="*/ 118 w 120"/>
              <a:gd name="T25" fmla="*/ 150 h 448"/>
              <a:gd name="T26" fmla="*/ 106 w 120"/>
              <a:gd name="T27" fmla="*/ 209 h 448"/>
              <a:gd name="T28" fmla="*/ 67 w 120"/>
              <a:gd name="T29" fmla="*/ 163 h 448"/>
              <a:gd name="T30" fmla="*/ 55 w 120"/>
              <a:gd name="T31" fmla="*/ 206 h 448"/>
              <a:gd name="T32" fmla="*/ 14 w 120"/>
              <a:gd name="T33" fmla="*/ 163 h 448"/>
              <a:gd name="T34" fmla="*/ 2 w 120"/>
              <a:gd name="T35" fmla="*/ 212 h 448"/>
              <a:gd name="T36" fmla="*/ 2 w 120"/>
              <a:gd name="T37" fmla="*/ 248 h 448"/>
              <a:gd name="T38" fmla="*/ 51 w 120"/>
              <a:gd name="T39" fmla="*/ 259 h 448"/>
              <a:gd name="T40" fmla="*/ 47 w 120"/>
              <a:gd name="T41" fmla="*/ 272 h 448"/>
              <a:gd name="T42" fmla="*/ 34 w 120"/>
              <a:gd name="T43" fmla="*/ 282 h 448"/>
              <a:gd name="T44" fmla="*/ 2 w 120"/>
              <a:gd name="T45" fmla="*/ 318 h 448"/>
              <a:gd name="T46" fmla="*/ 43 w 120"/>
              <a:gd name="T47" fmla="*/ 292 h 448"/>
              <a:gd name="T48" fmla="*/ 52 w 120"/>
              <a:gd name="T49" fmla="*/ 284 h 448"/>
              <a:gd name="T50" fmla="*/ 56 w 120"/>
              <a:gd name="T51" fmla="*/ 278 h 448"/>
              <a:gd name="T52" fmla="*/ 67 w 120"/>
              <a:gd name="T53" fmla="*/ 297 h 448"/>
              <a:gd name="T54" fmla="*/ 87 w 120"/>
              <a:gd name="T55" fmla="*/ 304 h 448"/>
              <a:gd name="T56" fmla="*/ 111 w 120"/>
              <a:gd name="T57" fmla="*/ 294 h 448"/>
              <a:gd name="T58" fmla="*/ 118 w 120"/>
              <a:gd name="T59" fmla="*/ 269 h 448"/>
              <a:gd name="T60" fmla="*/ 2 w 120"/>
              <a:gd name="T61" fmla="*/ 234 h 448"/>
              <a:gd name="T62" fmla="*/ 101 w 120"/>
              <a:gd name="T63" fmla="*/ 284 h 448"/>
              <a:gd name="T64" fmla="*/ 77 w 120"/>
              <a:gd name="T65" fmla="*/ 288 h 448"/>
              <a:gd name="T66" fmla="*/ 65 w 120"/>
              <a:gd name="T67" fmla="*/ 276 h 448"/>
              <a:gd name="T68" fmla="*/ 64 w 120"/>
              <a:gd name="T69" fmla="*/ 248 h 448"/>
              <a:gd name="T70" fmla="*/ 106 w 120"/>
              <a:gd name="T71" fmla="*/ 266 h 448"/>
              <a:gd name="T72" fmla="*/ 0 w 120"/>
              <a:gd name="T73" fmla="*/ 379 h 448"/>
              <a:gd name="T74" fmla="*/ 58 w 120"/>
              <a:gd name="T75" fmla="*/ 324 h 448"/>
              <a:gd name="T76" fmla="*/ 120 w 120"/>
              <a:gd name="T77" fmla="*/ 383 h 448"/>
              <a:gd name="T78" fmla="*/ 101 w 120"/>
              <a:gd name="T79" fmla="*/ 411 h 448"/>
              <a:gd name="T80" fmla="*/ 94 w 120"/>
              <a:gd name="T81" fmla="*/ 351 h 448"/>
              <a:gd name="T82" fmla="*/ 25 w 120"/>
              <a:gd name="T83" fmla="*/ 350 h 448"/>
              <a:gd name="T84" fmla="*/ 20 w 120"/>
              <a:gd name="T85" fmla="*/ 411 h 448"/>
              <a:gd name="T86" fmla="*/ 2 w 120"/>
              <a:gd name="T87" fmla="*/ 448 h 448"/>
              <a:gd name="T88" fmla="*/ 118 w 120"/>
              <a:gd name="T89" fmla="*/ 435 h 448"/>
              <a:gd name="T90" fmla="*/ 2 w 120"/>
              <a:gd name="T91" fmla="*/ 448 h 4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20" h="448">
                <a:moveTo>
                  <a:pt x="2" y="119"/>
                </a:moveTo>
                <a:cubicBezTo>
                  <a:pt x="2" y="105"/>
                  <a:pt x="2" y="105"/>
                  <a:pt x="2" y="105"/>
                </a:cubicBezTo>
                <a:cubicBezTo>
                  <a:pt x="80" y="105"/>
                  <a:pt x="80" y="105"/>
                  <a:pt x="80" y="105"/>
                </a:cubicBezTo>
                <a:cubicBezTo>
                  <a:pt x="86" y="105"/>
                  <a:pt x="94" y="106"/>
                  <a:pt x="103" y="107"/>
                </a:cubicBezTo>
                <a:cubicBezTo>
                  <a:pt x="103" y="106"/>
                  <a:pt x="103" y="106"/>
                  <a:pt x="103" y="106"/>
                </a:cubicBezTo>
                <a:cubicBezTo>
                  <a:pt x="97" y="105"/>
                  <a:pt x="94" y="104"/>
                  <a:pt x="91" y="103"/>
                </a:cubicBezTo>
                <a:cubicBezTo>
                  <a:pt x="2" y="63"/>
                  <a:pt x="2" y="63"/>
                  <a:pt x="2" y="63"/>
                </a:cubicBezTo>
                <a:cubicBezTo>
                  <a:pt x="2" y="56"/>
                  <a:pt x="2" y="56"/>
                  <a:pt x="2" y="56"/>
                </a:cubicBezTo>
                <a:cubicBezTo>
                  <a:pt x="91" y="16"/>
                  <a:pt x="91" y="16"/>
                  <a:pt x="91" y="16"/>
                </a:cubicBezTo>
                <a:cubicBezTo>
                  <a:pt x="93" y="15"/>
                  <a:pt x="97" y="14"/>
                  <a:pt x="103" y="13"/>
                </a:cubicBezTo>
                <a:cubicBezTo>
                  <a:pt x="103" y="12"/>
                  <a:pt x="103" y="12"/>
                  <a:pt x="103" y="12"/>
                </a:cubicBezTo>
                <a:cubicBezTo>
                  <a:pt x="98" y="13"/>
                  <a:pt x="90" y="13"/>
                  <a:pt x="80" y="13"/>
                </a:cubicBezTo>
                <a:cubicBezTo>
                  <a:pt x="2" y="13"/>
                  <a:pt x="2" y="13"/>
                  <a:pt x="2" y="13"/>
                </a:cubicBezTo>
                <a:cubicBezTo>
                  <a:pt x="2" y="0"/>
                  <a:pt x="2" y="0"/>
                  <a:pt x="2" y="0"/>
                </a:cubicBezTo>
                <a:cubicBezTo>
                  <a:pt x="118" y="0"/>
                  <a:pt x="118" y="0"/>
                  <a:pt x="118" y="0"/>
                </a:cubicBezTo>
                <a:cubicBezTo>
                  <a:pt x="118" y="18"/>
                  <a:pt x="118" y="18"/>
                  <a:pt x="118" y="18"/>
                </a:cubicBezTo>
                <a:cubicBezTo>
                  <a:pt x="37" y="54"/>
                  <a:pt x="37" y="54"/>
                  <a:pt x="37" y="54"/>
                </a:cubicBezTo>
                <a:cubicBezTo>
                  <a:pt x="31" y="57"/>
                  <a:pt x="26" y="58"/>
                  <a:pt x="23" y="59"/>
                </a:cubicBezTo>
                <a:cubicBezTo>
                  <a:pt x="23" y="60"/>
                  <a:pt x="23" y="60"/>
                  <a:pt x="23" y="60"/>
                </a:cubicBezTo>
                <a:cubicBezTo>
                  <a:pt x="29" y="62"/>
                  <a:pt x="34" y="64"/>
                  <a:pt x="37" y="65"/>
                </a:cubicBezTo>
                <a:cubicBezTo>
                  <a:pt x="118" y="102"/>
                  <a:pt x="118" y="102"/>
                  <a:pt x="118" y="102"/>
                </a:cubicBezTo>
                <a:cubicBezTo>
                  <a:pt x="118" y="119"/>
                  <a:pt x="118" y="119"/>
                  <a:pt x="118" y="119"/>
                </a:cubicBezTo>
                <a:lnTo>
                  <a:pt x="2" y="119"/>
                </a:lnTo>
                <a:close/>
                <a:moveTo>
                  <a:pt x="2" y="212"/>
                </a:moveTo>
                <a:cubicBezTo>
                  <a:pt x="2" y="150"/>
                  <a:pt x="2" y="150"/>
                  <a:pt x="2" y="150"/>
                </a:cubicBezTo>
                <a:cubicBezTo>
                  <a:pt x="118" y="150"/>
                  <a:pt x="118" y="150"/>
                  <a:pt x="118" y="150"/>
                </a:cubicBezTo>
                <a:cubicBezTo>
                  <a:pt x="118" y="209"/>
                  <a:pt x="118" y="209"/>
                  <a:pt x="118" y="209"/>
                </a:cubicBezTo>
                <a:cubicBezTo>
                  <a:pt x="106" y="209"/>
                  <a:pt x="106" y="209"/>
                  <a:pt x="106" y="209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67" y="163"/>
                  <a:pt x="67" y="163"/>
                  <a:pt x="67" y="163"/>
                </a:cubicBezTo>
                <a:cubicBezTo>
                  <a:pt x="67" y="206"/>
                  <a:pt x="67" y="206"/>
                  <a:pt x="67" y="206"/>
                </a:cubicBezTo>
                <a:cubicBezTo>
                  <a:pt x="55" y="206"/>
                  <a:pt x="55" y="206"/>
                  <a:pt x="55" y="206"/>
                </a:cubicBezTo>
                <a:cubicBezTo>
                  <a:pt x="55" y="163"/>
                  <a:pt x="55" y="163"/>
                  <a:pt x="55" y="163"/>
                </a:cubicBezTo>
                <a:cubicBezTo>
                  <a:pt x="14" y="163"/>
                  <a:pt x="14" y="163"/>
                  <a:pt x="14" y="163"/>
                </a:cubicBezTo>
                <a:cubicBezTo>
                  <a:pt x="14" y="212"/>
                  <a:pt x="14" y="212"/>
                  <a:pt x="14" y="212"/>
                </a:cubicBezTo>
                <a:lnTo>
                  <a:pt x="2" y="212"/>
                </a:lnTo>
                <a:close/>
                <a:moveTo>
                  <a:pt x="2" y="234"/>
                </a:moveTo>
                <a:cubicBezTo>
                  <a:pt x="2" y="248"/>
                  <a:pt x="2" y="248"/>
                  <a:pt x="2" y="248"/>
                </a:cubicBezTo>
                <a:cubicBezTo>
                  <a:pt x="51" y="248"/>
                  <a:pt x="51" y="248"/>
                  <a:pt x="51" y="248"/>
                </a:cubicBezTo>
                <a:cubicBezTo>
                  <a:pt x="51" y="259"/>
                  <a:pt x="51" y="259"/>
                  <a:pt x="51" y="259"/>
                </a:cubicBezTo>
                <a:cubicBezTo>
                  <a:pt x="51" y="261"/>
                  <a:pt x="51" y="264"/>
                  <a:pt x="50" y="266"/>
                </a:cubicBezTo>
                <a:cubicBezTo>
                  <a:pt x="50" y="268"/>
                  <a:pt x="49" y="270"/>
                  <a:pt x="47" y="272"/>
                </a:cubicBezTo>
                <a:cubicBezTo>
                  <a:pt x="46" y="273"/>
                  <a:pt x="44" y="275"/>
                  <a:pt x="42" y="277"/>
                </a:cubicBezTo>
                <a:cubicBezTo>
                  <a:pt x="40" y="278"/>
                  <a:pt x="37" y="280"/>
                  <a:pt x="34" y="282"/>
                </a:cubicBezTo>
                <a:cubicBezTo>
                  <a:pt x="2" y="301"/>
                  <a:pt x="2" y="301"/>
                  <a:pt x="2" y="301"/>
                </a:cubicBezTo>
                <a:cubicBezTo>
                  <a:pt x="2" y="318"/>
                  <a:pt x="2" y="318"/>
                  <a:pt x="2" y="318"/>
                </a:cubicBezTo>
                <a:cubicBezTo>
                  <a:pt x="37" y="296"/>
                  <a:pt x="37" y="296"/>
                  <a:pt x="37" y="296"/>
                </a:cubicBezTo>
                <a:cubicBezTo>
                  <a:pt x="39" y="294"/>
                  <a:pt x="41" y="293"/>
                  <a:pt x="43" y="292"/>
                </a:cubicBezTo>
                <a:cubicBezTo>
                  <a:pt x="45" y="290"/>
                  <a:pt x="47" y="289"/>
                  <a:pt x="49" y="288"/>
                </a:cubicBezTo>
                <a:cubicBezTo>
                  <a:pt x="50" y="286"/>
                  <a:pt x="51" y="285"/>
                  <a:pt x="52" y="284"/>
                </a:cubicBezTo>
                <a:cubicBezTo>
                  <a:pt x="54" y="282"/>
                  <a:pt x="55" y="280"/>
                  <a:pt x="55" y="278"/>
                </a:cubicBezTo>
                <a:cubicBezTo>
                  <a:pt x="56" y="278"/>
                  <a:pt x="56" y="278"/>
                  <a:pt x="56" y="278"/>
                </a:cubicBezTo>
                <a:cubicBezTo>
                  <a:pt x="57" y="282"/>
                  <a:pt x="58" y="286"/>
                  <a:pt x="60" y="289"/>
                </a:cubicBezTo>
                <a:cubicBezTo>
                  <a:pt x="62" y="292"/>
                  <a:pt x="64" y="295"/>
                  <a:pt x="67" y="297"/>
                </a:cubicBezTo>
                <a:cubicBezTo>
                  <a:pt x="70" y="300"/>
                  <a:pt x="73" y="301"/>
                  <a:pt x="76" y="303"/>
                </a:cubicBezTo>
                <a:cubicBezTo>
                  <a:pt x="79" y="304"/>
                  <a:pt x="83" y="304"/>
                  <a:pt x="87" y="304"/>
                </a:cubicBezTo>
                <a:cubicBezTo>
                  <a:pt x="92" y="304"/>
                  <a:pt x="97" y="303"/>
                  <a:pt x="101" y="302"/>
                </a:cubicBezTo>
                <a:cubicBezTo>
                  <a:pt x="105" y="300"/>
                  <a:pt x="108" y="297"/>
                  <a:pt x="111" y="294"/>
                </a:cubicBezTo>
                <a:cubicBezTo>
                  <a:pt x="113" y="291"/>
                  <a:pt x="115" y="287"/>
                  <a:pt x="116" y="283"/>
                </a:cubicBezTo>
                <a:cubicBezTo>
                  <a:pt x="118" y="279"/>
                  <a:pt x="118" y="274"/>
                  <a:pt x="118" y="269"/>
                </a:cubicBezTo>
                <a:cubicBezTo>
                  <a:pt x="118" y="234"/>
                  <a:pt x="118" y="234"/>
                  <a:pt x="118" y="234"/>
                </a:cubicBezTo>
                <a:lnTo>
                  <a:pt x="2" y="234"/>
                </a:lnTo>
                <a:close/>
                <a:moveTo>
                  <a:pt x="106" y="266"/>
                </a:moveTo>
                <a:cubicBezTo>
                  <a:pt x="106" y="274"/>
                  <a:pt x="104" y="280"/>
                  <a:pt x="101" y="284"/>
                </a:cubicBezTo>
                <a:cubicBezTo>
                  <a:pt x="97" y="288"/>
                  <a:pt x="92" y="290"/>
                  <a:pt x="86" y="290"/>
                </a:cubicBezTo>
                <a:cubicBezTo>
                  <a:pt x="83" y="290"/>
                  <a:pt x="79" y="289"/>
                  <a:pt x="77" y="288"/>
                </a:cubicBezTo>
                <a:cubicBezTo>
                  <a:pt x="74" y="287"/>
                  <a:pt x="71" y="285"/>
                  <a:pt x="70" y="283"/>
                </a:cubicBezTo>
                <a:cubicBezTo>
                  <a:pt x="68" y="281"/>
                  <a:pt x="66" y="279"/>
                  <a:pt x="65" y="276"/>
                </a:cubicBezTo>
                <a:cubicBezTo>
                  <a:pt x="64" y="273"/>
                  <a:pt x="64" y="270"/>
                  <a:pt x="64" y="266"/>
                </a:cubicBezTo>
                <a:cubicBezTo>
                  <a:pt x="64" y="248"/>
                  <a:pt x="64" y="248"/>
                  <a:pt x="64" y="248"/>
                </a:cubicBezTo>
                <a:cubicBezTo>
                  <a:pt x="106" y="248"/>
                  <a:pt x="106" y="248"/>
                  <a:pt x="106" y="248"/>
                </a:cubicBezTo>
                <a:lnTo>
                  <a:pt x="106" y="266"/>
                </a:lnTo>
                <a:close/>
                <a:moveTo>
                  <a:pt x="6" y="411"/>
                </a:moveTo>
                <a:cubicBezTo>
                  <a:pt x="2" y="402"/>
                  <a:pt x="0" y="391"/>
                  <a:pt x="0" y="379"/>
                </a:cubicBezTo>
                <a:cubicBezTo>
                  <a:pt x="0" y="362"/>
                  <a:pt x="5" y="349"/>
                  <a:pt x="16" y="339"/>
                </a:cubicBezTo>
                <a:cubicBezTo>
                  <a:pt x="26" y="329"/>
                  <a:pt x="40" y="324"/>
                  <a:pt x="58" y="324"/>
                </a:cubicBezTo>
                <a:cubicBezTo>
                  <a:pt x="76" y="324"/>
                  <a:pt x="91" y="329"/>
                  <a:pt x="103" y="341"/>
                </a:cubicBezTo>
                <a:cubicBezTo>
                  <a:pt x="115" y="352"/>
                  <a:pt x="120" y="366"/>
                  <a:pt x="120" y="383"/>
                </a:cubicBezTo>
                <a:cubicBezTo>
                  <a:pt x="120" y="394"/>
                  <a:pt x="119" y="404"/>
                  <a:pt x="115" y="411"/>
                </a:cubicBezTo>
                <a:cubicBezTo>
                  <a:pt x="101" y="411"/>
                  <a:pt x="101" y="411"/>
                  <a:pt x="101" y="411"/>
                </a:cubicBezTo>
                <a:cubicBezTo>
                  <a:pt x="106" y="403"/>
                  <a:pt x="108" y="393"/>
                  <a:pt x="108" y="383"/>
                </a:cubicBezTo>
                <a:cubicBezTo>
                  <a:pt x="108" y="370"/>
                  <a:pt x="103" y="359"/>
                  <a:pt x="94" y="351"/>
                </a:cubicBezTo>
                <a:cubicBezTo>
                  <a:pt x="85" y="342"/>
                  <a:pt x="74" y="338"/>
                  <a:pt x="59" y="338"/>
                </a:cubicBezTo>
                <a:cubicBezTo>
                  <a:pt x="44" y="338"/>
                  <a:pt x="33" y="342"/>
                  <a:pt x="25" y="350"/>
                </a:cubicBezTo>
                <a:cubicBezTo>
                  <a:pt x="16" y="358"/>
                  <a:pt x="12" y="368"/>
                  <a:pt x="12" y="380"/>
                </a:cubicBezTo>
                <a:cubicBezTo>
                  <a:pt x="12" y="392"/>
                  <a:pt x="14" y="402"/>
                  <a:pt x="20" y="411"/>
                </a:cubicBezTo>
                <a:lnTo>
                  <a:pt x="6" y="411"/>
                </a:lnTo>
                <a:close/>
                <a:moveTo>
                  <a:pt x="2" y="448"/>
                </a:moveTo>
                <a:cubicBezTo>
                  <a:pt x="2" y="435"/>
                  <a:pt x="2" y="435"/>
                  <a:pt x="2" y="435"/>
                </a:cubicBezTo>
                <a:cubicBezTo>
                  <a:pt x="118" y="435"/>
                  <a:pt x="118" y="435"/>
                  <a:pt x="118" y="435"/>
                </a:cubicBezTo>
                <a:cubicBezTo>
                  <a:pt x="118" y="448"/>
                  <a:pt x="118" y="448"/>
                  <a:pt x="118" y="448"/>
                </a:cubicBezTo>
                <a:lnTo>
                  <a:pt x="2" y="448"/>
                </a:lnTo>
                <a:close/>
              </a:path>
            </a:pathLst>
          </a:custGeom>
          <a:solidFill>
            <a:srgbClr val="0078D7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9" name="Freeform 223">
            <a:extLst>
              <a:ext uri="{FF2B5EF4-FFF2-40B4-BE49-F238E27FC236}">
                <a16:creationId xmlns:a16="http://schemas.microsoft.com/office/drawing/2014/main" id="{7C773D11-4997-6918-1959-2046F23F5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342543" y="2084253"/>
            <a:ext cx="2423656" cy="477795"/>
          </a:xfrm>
          <a:custGeom>
            <a:avLst/>
            <a:gdLst>
              <a:gd name="T0" fmla="*/ 69 w 798"/>
              <a:gd name="T1" fmla="*/ 157 h 157"/>
              <a:gd name="T2" fmla="*/ 0 w 798"/>
              <a:gd name="T3" fmla="*/ 81 h 157"/>
              <a:gd name="T4" fmla="*/ 75 w 798"/>
              <a:gd name="T5" fmla="*/ 0 h 157"/>
              <a:gd name="T6" fmla="*/ 114 w 798"/>
              <a:gd name="T7" fmla="*/ 20 h 157"/>
              <a:gd name="T8" fmla="*/ 28 w 798"/>
              <a:gd name="T9" fmla="*/ 29 h 157"/>
              <a:gd name="T10" fmla="*/ 27 w 798"/>
              <a:gd name="T11" fmla="*/ 129 h 157"/>
              <a:gd name="T12" fmla="*/ 107 w 798"/>
              <a:gd name="T13" fmla="*/ 139 h 157"/>
              <a:gd name="T14" fmla="*/ 71 w 798"/>
              <a:gd name="T15" fmla="*/ 89 h 157"/>
              <a:gd name="T16" fmla="*/ 117 w 798"/>
              <a:gd name="T17" fmla="*/ 79 h 157"/>
              <a:gd name="T18" fmla="*/ 219 w 798"/>
              <a:gd name="T19" fmla="*/ 106 h 157"/>
              <a:gd name="T20" fmla="*/ 201 w 798"/>
              <a:gd name="T21" fmla="*/ 84 h 157"/>
              <a:gd name="T22" fmla="*/ 237 w 798"/>
              <a:gd name="T23" fmla="*/ 42 h 157"/>
              <a:gd name="T24" fmla="*/ 194 w 798"/>
              <a:gd name="T25" fmla="*/ 3 h 157"/>
              <a:gd name="T26" fmla="*/ 152 w 798"/>
              <a:gd name="T27" fmla="*/ 154 h 157"/>
              <a:gd name="T28" fmla="*/ 162 w 798"/>
              <a:gd name="T29" fmla="*/ 87 h 157"/>
              <a:gd name="T30" fmla="*/ 197 w 798"/>
              <a:gd name="T31" fmla="*/ 92 h 157"/>
              <a:gd name="T32" fmla="*/ 230 w 798"/>
              <a:gd name="T33" fmla="*/ 154 h 157"/>
              <a:gd name="T34" fmla="*/ 219 w 798"/>
              <a:gd name="T35" fmla="*/ 106 h 157"/>
              <a:gd name="T36" fmla="*/ 162 w 798"/>
              <a:gd name="T37" fmla="*/ 77 h 157"/>
              <a:gd name="T38" fmla="*/ 191 w 798"/>
              <a:gd name="T39" fmla="*/ 13 h 157"/>
              <a:gd name="T40" fmla="*/ 226 w 798"/>
              <a:gd name="T41" fmla="*/ 43 h 157"/>
              <a:gd name="T42" fmla="*/ 189 w 798"/>
              <a:gd name="T43" fmla="*/ 77 h 157"/>
              <a:gd name="T44" fmla="*/ 316 w 798"/>
              <a:gd name="T45" fmla="*/ 3 h 157"/>
              <a:gd name="T46" fmla="*/ 270 w 798"/>
              <a:gd name="T47" fmla="*/ 154 h 157"/>
              <a:gd name="T48" fmla="*/ 353 w 798"/>
              <a:gd name="T49" fmla="*/ 107 h 157"/>
              <a:gd name="T50" fmla="*/ 382 w 798"/>
              <a:gd name="T51" fmla="*/ 154 h 157"/>
              <a:gd name="T52" fmla="*/ 291 w 798"/>
              <a:gd name="T53" fmla="*/ 98 h 157"/>
              <a:gd name="T54" fmla="*/ 320 w 798"/>
              <a:gd name="T55" fmla="*/ 16 h 157"/>
              <a:gd name="T56" fmla="*/ 322 w 798"/>
              <a:gd name="T57" fmla="*/ 21 h 157"/>
              <a:gd name="T58" fmla="*/ 350 w 798"/>
              <a:gd name="T59" fmla="*/ 98 h 157"/>
              <a:gd name="T60" fmla="*/ 504 w 798"/>
              <a:gd name="T61" fmla="*/ 149 h 157"/>
              <a:gd name="T62" fmla="*/ 415 w 798"/>
              <a:gd name="T63" fmla="*/ 136 h 157"/>
              <a:gd name="T64" fmla="*/ 417 w 798"/>
              <a:gd name="T65" fmla="*/ 23 h 157"/>
              <a:gd name="T66" fmla="*/ 504 w 798"/>
              <a:gd name="T67" fmla="*/ 6 h 157"/>
              <a:gd name="T68" fmla="*/ 471 w 798"/>
              <a:gd name="T69" fmla="*/ 10 h 157"/>
              <a:gd name="T70" fmla="*/ 407 w 798"/>
              <a:gd name="T71" fmla="*/ 81 h 157"/>
              <a:gd name="T72" fmla="*/ 467 w 798"/>
              <a:gd name="T73" fmla="*/ 147 h 157"/>
              <a:gd name="T74" fmla="*/ 504 w 798"/>
              <a:gd name="T75" fmla="*/ 149 h 157"/>
              <a:gd name="T76" fmla="*/ 538 w 798"/>
              <a:gd name="T77" fmla="*/ 3 h 157"/>
              <a:gd name="T78" fmla="*/ 548 w 798"/>
              <a:gd name="T79" fmla="*/ 154 h 157"/>
              <a:gd name="T80" fmla="*/ 641 w 798"/>
              <a:gd name="T81" fmla="*/ 3 h 157"/>
              <a:gd name="T82" fmla="*/ 574 w 798"/>
              <a:gd name="T83" fmla="*/ 154 h 157"/>
              <a:gd name="T84" fmla="*/ 603 w 798"/>
              <a:gd name="T85" fmla="*/ 107 h 157"/>
              <a:gd name="T86" fmla="*/ 686 w 798"/>
              <a:gd name="T87" fmla="*/ 154 h 157"/>
              <a:gd name="T88" fmla="*/ 641 w 798"/>
              <a:gd name="T89" fmla="*/ 3 h 157"/>
              <a:gd name="T90" fmla="*/ 632 w 798"/>
              <a:gd name="T91" fmla="*/ 27 h 157"/>
              <a:gd name="T92" fmla="*/ 636 w 798"/>
              <a:gd name="T93" fmla="*/ 16 h 157"/>
              <a:gd name="T94" fmla="*/ 639 w 798"/>
              <a:gd name="T95" fmla="*/ 28 h 157"/>
              <a:gd name="T96" fmla="*/ 607 w 798"/>
              <a:gd name="T97" fmla="*/ 98 h 157"/>
              <a:gd name="T98" fmla="*/ 719 w 798"/>
              <a:gd name="T99" fmla="*/ 137 h 157"/>
              <a:gd name="T100" fmla="*/ 778 w 798"/>
              <a:gd name="T101" fmla="*/ 140 h 157"/>
              <a:gd name="T102" fmla="*/ 781 w 798"/>
              <a:gd name="T103" fmla="*/ 101 h 157"/>
              <a:gd name="T104" fmla="*/ 725 w 798"/>
              <a:gd name="T105" fmla="*/ 60 h 157"/>
              <a:gd name="T106" fmla="*/ 732 w 798"/>
              <a:gd name="T107" fmla="*/ 12 h 157"/>
              <a:gd name="T108" fmla="*/ 792 w 798"/>
              <a:gd name="T109" fmla="*/ 5 h 157"/>
              <a:gd name="T110" fmla="*/ 764 w 798"/>
              <a:gd name="T111" fmla="*/ 10 h 157"/>
              <a:gd name="T112" fmla="*/ 730 w 798"/>
              <a:gd name="T113" fmla="*/ 38 h 157"/>
              <a:gd name="T114" fmla="*/ 763 w 798"/>
              <a:gd name="T115" fmla="*/ 75 h 157"/>
              <a:gd name="T116" fmla="*/ 798 w 798"/>
              <a:gd name="T117" fmla="*/ 118 h 157"/>
              <a:gd name="T118" fmla="*/ 752 w 798"/>
              <a:gd name="T119" fmla="*/ 157 h 157"/>
              <a:gd name="T120" fmla="*/ 719 w 798"/>
              <a:gd name="T121" fmla="*/ 149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798" h="157">
                <a:moveTo>
                  <a:pt x="117" y="144"/>
                </a:moveTo>
                <a:cubicBezTo>
                  <a:pt x="101" y="153"/>
                  <a:pt x="85" y="157"/>
                  <a:pt x="69" y="157"/>
                </a:cubicBezTo>
                <a:cubicBezTo>
                  <a:pt x="48" y="157"/>
                  <a:pt x="32" y="150"/>
                  <a:pt x="19" y="136"/>
                </a:cubicBezTo>
                <a:cubicBezTo>
                  <a:pt x="6" y="122"/>
                  <a:pt x="0" y="104"/>
                  <a:pt x="0" y="81"/>
                </a:cubicBezTo>
                <a:cubicBezTo>
                  <a:pt x="0" y="58"/>
                  <a:pt x="7" y="39"/>
                  <a:pt x="20" y="23"/>
                </a:cubicBezTo>
                <a:cubicBezTo>
                  <a:pt x="34" y="8"/>
                  <a:pt x="52" y="0"/>
                  <a:pt x="75" y="0"/>
                </a:cubicBezTo>
                <a:cubicBezTo>
                  <a:pt x="89" y="0"/>
                  <a:pt x="101" y="3"/>
                  <a:pt x="114" y="8"/>
                </a:cubicBezTo>
                <a:cubicBezTo>
                  <a:pt x="114" y="20"/>
                  <a:pt x="114" y="20"/>
                  <a:pt x="114" y="20"/>
                </a:cubicBezTo>
                <a:cubicBezTo>
                  <a:pt x="100" y="13"/>
                  <a:pt x="87" y="10"/>
                  <a:pt x="74" y="10"/>
                </a:cubicBezTo>
                <a:cubicBezTo>
                  <a:pt x="55" y="10"/>
                  <a:pt x="39" y="16"/>
                  <a:pt x="28" y="29"/>
                </a:cubicBezTo>
                <a:cubicBezTo>
                  <a:pt x="16" y="43"/>
                  <a:pt x="10" y="59"/>
                  <a:pt x="10" y="79"/>
                </a:cubicBezTo>
                <a:cubicBezTo>
                  <a:pt x="10" y="101"/>
                  <a:pt x="16" y="117"/>
                  <a:pt x="27" y="129"/>
                </a:cubicBezTo>
                <a:cubicBezTo>
                  <a:pt x="38" y="141"/>
                  <a:pt x="52" y="147"/>
                  <a:pt x="71" y="147"/>
                </a:cubicBezTo>
                <a:cubicBezTo>
                  <a:pt x="84" y="147"/>
                  <a:pt x="96" y="144"/>
                  <a:pt x="107" y="139"/>
                </a:cubicBezTo>
                <a:cubicBezTo>
                  <a:pt x="107" y="89"/>
                  <a:pt x="107" y="89"/>
                  <a:pt x="107" y="89"/>
                </a:cubicBezTo>
                <a:cubicBezTo>
                  <a:pt x="71" y="89"/>
                  <a:pt x="71" y="89"/>
                  <a:pt x="71" y="89"/>
                </a:cubicBezTo>
                <a:cubicBezTo>
                  <a:pt x="71" y="79"/>
                  <a:pt x="71" y="79"/>
                  <a:pt x="71" y="79"/>
                </a:cubicBezTo>
                <a:cubicBezTo>
                  <a:pt x="117" y="79"/>
                  <a:pt x="117" y="79"/>
                  <a:pt x="117" y="79"/>
                </a:cubicBezTo>
                <a:lnTo>
                  <a:pt x="117" y="144"/>
                </a:lnTo>
                <a:close/>
                <a:moveTo>
                  <a:pt x="219" y="106"/>
                </a:moveTo>
                <a:cubicBezTo>
                  <a:pt x="213" y="94"/>
                  <a:pt x="207" y="87"/>
                  <a:pt x="201" y="84"/>
                </a:cubicBezTo>
                <a:cubicBezTo>
                  <a:pt x="201" y="84"/>
                  <a:pt x="201" y="84"/>
                  <a:pt x="201" y="84"/>
                </a:cubicBezTo>
                <a:cubicBezTo>
                  <a:pt x="213" y="82"/>
                  <a:pt x="221" y="77"/>
                  <a:pt x="228" y="70"/>
                </a:cubicBezTo>
                <a:cubicBezTo>
                  <a:pt x="234" y="62"/>
                  <a:pt x="237" y="53"/>
                  <a:pt x="237" y="42"/>
                </a:cubicBezTo>
                <a:cubicBezTo>
                  <a:pt x="237" y="31"/>
                  <a:pt x="233" y="21"/>
                  <a:pt x="226" y="14"/>
                </a:cubicBezTo>
                <a:cubicBezTo>
                  <a:pt x="218" y="7"/>
                  <a:pt x="207" y="3"/>
                  <a:pt x="194" y="3"/>
                </a:cubicBezTo>
                <a:cubicBezTo>
                  <a:pt x="152" y="3"/>
                  <a:pt x="152" y="3"/>
                  <a:pt x="152" y="3"/>
                </a:cubicBezTo>
                <a:cubicBezTo>
                  <a:pt x="152" y="154"/>
                  <a:pt x="152" y="154"/>
                  <a:pt x="152" y="154"/>
                </a:cubicBezTo>
                <a:cubicBezTo>
                  <a:pt x="162" y="154"/>
                  <a:pt x="162" y="154"/>
                  <a:pt x="162" y="154"/>
                </a:cubicBezTo>
                <a:cubicBezTo>
                  <a:pt x="162" y="87"/>
                  <a:pt x="162" y="87"/>
                  <a:pt x="162" y="87"/>
                </a:cubicBezTo>
                <a:cubicBezTo>
                  <a:pt x="181" y="87"/>
                  <a:pt x="181" y="87"/>
                  <a:pt x="181" y="87"/>
                </a:cubicBezTo>
                <a:cubicBezTo>
                  <a:pt x="188" y="87"/>
                  <a:pt x="193" y="88"/>
                  <a:pt x="197" y="92"/>
                </a:cubicBezTo>
                <a:cubicBezTo>
                  <a:pt x="201" y="95"/>
                  <a:pt x="205" y="101"/>
                  <a:pt x="209" y="110"/>
                </a:cubicBezTo>
                <a:cubicBezTo>
                  <a:pt x="230" y="154"/>
                  <a:pt x="230" y="154"/>
                  <a:pt x="230" y="154"/>
                </a:cubicBezTo>
                <a:cubicBezTo>
                  <a:pt x="241" y="154"/>
                  <a:pt x="241" y="154"/>
                  <a:pt x="241" y="154"/>
                </a:cubicBezTo>
                <a:lnTo>
                  <a:pt x="219" y="106"/>
                </a:lnTo>
                <a:close/>
                <a:moveTo>
                  <a:pt x="189" y="77"/>
                </a:moveTo>
                <a:cubicBezTo>
                  <a:pt x="162" y="77"/>
                  <a:pt x="162" y="77"/>
                  <a:pt x="162" y="77"/>
                </a:cubicBezTo>
                <a:cubicBezTo>
                  <a:pt x="162" y="13"/>
                  <a:pt x="162" y="13"/>
                  <a:pt x="162" y="13"/>
                </a:cubicBezTo>
                <a:cubicBezTo>
                  <a:pt x="191" y="13"/>
                  <a:pt x="191" y="13"/>
                  <a:pt x="191" y="13"/>
                </a:cubicBezTo>
                <a:cubicBezTo>
                  <a:pt x="202" y="13"/>
                  <a:pt x="211" y="15"/>
                  <a:pt x="217" y="21"/>
                </a:cubicBezTo>
                <a:cubicBezTo>
                  <a:pt x="223" y="26"/>
                  <a:pt x="226" y="34"/>
                  <a:pt x="226" y="43"/>
                </a:cubicBezTo>
                <a:cubicBezTo>
                  <a:pt x="226" y="54"/>
                  <a:pt x="223" y="62"/>
                  <a:pt x="216" y="68"/>
                </a:cubicBezTo>
                <a:cubicBezTo>
                  <a:pt x="209" y="74"/>
                  <a:pt x="200" y="77"/>
                  <a:pt x="189" y="77"/>
                </a:cubicBezTo>
                <a:close/>
                <a:moveTo>
                  <a:pt x="326" y="3"/>
                </a:moveTo>
                <a:cubicBezTo>
                  <a:pt x="316" y="3"/>
                  <a:pt x="316" y="3"/>
                  <a:pt x="316" y="3"/>
                </a:cubicBezTo>
                <a:cubicBezTo>
                  <a:pt x="259" y="154"/>
                  <a:pt x="259" y="154"/>
                  <a:pt x="259" y="154"/>
                </a:cubicBezTo>
                <a:cubicBezTo>
                  <a:pt x="270" y="154"/>
                  <a:pt x="270" y="154"/>
                  <a:pt x="270" y="154"/>
                </a:cubicBezTo>
                <a:cubicBezTo>
                  <a:pt x="288" y="107"/>
                  <a:pt x="288" y="107"/>
                  <a:pt x="288" y="107"/>
                </a:cubicBezTo>
                <a:cubicBezTo>
                  <a:pt x="353" y="107"/>
                  <a:pt x="353" y="107"/>
                  <a:pt x="353" y="107"/>
                </a:cubicBezTo>
                <a:cubicBezTo>
                  <a:pt x="371" y="154"/>
                  <a:pt x="371" y="154"/>
                  <a:pt x="371" y="154"/>
                </a:cubicBezTo>
                <a:cubicBezTo>
                  <a:pt x="382" y="154"/>
                  <a:pt x="382" y="154"/>
                  <a:pt x="382" y="154"/>
                </a:cubicBezTo>
                <a:lnTo>
                  <a:pt x="326" y="3"/>
                </a:lnTo>
                <a:close/>
                <a:moveTo>
                  <a:pt x="291" y="98"/>
                </a:moveTo>
                <a:cubicBezTo>
                  <a:pt x="317" y="27"/>
                  <a:pt x="317" y="27"/>
                  <a:pt x="317" y="27"/>
                </a:cubicBezTo>
                <a:cubicBezTo>
                  <a:pt x="318" y="25"/>
                  <a:pt x="319" y="21"/>
                  <a:pt x="320" y="16"/>
                </a:cubicBezTo>
                <a:cubicBezTo>
                  <a:pt x="321" y="16"/>
                  <a:pt x="321" y="16"/>
                  <a:pt x="321" y="16"/>
                </a:cubicBezTo>
                <a:cubicBezTo>
                  <a:pt x="321" y="18"/>
                  <a:pt x="322" y="20"/>
                  <a:pt x="322" y="21"/>
                </a:cubicBezTo>
                <a:cubicBezTo>
                  <a:pt x="323" y="23"/>
                  <a:pt x="323" y="26"/>
                  <a:pt x="324" y="28"/>
                </a:cubicBezTo>
                <a:cubicBezTo>
                  <a:pt x="350" y="98"/>
                  <a:pt x="350" y="98"/>
                  <a:pt x="350" y="98"/>
                </a:cubicBezTo>
                <a:lnTo>
                  <a:pt x="291" y="98"/>
                </a:lnTo>
                <a:close/>
                <a:moveTo>
                  <a:pt x="504" y="149"/>
                </a:moveTo>
                <a:cubicBezTo>
                  <a:pt x="492" y="154"/>
                  <a:pt x="479" y="157"/>
                  <a:pt x="466" y="157"/>
                </a:cubicBezTo>
                <a:cubicBezTo>
                  <a:pt x="445" y="157"/>
                  <a:pt x="428" y="150"/>
                  <a:pt x="415" y="136"/>
                </a:cubicBezTo>
                <a:cubicBezTo>
                  <a:pt x="402" y="122"/>
                  <a:pt x="396" y="104"/>
                  <a:pt x="396" y="82"/>
                </a:cubicBezTo>
                <a:cubicBezTo>
                  <a:pt x="396" y="57"/>
                  <a:pt x="403" y="37"/>
                  <a:pt x="417" y="23"/>
                </a:cubicBezTo>
                <a:cubicBezTo>
                  <a:pt x="431" y="8"/>
                  <a:pt x="449" y="0"/>
                  <a:pt x="471" y="0"/>
                </a:cubicBezTo>
                <a:cubicBezTo>
                  <a:pt x="483" y="0"/>
                  <a:pt x="494" y="2"/>
                  <a:pt x="504" y="6"/>
                </a:cubicBezTo>
                <a:cubicBezTo>
                  <a:pt x="504" y="17"/>
                  <a:pt x="504" y="17"/>
                  <a:pt x="504" y="17"/>
                </a:cubicBezTo>
                <a:cubicBezTo>
                  <a:pt x="494" y="12"/>
                  <a:pt x="482" y="10"/>
                  <a:pt x="471" y="10"/>
                </a:cubicBezTo>
                <a:cubicBezTo>
                  <a:pt x="452" y="10"/>
                  <a:pt x="436" y="16"/>
                  <a:pt x="424" y="29"/>
                </a:cubicBezTo>
                <a:cubicBezTo>
                  <a:pt x="412" y="42"/>
                  <a:pt x="407" y="59"/>
                  <a:pt x="407" y="81"/>
                </a:cubicBezTo>
                <a:cubicBezTo>
                  <a:pt x="407" y="101"/>
                  <a:pt x="412" y="118"/>
                  <a:pt x="424" y="130"/>
                </a:cubicBezTo>
                <a:cubicBezTo>
                  <a:pt x="435" y="141"/>
                  <a:pt x="449" y="147"/>
                  <a:pt x="467" y="147"/>
                </a:cubicBezTo>
                <a:cubicBezTo>
                  <a:pt x="481" y="147"/>
                  <a:pt x="493" y="145"/>
                  <a:pt x="504" y="139"/>
                </a:cubicBezTo>
                <a:lnTo>
                  <a:pt x="504" y="149"/>
                </a:lnTo>
                <a:close/>
                <a:moveTo>
                  <a:pt x="538" y="154"/>
                </a:moveTo>
                <a:cubicBezTo>
                  <a:pt x="538" y="3"/>
                  <a:pt x="538" y="3"/>
                  <a:pt x="538" y="3"/>
                </a:cubicBezTo>
                <a:cubicBezTo>
                  <a:pt x="548" y="3"/>
                  <a:pt x="548" y="3"/>
                  <a:pt x="548" y="3"/>
                </a:cubicBezTo>
                <a:cubicBezTo>
                  <a:pt x="548" y="154"/>
                  <a:pt x="548" y="154"/>
                  <a:pt x="548" y="154"/>
                </a:cubicBezTo>
                <a:lnTo>
                  <a:pt x="538" y="154"/>
                </a:lnTo>
                <a:close/>
                <a:moveTo>
                  <a:pt x="641" y="3"/>
                </a:moveTo>
                <a:cubicBezTo>
                  <a:pt x="631" y="3"/>
                  <a:pt x="631" y="3"/>
                  <a:pt x="631" y="3"/>
                </a:cubicBezTo>
                <a:cubicBezTo>
                  <a:pt x="574" y="154"/>
                  <a:pt x="574" y="154"/>
                  <a:pt x="574" y="154"/>
                </a:cubicBezTo>
                <a:cubicBezTo>
                  <a:pt x="586" y="154"/>
                  <a:pt x="586" y="154"/>
                  <a:pt x="586" y="154"/>
                </a:cubicBezTo>
                <a:cubicBezTo>
                  <a:pt x="603" y="107"/>
                  <a:pt x="603" y="107"/>
                  <a:pt x="603" y="107"/>
                </a:cubicBezTo>
                <a:cubicBezTo>
                  <a:pt x="669" y="107"/>
                  <a:pt x="669" y="107"/>
                  <a:pt x="669" y="107"/>
                </a:cubicBezTo>
                <a:cubicBezTo>
                  <a:pt x="686" y="154"/>
                  <a:pt x="686" y="154"/>
                  <a:pt x="686" y="154"/>
                </a:cubicBezTo>
                <a:cubicBezTo>
                  <a:pt x="698" y="154"/>
                  <a:pt x="698" y="154"/>
                  <a:pt x="698" y="154"/>
                </a:cubicBezTo>
                <a:lnTo>
                  <a:pt x="641" y="3"/>
                </a:lnTo>
                <a:close/>
                <a:moveTo>
                  <a:pt x="607" y="98"/>
                </a:moveTo>
                <a:cubicBezTo>
                  <a:pt x="632" y="27"/>
                  <a:pt x="632" y="27"/>
                  <a:pt x="632" y="27"/>
                </a:cubicBezTo>
                <a:cubicBezTo>
                  <a:pt x="633" y="25"/>
                  <a:pt x="634" y="21"/>
                  <a:pt x="636" y="16"/>
                </a:cubicBezTo>
                <a:cubicBezTo>
                  <a:pt x="636" y="16"/>
                  <a:pt x="636" y="16"/>
                  <a:pt x="636" y="16"/>
                </a:cubicBezTo>
                <a:cubicBezTo>
                  <a:pt x="637" y="18"/>
                  <a:pt x="637" y="20"/>
                  <a:pt x="638" y="21"/>
                </a:cubicBezTo>
                <a:cubicBezTo>
                  <a:pt x="638" y="23"/>
                  <a:pt x="639" y="26"/>
                  <a:pt x="639" y="28"/>
                </a:cubicBezTo>
                <a:cubicBezTo>
                  <a:pt x="665" y="98"/>
                  <a:pt x="665" y="98"/>
                  <a:pt x="665" y="98"/>
                </a:cubicBezTo>
                <a:lnTo>
                  <a:pt x="607" y="98"/>
                </a:lnTo>
                <a:close/>
                <a:moveTo>
                  <a:pt x="719" y="149"/>
                </a:moveTo>
                <a:cubicBezTo>
                  <a:pt x="719" y="137"/>
                  <a:pt x="719" y="137"/>
                  <a:pt x="719" y="137"/>
                </a:cubicBezTo>
                <a:cubicBezTo>
                  <a:pt x="729" y="144"/>
                  <a:pt x="740" y="147"/>
                  <a:pt x="751" y="147"/>
                </a:cubicBezTo>
                <a:cubicBezTo>
                  <a:pt x="763" y="147"/>
                  <a:pt x="772" y="145"/>
                  <a:pt x="778" y="140"/>
                </a:cubicBezTo>
                <a:cubicBezTo>
                  <a:pt x="785" y="135"/>
                  <a:pt x="788" y="128"/>
                  <a:pt x="788" y="120"/>
                </a:cubicBezTo>
                <a:cubicBezTo>
                  <a:pt x="788" y="112"/>
                  <a:pt x="786" y="106"/>
                  <a:pt x="781" y="101"/>
                </a:cubicBezTo>
                <a:cubicBezTo>
                  <a:pt x="777" y="96"/>
                  <a:pt x="768" y="90"/>
                  <a:pt x="755" y="82"/>
                </a:cubicBezTo>
                <a:cubicBezTo>
                  <a:pt x="739" y="73"/>
                  <a:pt x="730" y="66"/>
                  <a:pt x="725" y="60"/>
                </a:cubicBezTo>
                <a:cubicBezTo>
                  <a:pt x="721" y="54"/>
                  <a:pt x="719" y="47"/>
                  <a:pt x="719" y="39"/>
                </a:cubicBezTo>
                <a:cubicBezTo>
                  <a:pt x="719" y="28"/>
                  <a:pt x="724" y="19"/>
                  <a:pt x="732" y="12"/>
                </a:cubicBezTo>
                <a:cubicBezTo>
                  <a:pt x="740" y="4"/>
                  <a:pt x="751" y="0"/>
                  <a:pt x="765" y="0"/>
                </a:cubicBezTo>
                <a:cubicBezTo>
                  <a:pt x="774" y="0"/>
                  <a:pt x="783" y="2"/>
                  <a:pt x="792" y="5"/>
                </a:cubicBezTo>
                <a:cubicBezTo>
                  <a:pt x="792" y="16"/>
                  <a:pt x="792" y="16"/>
                  <a:pt x="792" y="16"/>
                </a:cubicBezTo>
                <a:cubicBezTo>
                  <a:pt x="783" y="12"/>
                  <a:pt x="774" y="10"/>
                  <a:pt x="764" y="10"/>
                </a:cubicBezTo>
                <a:cubicBezTo>
                  <a:pt x="753" y="10"/>
                  <a:pt x="745" y="13"/>
                  <a:pt x="739" y="18"/>
                </a:cubicBezTo>
                <a:cubicBezTo>
                  <a:pt x="733" y="23"/>
                  <a:pt x="730" y="30"/>
                  <a:pt x="730" y="38"/>
                </a:cubicBezTo>
                <a:cubicBezTo>
                  <a:pt x="730" y="45"/>
                  <a:pt x="732" y="52"/>
                  <a:pt x="736" y="56"/>
                </a:cubicBezTo>
                <a:cubicBezTo>
                  <a:pt x="741" y="61"/>
                  <a:pt x="749" y="67"/>
                  <a:pt x="763" y="75"/>
                </a:cubicBezTo>
                <a:cubicBezTo>
                  <a:pt x="777" y="83"/>
                  <a:pt x="787" y="90"/>
                  <a:pt x="791" y="96"/>
                </a:cubicBezTo>
                <a:cubicBezTo>
                  <a:pt x="796" y="102"/>
                  <a:pt x="798" y="110"/>
                  <a:pt x="798" y="118"/>
                </a:cubicBezTo>
                <a:cubicBezTo>
                  <a:pt x="798" y="129"/>
                  <a:pt x="794" y="139"/>
                  <a:pt x="786" y="146"/>
                </a:cubicBezTo>
                <a:cubicBezTo>
                  <a:pt x="778" y="153"/>
                  <a:pt x="767" y="157"/>
                  <a:pt x="752" y="157"/>
                </a:cubicBezTo>
                <a:cubicBezTo>
                  <a:pt x="747" y="157"/>
                  <a:pt x="741" y="156"/>
                  <a:pt x="734" y="155"/>
                </a:cubicBezTo>
                <a:cubicBezTo>
                  <a:pt x="727" y="153"/>
                  <a:pt x="722" y="151"/>
                  <a:pt x="719" y="149"/>
                </a:cubicBezTo>
                <a:close/>
              </a:path>
            </a:pathLst>
          </a:custGeom>
          <a:solidFill>
            <a:srgbClr val="002050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Segoe UI Semilight"/>
              <a:ea typeface="+mn-ea"/>
              <a:cs typeface="Segoe UI Semilight"/>
            </a:endParaRPr>
          </a:p>
        </p:txBody>
      </p:sp>
      <p:sp>
        <p:nvSpPr>
          <p:cNvPr id="10" name="Freeform 224">
            <a:extLst>
              <a:ext uri="{FF2B5EF4-FFF2-40B4-BE49-F238E27FC236}">
                <a16:creationId xmlns:a16="http://schemas.microsoft.com/office/drawing/2014/main" id="{9536D6FA-8B03-837D-C7B4-ADD2E32BD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173103" y="2621373"/>
            <a:ext cx="990269" cy="282567"/>
          </a:xfrm>
          <a:custGeom>
            <a:avLst/>
            <a:gdLst>
              <a:gd name="T0" fmla="*/ 8 w 326"/>
              <a:gd name="T1" fmla="*/ 48 h 93"/>
              <a:gd name="T2" fmla="*/ 6 w 326"/>
              <a:gd name="T3" fmla="*/ 46 h 93"/>
              <a:gd name="T4" fmla="*/ 0 w 326"/>
              <a:gd name="T5" fmla="*/ 91 h 93"/>
              <a:gd name="T6" fmla="*/ 6 w 326"/>
              <a:gd name="T7" fmla="*/ 1 h 93"/>
              <a:gd name="T8" fmla="*/ 6 w 326"/>
              <a:gd name="T9" fmla="*/ 43 h 93"/>
              <a:gd name="T10" fmla="*/ 44 w 326"/>
              <a:gd name="T11" fmla="*/ 1 h 93"/>
              <a:gd name="T12" fmla="*/ 13 w 326"/>
              <a:gd name="T13" fmla="*/ 45 h 93"/>
              <a:gd name="T14" fmla="*/ 46 w 326"/>
              <a:gd name="T15" fmla="*/ 91 h 93"/>
              <a:gd name="T16" fmla="*/ 68 w 326"/>
              <a:gd name="T17" fmla="*/ 1 h 93"/>
              <a:gd name="T18" fmla="*/ 74 w 326"/>
              <a:gd name="T19" fmla="*/ 91 h 93"/>
              <a:gd name="T20" fmla="*/ 97 w 326"/>
              <a:gd name="T21" fmla="*/ 91 h 93"/>
              <a:gd name="T22" fmla="*/ 103 w 326"/>
              <a:gd name="T23" fmla="*/ 1 h 93"/>
              <a:gd name="T24" fmla="*/ 97 w 326"/>
              <a:gd name="T25" fmla="*/ 91 h 93"/>
              <a:gd name="T26" fmla="*/ 151 w 326"/>
              <a:gd name="T27" fmla="*/ 91 h 93"/>
              <a:gd name="T28" fmla="*/ 144 w 326"/>
              <a:gd name="T29" fmla="*/ 7 h 93"/>
              <a:gd name="T30" fmla="*/ 119 w 326"/>
              <a:gd name="T31" fmla="*/ 1 h 93"/>
              <a:gd name="T32" fmla="*/ 177 w 326"/>
              <a:gd name="T33" fmla="*/ 7 h 93"/>
              <a:gd name="T34" fmla="*/ 251 w 326"/>
              <a:gd name="T35" fmla="*/ 12 h 93"/>
              <a:gd name="T36" fmla="*/ 190 w 326"/>
              <a:gd name="T37" fmla="*/ 12 h 93"/>
              <a:gd name="T38" fmla="*/ 190 w 326"/>
              <a:gd name="T39" fmla="*/ 80 h 93"/>
              <a:gd name="T40" fmla="*/ 251 w 326"/>
              <a:gd name="T41" fmla="*/ 80 h 93"/>
              <a:gd name="T42" fmla="*/ 251 w 326"/>
              <a:gd name="T43" fmla="*/ 12 h 93"/>
              <a:gd name="T44" fmla="*/ 220 w 326"/>
              <a:gd name="T45" fmla="*/ 87 h 93"/>
              <a:gd name="T46" fmla="*/ 185 w 326"/>
              <a:gd name="T47" fmla="*/ 46 h 93"/>
              <a:gd name="T48" fmla="*/ 221 w 326"/>
              <a:gd name="T49" fmla="*/ 5 h 93"/>
              <a:gd name="T50" fmla="*/ 256 w 326"/>
              <a:gd name="T51" fmla="*/ 46 h 93"/>
              <a:gd name="T52" fmla="*/ 278 w 326"/>
              <a:gd name="T53" fmla="*/ 88 h 93"/>
              <a:gd name="T54" fmla="*/ 298 w 326"/>
              <a:gd name="T55" fmla="*/ 87 h 93"/>
              <a:gd name="T56" fmla="*/ 319 w 326"/>
              <a:gd name="T57" fmla="*/ 70 h 93"/>
              <a:gd name="T58" fmla="*/ 300 w 326"/>
              <a:gd name="T59" fmla="*/ 48 h 93"/>
              <a:gd name="T60" fmla="*/ 279 w 326"/>
              <a:gd name="T61" fmla="*/ 22 h 93"/>
              <a:gd name="T62" fmla="*/ 306 w 326"/>
              <a:gd name="T63" fmla="*/ 0 h 93"/>
              <a:gd name="T64" fmla="*/ 322 w 326"/>
              <a:gd name="T65" fmla="*/ 9 h 93"/>
              <a:gd name="T66" fmla="*/ 291 w 326"/>
              <a:gd name="T67" fmla="*/ 10 h 93"/>
              <a:gd name="T68" fmla="*/ 289 w 326"/>
              <a:gd name="T69" fmla="*/ 33 h 93"/>
              <a:gd name="T70" fmla="*/ 321 w 326"/>
              <a:gd name="T71" fmla="*/ 56 h 93"/>
              <a:gd name="T72" fmla="*/ 318 w 326"/>
              <a:gd name="T73" fmla="*/ 86 h 93"/>
              <a:gd name="T74" fmla="*/ 287 w 326"/>
              <a:gd name="T75" fmla="*/ 91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26" h="93">
                <a:moveTo>
                  <a:pt x="46" y="91"/>
                </a:moveTo>
                <a:cubicBezTo>
                  <a:pt x="8" y="48"/>
                  <a:pt x="8" y="48"/>
                  <a:pt x="8" y="48"/>
                </a:cubicBezTo>
                <a:cubicBezTo>
                  <a:pt x="7" y="47"/>
                  <a:pt x="7" y="46"/>
                  <a:pt x="6" y="46"/>
                </a:cubicBezTo>
                <a:cubicBezTo>
                  <a:pt x="6" y="46"/>
                  <a:pt x="6" y="46"/>
                  <a:pt x="6" y="46"/>
                </a:cubicBezTo>
                <a:cubicBezTo>
                  <a:pt x="6" y="91"/>
                  <a:pt x="6" y="91"/>
                  <a:pt x="6" y="91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1"/>
                  <a:pt x="0" y="1"/>
                  <a:pt x="0" y="1"/>
                </a:cubicBezTo>
                <a:cubicBezTo>
                  <a:pt x="6" y="1"/>
                  <a:pt x="6" y="1"/>
                  <a:pt x="6" y="1"/>
                </a:cubicBezTo>
                <a:cubicBezTo>
                  <a:pt x="6" y="43"/>
                  <a:pt x="6" y="43"/>
                  <a:pt x="6" y="43"/>
                </a:cubicBezTo>
                <a:cubicBezTo>
                  <a:pt x="6" y="43"/>
                  <a:pt x="6" y="43"/>
                  <a:pt x="6" y="43"/>
                </a:cubicBezTo>
                <a:cubicBezTo>
                  <a:pt x="7" y="43"/>
                  <a:pt x="7" y="42"/>
                  <a:pt x="8" y="41"/>
                </a:cubicBezTo>
                <a:cubicBezTo>
                  <a:pt x="44" y="1"/>
                  <a:pt x="44" y="1"/>
                  <a:pt x="44" y="1"/>
                </a:cubicBezTo>
                <a:cubicBezTo>
                  <a:pt x="53" y="1"/>
                  <a:pt x="53" y="1"/>
                  <a:pt x="53" y="1"/>
                </a:cubicBezTo>
                <a:cubicBezTo>
                  <a:pt x="13" y="45"/>
                  <a:pt x="13" y="45"/>
                  <a:pt x="13" y="45"/>
                </a:cubicBezTo>
                <a:cubicBezTo>
                  <a:pt x="55" y="91"/>
                  <a:pt x="55" y="91"/>
                  <a:pt x="55" y="91"/>
                </a:cubicBezTo>
                <a:lnTo>
                  <a:pt x="46" y="91"/>
                </a:lnTo>
                <a:close/>
                <a:moveTo>
                  <a:pt x="68" y="91"/>
                </a:moveTo>
                <a:cubicBezTo>
                  <a:pt x="68" y="1"/>
                  <a:pt x="68" y="1"/>
                  <a:pt x="68" y="1"/>
                </a:cubicBezTo>
                <a:cubicBezTo>
                  <a:pt x="74" y="1"/>
                  <a:pt x="74" y="1"/>
                  <a:pt x="74" y="1"/>
                </a:cubicBezTo>
                <a:cubicBezTo>
                  <a:pt x="74" y="91"/>
                  <a:pt x="74" y="91"/>
                  <a:pt x="74" y="91"/>
                </a:cubicBezTo>
                <a:lnTo>
                  <a:pt x="68" y="91"/>
                </a:lnTo>
                <a:close/>
                <a:moveTo>
                  <a:pt x="97" y="91"/>
                </a:moveTo>
                <a:cubicBezTo>
                  <a:pt x="97" y="1"/>
                  <a:pt x="97" y="1"/>
                  <a:pt x="97" y="1"/>
                </a:cubicBezTo>
                <a:cubicBezTo>
                  <a:pt x="103" y="1"/>
                  <a:pt x="103" y="1"/>
                  <a:pt x="103" y="1"/>
                </a:cubicBezTo>
                <a:cubicBezTo>
                  <a:pt x="103" y="91"/>
                  <a:pt x="103" y="91"/>
                  <a:pt x="103" y="91"/>
                </a:cubicBezTo>
                <a:lnTo>
                  <a:pt x="97" y="91"/>
                </a:lnTo>
                <a:close/>
                <a:moveTo>
                  <a:pt x="151" y="7"/>
                </a:moveTo>
                <a:cubicBezTo>
                  <a:pt x="151" y="91"/>
                  <a:pt x="151" y="91"/>
                  <a:pt x="151" y="91"/>
                </a:cubicBezTo>
                <a:cubicBezTo>
                  <a:pt x="144" y="91"/>
                  <a:pt x="144" y="91"/>
                  <a:pt x="144" y="91"/>
                </a:cubicBezTo>
                <a:cubicBezTo>
                  <a:pt x="144" y="7"/>
                  <a:pt x="144" y="7"/>
                  <a:pt x="144" y="7"/>
                </a:cubicBezTo>
                <a:cubicBezTo>
                  <a:pt x="119" y="7"/>
                  <a:pt x="119" y="7"/>
                  <a:pt x="119" y="7"/>
                </a:cubicBezTo>
                <a:cubicBezTo>
                  <a:pt x="119" y="1"/>
                  <a:pt x="119" y="1"/>
                  <a:pt x="119" y="1"/>
                </a:cubicBezTo>
                <a:cubicBezTo>
                  <a:pt x="177" y="1"/>
                  <a:pt x="177" y="1"/>
                  <a:pt x="177" y="1"/>
                </a:cubicBezTo>
                <a:cubicBezTo>
                  <a:pt x="177" y="7"/>
                  <a:pt x="177" y="7"/>
                  <a:pt x="177" y="7"/>
                </a:cubicBezTo>
                <a:lnTo>
                  <a:pt x="151" y="7"/>
                </a:lnTo>
                <a:close/>
                <a:moveTo>
                  <a:pt x="251" y="12"/>
                </a:moveTo>
                <a:cubicBezTo>
                  <a:pt x="244" y="4"/>
                  <a:pt x="234" y="0"/>
                  <a:pt x="222" y="0"/>
                </a:cubicBezTo>
                <a:cubicBezTo>
                  <a:pt x="208" y="0"/>
                  <a:pt x="198" y="4"/>
                  <a:pt x="190" y="12"/>
                </a:cubicBezTo>
                <a:cubicBezTo>
                  <a:pt x="182" y="21"/>
                  <a:pt x="178" y="33"/>
                  <a:pt x="178" y="47"/>
                </a:cubicBezTo>
                <a:cubicBezTo>
                  <a:pt x="178" y="60"/>
                  <a:pt x="182" y="71"/>
                  <a:pt x="190" y="80"/>
                </a:cubicBezTo>
                <a:cubicBezTo>
                  <a:pt x="197" y="88"/>
                  <a:pt x="207" y="93"/>
                  <a:pt x="220" y="93"/>
                </a:cubicBezTo>
                <a:cubicBezTo>
                  <a:pt x="233" y="93"/>
                  <a:pt x="243" y="88"/>
                  <a:pt x="251" y="80"/>
                </a:cubicBezTo>
                <a:cubicBezTo>
                  <a:pt x="259" y="71"/>
                  <a:pt x="263" y="60"/>
                  <a:pt x="263" y="45"/>
                </a:cubicBezTo>
                <a:cubicBezTo>
                  <a:pt x="263" y="31"/>
                  <a:pt x="259" y="20"/>
                  <a:pt x="251" y="12"/>
                </a:cubicBezTo>
                <a:close/>
                <a:moveTo>
                  <a:pt x="246" y="76"/>
                </a:moveTo>
                <a:cubicBezTo>
                  <a:pt x="240" y="83"/>
                  <a:pt x="231" y="87"/>
                  <a:pt x="220" y="87"/>
                </a:cubicBezTo>
                <a:cubicBezTo>
                  <a:pt x="209" y="87"/>
                  <a:pt x="201" y="83"/>
                  <a:pt x="194" y="76"/>
                </a:cubicBezTo>
                <a:cubicBezTo>
                  <a:pt x="188" y="69"/>
                  <a:pt x="185" y="59"/>
                  <a:pt x="185" y="46"/>
                </a:cubicBezTo>
                <a:cubicBezTo>
                  <a:pt x="185" y="34"/>
                  <a:pt x="188" y="24"/>
                  <a:pt x="195" y="17"/>
                </a:cubicBezTo>
                <a:cubicBezTo>
                  <a:pt x="202" y="9"/>
                  <a:pt x="210" y="5"/>
                  <a:pt x="221" y="5"/>
                </a:cubicBezTo>
                <a:cubicBezTo>
                  <a:pt x="232" y="5"/>
                  <a:pt x="240" y="9"/>
                  <a:pt x="247" y="16"/>
                </a:cubicBezTo>
                <a:cubicBezTo>
                  <a:pt x="253" y="23"/>
                  <a:pt x="256" y="33"/>
                  <a:pt x="256" y="46"/>
                </a:cubicBezTo>
                <a:cubicBezTo>
                  <a:pt x="256" y="59"/>
                  <a:pt x="253" y="69"/>
                  <a:pt x="246" y="76"/>
                </a:cubicBezTo>
                <a:close/>
                <a:moveTo>
                  <a:pt x="278" y="88"/>
                </a:moveTo>
                <a:cubicBezTo>
                  <a:pt x="278" y="81"/>
                  <a:pt x="278" y="81"/>
                  <a:pt x="278" y="81"/>
                </a:cubicBezTo>
                <a:cubicBezTo>
                  <a:pt x="285" y="85"/>
                  <a:pt x="291" y="87"/>
                  <a:pt x="298" y="87"/>
                </a:cubicBezTo>
                <a:cubicBezTo>
                  <a:pt x="305" y="87"/>
                  <a:pt x="310" y="85"/>
                  <a:pt x="314" y="83"/>
                </a:cubicBezTo>
                <a:cubicBezTo>
                  <a:pt x="317" y="80"/>
                  <a:pt x="319" y="76"/>
                  <a:pt x="319" y="70"/>
                </a:cubicBezTo>
                <a:cubicBezTo>
                  <a:pt x="319" y="66"/>
                  <a:pt x="318" y="62"/>
                  <a:pt x="316" y="59"/>
                </a:cubicBezTo>
                <a:cubicBezTo>
                  <a:pt x="313" y="57"/>
                  <a:pt x="308" y="53"/>
                  <a:pt x="300" y="48"/>
                </a:cubicBezTo>
                <a:cubicBezTo>
                  <a:pt x="291" y="43"/>
                  <a:pt x="285" y="38"/>
                  <a:pt x="282" y="35"/>
                </a:cubicBezTo>
                <a:cubicBezTo>
                  <a:pt x="280" y="31"/>
                  <a:pt x="279" y="27"/>
                  <a:pt x="279" y="22"/>
                </a:cubicBezTo>
                <a:cubicBezTo>
                  <a:pt x="279" y="16"/>
                  <a:pt x="281" y="11"/>
                  <a:pt x="286" y="6"/>
                </a:cubicBezTo>
                <a:cubicBezTo>
                  <a:pt x="291" y="2"/>
                  <a:pt x="298" y="0"/>
                  <a:pt x="306" y="0"/>
                </a:cubicBezTo>
                <a:cubicBezTo>
                  <a:pt x="311" y="0"/>
                  <a:pt x="317" y="0"/>
                  <a:pt x="322" y="2"/>
                </a:cubicBezTo>
                <a:cubicBezTo>
                  <a:pt x="322" y="9"/>
                  <a:pt x="322" y="9"/>
                  <a:pt x="322" y="9"/>
                </a:cubicBezTo>
                <a:cubicBezTo>
                  <a:pt x="317" y="6"/>
                  <a:pt x="311" y="5"/>
                  <a:pt x="305" y="5"/>
                </a:cubicBezTo>
                <a:cubicBezTo>
                  <a:pt x="299" y="5"/>
                  <a:pt x="294" y="7"/>
                  <a:pt x="291" y="10"/>
                </a:cubicBezTo>
                <a:cubicBezTo>
                  <a:pt x="287" y="13"/>
                  <a:pt x="285" y="17"/>
                  <a:pt x="285" y="22"/>
                </a:cubicBezTo>
                <a:cubicBezTo>
                  <a:pt x="285" y="26"/>
                  <a:pt x="286" y="30"/>
                  <a:pt x="289" y="33"/>
                </a:cubicBezTo>
                <a:cubicBezTo>
                  <a:pt x="291" y="35"/>
                  <a:pt x="297" y="39"/>
                  <a:pt x="305" y="44"/>
                </a:cubicBezTo>
                <a:cubicBezTo>
                  <a:pt x="313" y="48"/>
                  <a:pt x="319" y="53"/>
                  <a:pt x="321" y="56"/>
                </a:cubicBezTo>
                <a:cubicBezTo>
                  <a:pt x="324" y="60"/>
                  <a:pt x="326" y="64"/>
                  <a:pt x="326" y="69"/>
                </a:cubicBezTo>
                <a:cubicBezTo>
                  <a:pt x="326" y="76"/>
                  <a:pt x="323" y="82"/>
                  <a:pt x="318" y="86"/>
                </a:cubicBezTo>
                <a:cubicBezTo>
                  <a:pt x="314" y="90"/>
                  <a:pt x="307" y="93"/>
                  <a:pt x="298" y="93"/>
                </a:cubicBezTo>
                <a:cubicBezTo>
                  <a:pt x="295" y="93"/>
                  <a:pt x="291" y="92"/>
                  <a:pt x="287" y="91"/>
                </a:cubicBezTo>
                <a:cubicBezTo>
                  <a:pt x="283" y="90"/>
                  <a:pt x="280" y="89"/>
                  <a:pt x="278" y="88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1" name="Freeform 225">
            <a:extLst>
              <a:ext uri="{FF2B5EF4-FFF2-40B4-BE49-F238E27FC236}">
                <a16:creationId xmlns:a16="http://schemas.microsoft.com/office/drawing/2014/main" id="{6DA224DE-0D97-CEF2-8FF2-298797299C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805430" y="4116479"/>
            <a:ext cx="1408983" cy="371217"/>
          </a:xfrm>
          <a:custGeom>
            <a:avLst/>
            <a:gdLst>
              <a:gd name="T0" fmla="*/ 39 w 581"/>
              <a:gd name="T1" fmla="*/ 0 h 153"/>
              <a:gd name="T2" fmla="*/ 0 w 581"/>
              <a:gd name="T3" fmla="*/ 153 h 153"/>
              <a:gd name="T4" fmla="*/ 95 w 581"/>
              <a:gd name="T5" fmla="*/ 131 h 153"/>
              <a:gd name="T6" fmla="*/ 96 w 581"/>
              <a:gd name="T7" fmla="*/ 19 h 153"/>
              <a:gd name="T8" fmla="*/ 35 w 581"/>
              <a:gd name="T9" fmla="*/ 143 h 153"/>
              <a:gd name="T10" fmla="*/ 11 w 581"/>
              <a:gd name="T11" fmla="*/ 9 h 153"/>
              <a:gd name="T12" fmla="*/ 105 w 581"/>
              <a:gd name="T13" fmla="*/ 75 h 153"/>
              <a:gd name="T14" fmla="*/ 184 w 581"/>
              <a:gd name="T15" fmla="*/ 0 h 153"/>
              <a:gd name="T16" fmla="*/ 116 w 581"/>
              <a:gd name="T17" fmla="*/ 153 h 153"/>
              <a:gd name="T18" fmla="*/ 145 w 581"/>
              <a:gd name="T19" fmla="*/ 105 h 153"/>
              <a:gd name="T20" fmla="*/ 229 w 581"/>
              <a:gd name="T21" fmla="*/ 153 h 153"/>
              <a:gd name="T22" fmla="*/ 184 w 581"/>
              <a:gd name="T23" fmla="*/ 0 h 153"/>
              <a:gd name="T24" fmla="*/ 174 w 581"/>
              <a:gd name="T25" fmla="*/ 24 h 153"/>
              <a:gd name="T26" fmla="*/ 178 w 581"/>
              <a:gd name="T27" fmla="*/ 13 h 153"/>
              <a:gd name="T28" fmla="*/ 182 w 581"/>
              <a:gd name="T29" fmla="*/ 25 h 153"/>
              <a:gd name="T30" fmla="*/ 149 w 581"/>
              <a:gd name="T31" fmla="*/ 95 h 153"/>
              <a:gd name="T32" fmla="*/ 271 w 581"/>
              <a:gd name="T33" fmla="*/ 29 h 153"/>
              <a:gd name="T34" fmla="*/ 264 w 581"/>
              <a:gd name="T35" fmla="*/ 19 h 153"/>
              <a:gd name="T36" fmla="*/ 264 w 581"/>
              <a:gd name="T37" fmla="*/ 26 h 153"/>
              <a:gd name="T38" fmla="*/ 254 w 581"/>
              <a:gd name="T39" fmla="*/ 153 h 153"/>
              <a:gd name="T40" fmla="*/ 262 w 581"/>
              <a:gd name="T41" fmla="*/ 0 h 153"/>
              <a:gd name="T42" fmla="*/ 359 w 581"/>
              <a:gd name="T43" fmla="*/ 132 h 153"/>
              <a:gd name="T44" fmla="*/ 359 w 581"/>
              <a:gd name="T45" fmla="*/ 119 h 153"/>
              <a:gd name="T46" fmla="*/ 369 w 581"/>
              <a:gd name="T47" fmla="*/ 0 h 153"/>
              <a:gd name="T48" fmla="*/ 362 w 581"/>
              <a:gd name="T49" fmla="*/ 153 h 153"/>
              <a:gd name="T50" fmla="*/ 409 w 581"/>
              <a:gd name="T51" fmla="*/ 80 h 153"/>
              <a:gd name="T52" fmla="*/ 406 w 581"/>
              <a:gd name="T53" fmla="*/ 76 h 153"/>
              <a:gd name="T54" fmla="*/ 395 w 581"/>
              <a:gd name="T55" fmla="*/ 153 h 153"/>
              <a:gd name="T56" fmla="*/ 406 w 581"/>
              <a:gd name="T57" fmla="*/ 0 h 153"/>
              <a:gd name="T58" fmla="*/ 406 w 581"/>
              <a:gd name="T59" fmla="*/ 72 h 153"/>
              <a:gd name="T60" fmla="*/ 471 w 581"/>
              <a:gd name="T61" fmla="*/ 0 h 153"/>
              <a:gd name="T62" fmla="*/ 418 w 581"/>
              <a:gd name="T63" fmla="*/ 74 h 153"/>
              <a:gd name="T64" fmla="*/ 474 w 581"/>
              <a:gd name="T65" fmla="*/ 153 h 153"/>
              <a:gd name="T66" fmla="*/ 506 w 581"/>
              <a:gd name="T67" fmla="*/ 0 h 153"/>
              <a:gd name="T68" fmla="*/ 578 w 581"/>
              <a:gd name="T69" fmla="*/ 9 h 153"/>
              <a:gd name="T70" fmla="*/ 517 w 581"/>
              <a:gd name="T71" fmla="*/ 71 h 153"/>
              <a:gd name="T72" fmla="*/ 573 w 581"/>
              <a:gd name="T73" fmla="*/ 80 h 153"/>
              <a:gd name="T74" fmla="*/ 517 w 581"/>
              <a:gd name="T75" fmla="*/ 143 h 153"/>
              <a:gd name="T76" fmla="*/ 581 w 581"/>
              <a:gd name="T77" fmla="*/ 153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81" h="153">
                <a:moveTo>
                  <a:pt x="96" y="19"/>
                </a:moveTo>
                <a:cubicBezTo>
                  <a:pt x="83" y="6"/>
                  <a:pt x="64" y="0"/>
                  <a:pt x="39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53"/>
                  <a:pt x="0" y="153"/>
                  <a:pt x="0" y="153"/>
                </a:cubicBezTo>
                <a:cubicBezTo>
                  <a:pt x="36" y="153"/>
                  <a:pt x="36" y="153"/>
                  <a:pt x="36" y="153"/>
                </a:cubicBezTo>
                <a:cubicBezTo>
                  <a:pt x="61" y="153"/>
                  <a:pt x="81" y="146"/>
                  <a:pt x="95" y="131"/>
                </a:cubicBezTo>
                <a:cubicBezTo>
                  <a:pt x="109" y="116"/>
                  <a:pt x="116" y="97"/>
                  <a:pt x="116" y="74"/>
                </a:cubicBezTo>
                <a:cubicBezTo>
                  <a:pt x="116" y="50"/>
                  <a:pt x="110" y="31"/>
                  <a:pt x="96" y="19"/>
                </a:cubicBezTo>
                <a:close/>
                <a:moveTo>
                  <a:pt x="87" y="126"/>
                </a:moveTo>
                <a:cubicBezTo>
                  <a:pt x="75" y="137"/>
                  <a:pt x="57" y="143"/>
                  <a:pt x="35" y="143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9"/>
                  <a:pt x="11" y="9"/>
                  <a:pt x="11" y="9"/>
                </a:cubicBezTo>
                <a:cubicBezTo>
                  <a:pt x="37" y="9"/>
                  <a:pt x="37" y="9"/>
                  <a:pt x="37" y="9"/>
                </a:cubicBezTo>
                <a:cubicBezTo>
                  <a:pt x="83" y="9"/>
                  <a:pt x="105" y="31"/>
                  <a:pt x="105" y="75"/>
                </a:cubicBezTo>
                <a:cubicBezTo>
                  <a:pt x="105" y="97"/>
                  <a:pt x="99" y="114"/>
                  <a:pt x="87" y="126"/>
                </a:cubicBezTo>
                <a:close/>
                <a:moveTo>
                  <a:pt x="184" y="0"/>
                </a:moveTo>
                <a:cubicBezTo>
                  <a:pt x="174" y="0"/>
                  <a:pt x="174" y="0"/>
                  <a:pt x="174" y="0"/>
                </a:cubicBezTo>
                <a:cubicBezTo>
                  <a:pt x="116" y="153"/>
                  <a:pt x="116" y="153"/>
                  <a:pt x="116" y="153"/>
                </a:cubicBezTo>
                <a:cubicBezTo>
                  <a:pt x="127" y="153"/>
                  <a:pt x="127" y="153"/>
                  <a:pt x="127" y="153"/>
                </a:cubicBezTo>
                <a:cubicBezTo>
                  <a:pt x="145" y="105"/>
                  <a:pt x="145" y="105"/>
                  <a:pt x="145" y="105"/>
                </a:cubicBezTo>
                <a:cubicBezTo>
                  <a:pt x="211" y="105"/>
                  <a:pt x="211" y="105"/>
                  <a:pt x="211" y="105"/>
                </a:cubicBezTo>
                <a:cubicBezTo>
                  <a:pt x="229" y="153"/>
                  <a:pt x="229" y="153"/>
                  <a:pt x="229" y="153"/>
                </a:cubicBezTo>
                <a:cubicBezTo>
                  <a:pt x="241" y="153"/>
                  <a:pt x="241" y="153"/>
                  <a:pt x="241" y="153"/>
                </a:cubicBezTo>
                <a:lnTo>
                  <a:pt x="184" y="0"/>
                </a:lnTo>
                <a:close/>
                <a:moveTo>
                  <a:pt x="149" y="95"/>
                </a:moveTo>
                <a:cubicBezTo>
                  <a:pt x="174" y="24"/>
                  <a:pt x="174" y="24"/>
                  <a:pt x="174" y="24"/>
                </a:cubicBezTo>
                <a:cubicBezTo>
                  <a:pt x="176" y="22"/>
                  <a:pt x="177" y="18"/>
                  <a:pt x="178" y="13"/>
                </a:cubicBezTo>
                <a:cubicBezTo>
                  <a:pt x="178" y="13"/>
                  <a:pt x="178" y="13"/>
                  <a:pt x="178" y="13"/>
                </a:cubicBezTo>
                <a:cubicBezTo>
                  <a:pt x="179" y="15"/>
                  <a:pt x="179" y="17"/>
                  <a:pt x="180" y="18"/>
                </a:cubicBezTo>
                <a:cubicBezTo>
                  <a:pt x="180" y="20"/>
                  <a:pt x="181" y="23"/>
                  <a:pt x="182" y="25"/>
                </a:cubicBezTo>
                <a:cubicBezTo>
                  <a:pt x="208" y="95"/>
                  <a:pt x="208" y="95"/>
                  <a:pt x="208" y="95"/>
                </a:cubicBezTo>
                <a:lnTo>
                  <a:pt x="149" y="95"/>
                </a:lnTo>
                <a:close/>
                <a:moveTo>
                  <a:pt x="362" y="153"/>
                </a:moveTo>
                <a:cubicBezTo>
                  <a:pt x="271" y="29"/>
                  <a:pt x="271" y="29"/>
                  <a:pt x="271" y="29"/>
                </a:cubicBezTo>
                <a:cubicBezTo>
                  <a:pt x="269" y="27"/>
                  <a:pt x="267" y="24"/>
                  <a:pt x="266" y="22"/>
                </a:cubicBezTo>
                <a:cubicBezTo>
                  <a:pt x="264" y="19"/>
                  <a:pt x="264" y="19"/>
                  <a:pt x="264" y="19"/>
                </a:cubicBezTo>
                <a:cubicBezTo>
                  <a:pt x="264" y="19"/>
                  <a:pt x="264" y="19"/>
                  <a:pt x="264" y="19"/>
                </a:cubicBezTo>
                <a:cubicBezTo>
                  <a:pt x="264" y="21"/>
                  <a:pt x="264" y="24"/>
                  <a:pt x="264" y="26"/>
                </a:cubicBezTo>
                <a:cubicBezTo>
                  <a:pt x="264" y="153"/>
                  <a:pt x="264" y="153"/>
                  <a:pt x="264" y="153"/>
                </a:cubicBezTo>
                <a:cubicBezTo>
                  <a:pt x="254" y="153"/>
                  <a:pt x="254" y="153"/>
                  <a:pt x="254" y="153"/>
                </a:cubicBezTo>
                <a:cubicBezTo>
                  <a:pt x="254" y="0"/>
                  <a:pt x="254" y="0"/>
                  <a:pt x="254" y="0"/>
                </a:cubicBezTo>
                <a:cubicBezTo>
                  <a:pt x="262" y="0"/>
                  <a:pt x="262" y="0"/>
                  <a:pt x="262" y="0"/>
                </a:cubicBezTo>
                <a:cubicBezTo>
                  <a:pt x="352" y="122"/>
                  <a:pt x="352" y="122"/>
                  <a:pt x="352" y="122"/>
                </a:cubicBezTo>
                <a:cubicBezTo>
                  <a:pt x="354" y="125"/>
                  <a:pt x="356" y="128"/>
                  <a:pt x="359" y="132"/>
                </a:cubicBezTo>
                <a:cubicBezTo>
                  <a:pt x="359" y="132"/>
                  <a:pt x="359" y="132"/>
                  <a:pt x="359" y="132"/>
                </a:cubicBezTo>
                <a:cubicBezTo>
                  <a:pt x="359" y="127"/>
                  <a:pt x="359" y="123"/>
                  <a:pt x="359" y="119"/>
                </a:cubicBezTo>
                <a:cubicBezTo>
                  <a:pt x="359" y="0"/>
                  <a:pt x="359" y="0"/>
                  <a:pt x="359" y="0"/>
                </a:cubicBezTo>
                <a:cubicBezTo>
                  <a:pt x="369" y="0"/>
                  <a:pt x="369" y="0"/>
                  <a:pt x="369" y="0"/>
                </a:cubicBezTo>
                <a:cubicBezTo>
                  <a:pt x="369" y="153"/>
                  <a:pt x="369" y="153"/>
                  <a:pt x="369" y="153"/>
                </a:cubicBezTo>
                <a:lnTo>
                  <a:pt x="362" y="153"/>
                </a:lnTo>
                <a:close/>
                <a:moveTo>
                  <a:pt x="474" y="153"/>
                </a:moveTo>
                <a:cubicBezTo>
                  <a:pt x="409" y="80"/>
                  <a:pt x="409" y="80"/>
                  <a:pt x="409" y="80"/>
                </a:cubicBezTo>
                <a:cubicBezTo>
                  <a:pt x="408" y="78"/>
                  <a:pt x="407" y="77"/>
                  <a:pt x="406" y="76"/>
                </a:cubicBezTo>
                <a:cubicBezTo>
                  <a:pt x="406" y="76"/>
                  <a:pt x="406" y="76"/>
                  <a:pt x="406" y="76"/>
                </a:cubicBezTo>
                <a:cubicBezTo>
                  <a:pt x="406" y="153"/>
                  <a:pt x="406" y="153"/>
                  <a:pt x="406" y="153"/>
                </a:cubicBezTo>
                <a:cubicBezTo>
                  <a:pt x="395" y="153"/>
                  <a:pt x="395" y="153"/>
                  <a:pt x="395" y="153"/>
                </a:cubicBezTo>
                <a:cubicBezTo>
                  <a:pt x="395" y="0"/>
                  <a:pt x="395" y="0"/>
                  <a:pt x="395" y="0"/>
                </a:cubicBezTo>
                <a:cubicBezTo>
                  <a:pt x="406" y="0"/>
                  <a:pt x="406" y="0"/>
                  <a:pt x="406" y="0"/>
                </a:cubicBezTo>
                <a:cubicBezTo>
                  <a:pt x="406" y="72"/>
                  <a:pt x="406" y="72"/>
                  <a:pt x="406" y="72"/>
                </a:cubicBezTo>
                <a:cubicBezTo>
                  <a:pt x="406" y="72"/>
                  <a:pt x="406" y="72"/>
                  <a:pt x="406" y="72"/>
                </a:cubicBezTo>
                <a:cubicBezTo>
                  <a:pt x="407" y="70"/>
                  <a:pt x="408" y="69"/>
                  <a:pt x="409" y="68"/>
                </a:cubicBezTo>
                <a:cubicBezTo>
                  <a:pt x="471" y="0"/>
                  <a:pt x="471" y="0"/>
                  <a:pt x="471" y="0"/>
                </a:cubicBezTo>
                <a:cubicBezTo>
                  <a:pt x="485" y="0"/>
                  <a:pt x="485" y="0"/>
                  <a:pt x="485" y="0"/>
                </a:cubicBezTo>
                <a:cubicBezTo>
                  <a:pt x="418" y="74"/>
                  <a:pt x="418" y="74"/>
                  <a:pt x="418" y="74"/>
                </a:cubicBezTo>
                <a:cubicBezTo>
                  <a:pt x="489" y="153"/>
                  <a:pt x="489" y="153"/>
                  <a:pt x="489" y="153"/>
                </a:cubicBezTo>
                <a:lnTo>
                  <a:pt x="474" y="153"/>
                </a:lnTo>
                <a:close/>
                <a:moveTo>
                  <a:pt x="506" y="153"/>
                </a:moveTo>
                <a:cubicBezTo>
                  <a:pt x="506" y="0"/>
                  <a:pt x="506" y="0"/>
                  <a:pt x="506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78" y="9"/>
                  <a:pt x="578" y="9"/>
                  <a:pt x="578" y="9"/>
                </a:cubicBezTo>
                <a:cubicBezTo>
                  <a:pt x="517" y="9"/>
                  <a:pt x="517" y="9"/>
                  <a:pt x="517" y="9"/>
                </a:cubicBezTo>
                <a:cubicBezTo>
                  <a:pt x="517" y="71"/>
                  <a:pt x="517" y="71"/>
                  <a:pt x="517" y="71"/>
                </a:cubicBezTo>
                <a:cubicBezTo>
                  <a:pt x="573" y="71"/>
                  <a:pt x="573" y="71"/>
                  <a:pt x="573" y="71"/>
                </a:cubicBezTo>
                <a:cubicBezTo>
                  <a:pt x="573" y="80"/>
                  <a:pt x="573" y="80"/>
                  <a:pt x="573" y="80"/>
                </a:cubicBezTo>
                <a:cubicBezTo>
                  <a:pt x="517" y="80"/>
                  <a:pt x="517" y="80"/>
                  <a:pt x="517" y="80"/>
                </a:cubicBezTo>
                <a:cubicBezTo>
                  <a:pt x="517" y="143"/>
                  <a:pt x="517" y="143"/>
                  <a:pt x="517" y="143"/>
                </a:cubicBezTo>
                <a:cubicBezTo>
                  <a:pt x="581" y="143"/>
                  <a:pt x="581" y="143"/>
                  <a:pt x="581" y="143"/>
                </a:cubicBezTo>
                <a:cubicBezTo>
                  <a:pt x="581" y="153"/>
                  <a:pt x="581" y="153"/>
                  <a:pt x="581" y="153"/>
                </a:cubicBezTo>
                <a:lnTo>
                  <a:pt x="506" y="15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2" name="Freeform 226">
            <a:extLst>
              <a:ext uri="{FF2B5EF4-FFF2-40B4-BE49-F238E27FC236}">
                <a16:creationId xmlns:a16="http://schemas.microsoft.com/office/drawing/2014/main" id="{C7DD5B56-F7B7-6B8C-7915-DC2B6F7DA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047978" y="2264543"/>
            <a:ext cx="629355" cy="292843"/>
          </a:xfrm>
          <a:custGeom>
            <a:avLst/>
            <a:gdLst>
              <a:gd name="T0" fmla="*/ 34 w 207"/>
              <a:gd name="T1" fmla="*/ 6 h 96"/>
              <a:gd name="T2" fmla="*/ 34 w 207"/>
              <a:gd name="T3" fmla="*/ 96 h 96"/>
              <a:gd name="T4" fmla="*/ 27 w 207"/>
              <a:gd name="T5" fmla="*/ 96 h 96"/>
              <a:gd name="T6" fmla="*/ 27 w 207"/>
              <a:gd name="T7" fmla="*/ 6 h 96"/>
              <a:gd name="T8" fmla="*/ 0 w 207"/>
              <a:gd name="T9" fmla="*/ 6 h 96"/>
              <a:gd name="T10" fmla="*/ 0 w 207"/>
              <a:gd name="T11" fmla="*/ 0 h 96"/>
              <a:gd name="T12" fmla="*/ 62 w 207"/>
              <a:gd name="T13" fmla="*/ 0 h 96"/>
              <a:gd name="T14" fmla="*/ 62 w 207"/>
              <a:gd name="T15" fmla="*/ 6 h 96"/>
              <a:gd name="T16" fmla="*/ 34 w 207"/>
              <a:gd name="T17" fmla="*/ 6 h 96"/>
              <a:gd name="T18" fmla="*/ 97 w 207"/>
              <a:gd name="T19" fmla="*/ 0 h 96"/>
              <a:gd name="T20" fmla="*/ 90 w 207"/>
              <a:gd name="T21" fmla="*/ 0 h 96"/>
              <a:gd name="T22" fmla="*/ 54 w 207"/>
              <a:gd name="T23" fmla="*/ 96 h 96"/>
              <a:gd name="T24" fmla="*/ 61 w 207"/>
              <a:gd name="T25" fmla="*/ 96 h 96"/>
              <a:gd name="T26" fmla="*/ 72 w 207"/>
              <a:gd name="T27" fmla="*/ 66 h 96"/>
              <a:gd name="T28" fmla="*/ 114 w 207"/>
              <a:gd name="T29" fmla="*/ 66 h 96"/>
              <a:gd name="T30" fmla="*/ 125 w 207"/>
              <a:gd name="T31" fmla="*/ 96 h 96"/>
              <a:gd name="T32" fmla="*/ 132 w 207"/>
              <a:gd name="T33" fmla="*/ 96 h 96"/>
              <a:gd name="T34" fmla="*/ 97 w 207"/>
              <a:gd name="T35" fmla="*/ 0 h 96"/>
              <a:gd name="T36" fmla="*/ 75 w 207"/>
              <a:gd name="T37" fmla="*/ 60 h 96"/>
              <a:gd name="T38" fmla="*/ 91 w 207"/>
              <a:gd name="T39" fmla="*/ 16 h 96"/>
              <a:gd name="T40" fmla="*/ 93 w 207"/>
              <a:gd name="T41" fmla="*/ 9 h 96"/>
              <a:gd name="T42" fmla="*/ 93 w 207"/>
              <a:gd name="T43" fmla="*/ 9 h 96"/>
              <a:gd name="T44" fmla="*/ 94 w 207"/>
              <a:gd name="T45" fmla="*/ 12 h 96"/>
              <a:gd name="T46" fmla="*/ 95 w 207"/>
              <a:gd name="T47" fmla="*/ 16 h 96"/>
              <a:gd name="T48" fmla="*/ 112 w 207"/>
              <a:gd name="T49" fmla="*/ 60 h 96"/>
              <a:gd name="T50" fmla="*/ 75 w 207"/>
              <a:gd name="T51" fmla="*/ 60 h 96"/>
              <a:gd name="T52" fmla="*/ 198 w 207"/>
              <a:gd name="T53" fmla="*/ 96 h 96"/>
              <a:gd name="T54" fmla="*/ 157 w 207"/>
              <a:gd name="T55" fmla="*/ 50 h 96"/>
              <a:gd name="T56" fmla="*/ 156 w 207"/>
              <a:gd name="T57" fmla="*/ 48 h 96"/>
              <a:gd name="T58" fmla="*/ 155 w 207"/>
              <a:gd name="T59" fmla="*/ 48 h 96"/>
              <a:gd name="T60" fmla="*/ 155 w 207"/>
              <a:gd name="T61" fmla="*/ 96 h 96"/>
              <a:gd name="T62" fmla="*/ 149 w 207"/>
              <a:gd name="T63" fmla="*/ 96 h 96"/>
              <a:gd name="T64" fmla="*/ 149 w 207"/>
              <a:gd name="T65" fmla="*/ 0 h 96"/>
              <a:gd name="T66" fmla="*/ 155 w 207"/>
              <a:gd name="T67" fmla="*/ 0 h 96"/>
              <a:gd name="T68" fmla="*/ 155 w 207"/>
              <a:gd name="T69" fmla="*/ 45 h 96"/>
              <a:gd name="T70" fmla="*/ 156 w 207"/>
              <a:gd name="T71" fmla="*/ 45 h 96"/>
              <a:gd name="T72" fmla="*/ 157 w 207"/>
              <a:gd name="T73" fmla="*/ 43 h 96"/>
              <a:gd name="T74" fmla="*/ 196 w 207"/>
              <a:gd name="T75" fmla="*/ 0 h 96"/>
              <a:gd name="T76" fmla="*/ 205 w 207"/>
              <a:gd name="T77" fmla="*/ 0 h 96"/>
              <a:gd name="T78" fmla="*/ 163 w 207"/>
              <a:gd name="T79" fmla="*/ 47 h 96"/>
              <a:gd name="T80" fmla="*/ 207 w 207"/>
              <a:gd name="T81" fmla="*/ 96 h 96"/>
              <a:gd name="T82" fmla="*/ 198 w 207"/>
              <a:gd name="T83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07" h="96">
                <a:moveTo>
                  <a:pt x="34" y="6"/>
                </a:moveTo>
                <a:cubicBezTo>
                  <a:pt x="34" y="96"/>
                  <a:pt x="34" y="96"/>
                  <a:pt x="34" y="96"/>
                </a:cubicBezTo>
                <a:cubicBezTo>
                  <a:pt x="27" y="96"/>
                  <a:pt x="27" y="96"/>
                  <a:pt x="27" y="96"/>
                </a:cubicBezTo>
                <a:cubicBezTo>
                  <a:pt x="27" y="6"/>
                  <a:pt x="27" y="6"/>
                  <a:pt x="27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0"/>
                  <a:pt x="0" y="0"/>
                  <a:pt x="0" y="0"/>
                </a:cubicBezTo>
                <a:cubicBezTo>
                  <a:pt x="62" y="0"/>
                  <a:pt x="62" y="0"/>
                  <a:pt x="62" y="0"/>
                </a:cubicBezTo>
                <a:cubicBezTo>
                  <a:pt x="62" y="6"/>
                  <a:pt x="62" y="6"/>
                  <a:pt x="62" y="6"/>
                </a:cubicBezTo>
                <a:lnTo>
                  <a:pt x="34" y="6"/>
                </a:lnTo>
                <a:close/>
                <a:moveTo>
                  <a:pt x="97" y="0"/>
                </a:moveTo>
                <a:cubicBezTo>
                  <a:pt x="90" y="0"/>
                  <a:pt x="90" y="0"/>
                  <a:pt x="90" y="0"/>
                </a:cubicBezTo>
                <a:cubicBezTo>
                  <a:pt x="54" y="96"/>
                  <a:pt x="54" y="96"/>
                  <a:pt x="54" y="96"/>
                </a:cubicBezTo>
                <a:cubicBezTo>
                  <a:pt x="61" y="96"/>
                  <a:pt x="61" y="96"/>
                  <a:pt x="61" y="96"/>
                </a:cubicBezTo>
                <a:cubicBezTo>
                  <a:pt x="72" y="66"/>
                  <a:pt x="72" y="66"/>
                  <a:pt x="72" y="66"/>
                </a:cubicBezTo>
                <a:cubicBezTo>
                  <a:pt x="114" y="66"/>
                  <a:pt x="114" y="66"/>
                  <a:pt x="114" y="66"/>
                </a:cubicBezTo>
                <a:cubicBezTo>
                  <a:pt x="125" y="96"/>
                  <a:pt x="125" y="96"/>
                  <a:pt x="125" y="96"/>
                </a:cubicBezTo>
                <a:cubicBezTo>
                  <a:pt x="132" y="96"/>
                  <a:pt x="132" y="96"/>
                  <a:pt x="132" y="96"/>
                </a:cubicBezTo>
                <a:lnTo>
                  <a:pt x="97" y="0"/>
                </a:lnTo>
                <a:close/>
                <a:moveTo>
                  <a:pt x="75" y="60"/>
                </a:moveTo>
                <a:cubicBezTo>
                  <a:pt x="91" y="16"/>
                  <a:pt x="91" y="16"/>
                  <a:pt x="91" y="16"/>
                </a:cubicBezTo>
                <a:cubicBezTo>
                  <a:pt x="92" y="14"/>
                  <a:pt x="92" y="12"/>
                  <a:pt x="93" y="9"/>
                </a:cubicBezTo>
                <a:cubicBezTo>
                  <a:pt x="93" y="9"/>
                  <a:pt x="93" y="9"/>
                  <a:pt x="93" y="9"/>
                </a:cubicBezTo>
                <a:cubicBezTo>
                  <a:pt x="94" y="10"/>
                  <a:pt x="94" y="11"/>
                  <a:pt x="94" y="12"/>
                </a:cubicBezTo>
                <a:cubicBezTo>
                  <a:pt x="95" y="13"/>
                  <a:pt x="95" y="15"/>
                  <a:pt x="95" y="16"/>
                </a:cubicBezTo>
                <a:cubicBezTo>
                  <a:pt x="112" y="60"/>
                  <a:pt x="112" y="60"/>
                  <a:pt x="112" y="60"/>
                </a:cubicBezTo>
                <a:lnTo>
                  <a:pt x="75" y="60"/>
                </a:lnTo>
                <a:close/>
                <a:moveTo>
                  <a:pt x="198" y="96"/>
                </a:moveTo>
                <a:cubicBezTo>
                  <a:pt x="157" y="50"/>
                  <a:pt x="157" y="50"/>
                  <a:pt x="157" y="50"/>
                </a:cubicBezTo>
                <a:cubicBezTo>
                  <a:pt x="156" y="49"/>
                  <a:pt x="156" y="49"/>
                  <a:pt x="156" y="48"/>
                </a:cubicBezTo>
                <a:cubicBezTo>
                  <a:pt x="155" y="48"/>
                  <a:pt x="155" y="48"/>
                  <a:pt x="155" y="48"/>
                </a:cubicBezTo>
                <a:cubicBezTo>
                  <a:pt x="155" y="96"/>
                  <a:pt x="155" y="96"/>
                  <a:pt x="155" y="96"/>
                </a:cubicBezTo>
                <a:cubicBezTo>
                  <a:pt x="149" y="96"/>
                  <a:pt x="149" y="96"/>
                  <a:pt x="149" y="96"/>
                </a:cubicBezTo>
                <a:cubicBezTo>
                  <a:pt x="149" y="0"/>
                  <a:pt x="149" y="0"/>
                  <a:pt x="149" y="0"/>
                </a:cubicBezTo>
                <a:cubicBezTo>
                  <a:pt x="155" y="0"/>
                  <a:pt x="155" y="0"/>
                  <a:pt x="155" y="0"/>
                </a:cubicBezTo>
                <a:cubicBezTo>
                  <a:pt x="155" y="45"/>
                  <a:pt x="155" y="45"/>
                  <a:pt x="155" y="45"/>
                </a:cubicBezTo>
                <a:cubicBezTo>
                  <a:pt x="156" y="45"/>
                  <a:pt x="156" y="45"/>
                  <a:pt x="156" y="45"/>
                </a:cubicBezTo>
                <a:cubicBezTo>
                  <a:pt x="156" y="45"/>
                  <a:pt x="157" y="44"/>
                  <a:pt x="157" y="43"/>
                </a:cubicBezTo>
                <a:cubicBezTo>
                  <a:pt x="196" y="0"/>
                  <a:pt x="196" y="0"/>
                  <a:pt x="196" y="0"/>
                </a:cubicBezTo>
                <a:cubicBezTo>
                  <a:pt x="205" y="0"/>
                  <a:pt x="205" y="0"/>
                  <a:pt x="205" y="0"/>
                </a:cubicBezTo>
                <a:cubicBezTo>
                  <a:pt x="163" y="47"/>
                  <a:pt x="163" y="47"/>
                  <a:pt x="163" y="47"/>
                </a:cubicBezTo>
                <a:cubicBezTo>
                  <a:pt x="207" y="96"/>
                  <a:pt x="207" y="96"/>
                  <a:pt x="207" y="96"/>
                </a:cubicBezTo>
                <a:lnTo>
                  <a:pt x="198" y="9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3" name="Freeform 227">
            <a:extLst>
              <a:ext uri="{FF2B5EF4-FFF2-40B4-BE49-F238E27FC236}">
                <a16:creationId xmlns:a16="http://schemas.microsoft.com/office/drawing/2014/main" id="{19F78321-78FF-4284-0E41-DAD75E1646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611178" y="1705813"/>
            <a:ext cx="1557973" cy="222200"/>
          </a:xfrm>
          <a:custGeom>
            <a:avLst/>
            <a:gdLst>
              <a:gd name="T0" fmla="*/ 4 w 513"/>
              <a:gd name="T1" fmla="*/ 61 h 73"/>
              <a:gd name="T2" fmla="*/ 19 w 513"/>
              <a:gd name="T3" fmla="*/ 65 h 73"/>
              <a:gd name="T4" fmla="*/ 33 w 513"/>
              <a:gd name="T5" fmla="*/ 49 h 73"/>
              <a:gd name="T6" fmla="*/ 17 w 513"/>
              <a:gd name="T7" fmla="*/ 39 h 73"/>
              <a:gd name="T8" fmla="*/ 1 w 513"/>
              <a:gd name="T9" fmla="*/ 26 h 73"/>
              <a:gd name="T10" fmla="*/ 8 w 513"/>
              <a:gd name="T11" fmla="*/ 5 h 73"/>
              <a:gd name="T12" fmla="*/ 39 w 513"/>
              <a:gd name="T13" fmla="*/ 3 h 73"/>
              <a:gd name="T14" fmla="*/ 18 w 513"/>
              <a:gd name="T15" fmla="*/ 8 h 73"/>
              <a:gd name="T16" fmla="*/ 9 w 513"/>
              <a:gd name="T17" fmla="*/ 18 h 73"/>
              <a:gd name="T18" fmla="*/ 17 w 513"/>
              <a:gd name="T19" fmla="*/ 29 h 73"/>
              <a:gd name="T20" fmla="*/ 37 w 513"/>
              <a:gd name="T21" fmla="*/ 41 h 73"/>
              <a:gd name="T22" fmla="*/ 40 w 513"/>
              <a:gd name="T23" fmla="*/ 62 h 73"/>
              <a:gd name="T24" fmla="*/ 17 w 513"/>
              <a:gd name="T25" fmla="*/ 73 h 73"/>
              <a:gd name="T26" fmla="*/ 4 w 513"/>
              <a:gd name="T27" fmla="*/ 70 h 73"/>
              <a:gd name="T28" fmla="*/ 75 w 513"/>
              <a:gd name="T29" fmla="*/ 1 h 73"/>
              <a:gd name="T30" fmla="*/ 64 w 513"/>
              <a:gd name="T31" fmla="*/ 52 h 73"/>
              <a:gd name="T32" fmla="*/ 111 w 513"/>
              <a:gd name="T33" fmla="*/ 71 h 73"/>
              <a:gd name="T34" fmla="*/ 78 w 513"/>
              <a:gd name="T35" fmla="*/ 14 h 73"/>
              <a:gd name="T36" fmla="*/ 80 w 513"/>
              <a:gd name="T37" fmla="*/ 14 h 73"/>
              <a:gd name="T38" fmla="*/ 157 w 513"/>
              <a:gd name="T39" fmla="*/ 71 h 73"/>
              <a:gd name="T40" fmla="*/ 129 w 513"/>
              <a:gd name="T41" fmla="*/ 1 h 73"/>
              <a:gd name="T42" fmla="*/ 157 w 513"/>
              <a:gd name="T43" fmla="*/ 71 h 73"/>
              <a:gd name="T44" fmla="*/ 231 w 513"/>
              <a:gd name="T45" fmla="*/ 24 h 73"/>
              <a:gd name="T46" fmla="*/ 230 w 513"/>
              <a:gd name="T47" fmla="*/ 18 h 73"/>
              <a:gd name="T48" fmla="*/ 178 w 513"/>
              <a:gd name="T49" fmla="*/ 18 h 73"/>
              <a:gd name="T50" fmla="*/ 176 w 513"/>
              <a:gd name="T51" fmla="*/ 24 h 73"/>
              <a:gd name="T52" fmla="*/ 168 w 513"/>
              <a:gd name="T53" fmla="*/ 1 h 73"/>
              <a:gd name="T54" fmla="*/ 204 w 513"/>
              <a:gd name="T55" fmla="*/ 59 h 73"/>
              <a:gd name="T56" fmla="*/ 229 w 513"/>
              <a:gd name="T57" fmla="*/ 1 h 73"/>
              <a:gd name="T58" fmla="*/ 285 w 513"/>
              <a:gd name="T59" fmla="*/ 1 h 73"/>
              <a:gd name="T60" fmla="*/ 259 w 513"/>
              <a:gd name="T61" fmla="*/ 71 h 73"/>
              <a:gd name="T62" fmla="*/ 303 w 513"/>
              <a:gd name="T63" fmla="*/ 71 h 73"/>
              <a:gd name="T64" fmla="*/ 269 w 513"/>
              <a:gd name="T65" fmla="*/ 44 h 73"/>
              <a:gd name="T66" fmla="*/ 281 w 513"/>
              <a:gd name="T67" fmla="*/ 10 h 73"/>
              <a:gd name="T68" fmla="*/ 269 w 513"/>
              <a:gd name="T69" fmla="*/ 44 h 73"/>
              <a:gd name="T70" fmla="*/ 336 w 513"/>
              <a:gd name="T71" fmla="*/ 71 h 73"/>
              <a:gd name="T72" fmla="*/ 308 w 513"/>
              <a:gd name="T73" fmla="*/ 9 h 73"/>
              <a:gd name="T74" fmla="*/ 357 w 513"/>
              <a:gd name="T75" fmla="*/ 9 h 73"/>
              <a:gd name="T76" fmla="*/ 395 w 513"/>
              <a:gd name="T77" fmla="*/ 1 h 73"/>
              <a:gd name="T78" fmla="*/ 403 w 513"/>
              <a:gd name="T79" fmla="*/ 45 h 73"/>
              <a:gd name="T80" fmla="*/ 438 w 513"/>
              <a:gd name="T81" fmla="*/ 22 h 73"/>
              <a:gd name="T82" fmla="*/ 412 w 513"/>
              <a:gd name="T83" fmla="*/ 37 h 73"/>
              <a:gd name="T84" fmla="*/ 413 w 513"/>
              <a:gd name="T85" fmla="*/ 9 h 73"/>
              <a:gd name="T86" fmla="*/ 504 w 513"/>
              <a:gd name="T87" fmla="*/ 10 h 73"/>
              <a:gd name="T88" fmla="*/ 446 w 513"/>
              <a:gd name="T89" fmla="*/ 37 h 73"/>
              <a:gd name="T90" fmla="*/ 504 w 513"/>
              <a:gd name="T91" fmla="*/ 63 h 73"/>
              <a:gd name="T92" fmla="*/ 497 w 513"/>
              <a:gd name="T93" fmla="*/ 58 h 73"/>
              <a:gd name="T94" fmla="*/ 455 w 513"/>
              <a:gd name="T95" fmla="*/ 36 h 73"/>
              <a:gd name="T96" fmla="*/ 498 w 513"/>
              <a:gd name="T97" fmla="*/ 15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513" h="73">
                <a:moveTo>
                  <a:pt x="0" y="69"/>
                </a:moveTo>
                <a:cubicBezTo>
                  <a:pt x="0" y="59"/>
                  <a:pt x="0" y="59"/>
                  <a:pt x="0" y="59"/>
                </a:cubicBezTo>
                <a:cubicBezTo>
                  <a:pt x="1" y="60"/>
                  <a:pt x="2" y="61"/>
                  <a:pt x="4" y="61"/>
                </a:cubicBezTo>
                <a:cubicBezTo>
                  <a:pt x="5" y="62"/>
                  <a:pt x="7" y="63"/>
                  <a:pt x="9" y="63"/>
                </a:cubicBezTo>
                <a:cubicBezTo>
                  <a:pt x="11" y="64"/>
                  <a:pt x="12" y="64"/>
                  <a:pt x="14" y="65"/>
                </a:cubicBezTo>
                <a:cubicBezTo>
                  <a:pt x="16" y="65"/>
                  <a:pt x="17" y="65"/>
                  <a:pt x="19" y="65"/>
                </a:cubicBezTo>
                <a:cubicBezTo>
                  <a:pt x="24" y="65"/>
                  <a:pt x="28" y="64"/>
                  <a:pt x="30" y="62"/>
                </a:cubicBezTo>
                <a:cubicBezTo>
                  <a:pt x="33" y="60"/>
                  <a:pt x="34" y="58"/>
                  <a:pt x="34" y="54"/>
                </a:cubicBezTo>
                <a:cubicBezTo>
                  <a:pt x="34" y="52"/>
                  <a:pt x="33" y="51"/>
                  <a:pt x="33" y="49"/>
                </a:cubicBezTo>
                <a:cubicBezTo>
                  <a:pt x="32" y="48"/>
                  <a:pt x="31" y="47"/>
                  <a:pt x="29" y="45"/>
                </a:cubicBezTo>
                <a:cubicBezTo>
                  <a:pt x="28" y="44"/>
                  <a:pt x="26" y="43"/>
                  <a:pt x="24" y="42"/>
                </a:cubicBezTo>
                <a:cubicBezTo>
                  <a:pt x="22" y="41"/>
                  <a:pt x="20" y="40"/>
                  <a:pt x="17" y="39"/>
                </a:cubicBezTo>
                <a:cubicBezTo>
                  <a:pt x="15" y="38"/>
                  <a:pt x="13" y="36"/>
                  <a:pt x="11" y="35"/>
                </a:cubicBezTo>
                <a:cubicBezTo>
                  <a:pt x="8" y="34"/>
                  <a:pt x="7" y="32"/>
                  <a:pt x="5" y="31"/>
                </a:cubicBezTo>
                <a:cubicBezTo>
                  <a:pt x="3" y="29"/>
                  <a:pt x="2" y="28"/>
                  <a:pt x="1" y="26"/>
                </a:cubicBezTo>
                <a:cubicBezTo>
                  <a:pt x="0" y="24"/>
                  <a:pt x="0" y="21"/>
                  <a:pt x="0" y="19"/>
                </a:cubicBezTo>
                <a:cubicBezTo>
                  <a:pt x="0" y="16"/>
                  <a:pt x="1" y="13"/>
                  <a:pt x="2" y="11"/>
                </a:cubicBezTo>
                <a:cubicBezTo>
                  <a:pt x="4" y="8"/>
                  <a:pt x="5" y="6"/>
                  <a:pt x="8" y="5"/>
                </a:cubicBezTo>
                <a:cubicBezTo>
                  <a:pt x="10" y="3"/>
                  <a:pt x="13" y="2"/>
                  <a:pt x="15" y="1"/>
                </a:cubicBezTo>
                <a:cubicBezTo>
                  <a:pt x="18" y="1"/>
                  <a:pt x="21" y="0"/>
                  <a:pt x="24" y="0"/>
                </a:cubicBezTo>
                <a:cubicBezTo>
                  <a:pt x="31" y="0"/>
                  <a:pt x="36" y="1"/>
                  <a:pt x="39" y="3"/>
                </a:cubicBezTo>
                <a:cubicBezTo>
                  <a:pt x="39" y="12"/>
                  <a:pt x="39" y="12"/>
                  <a:pt x="39" y="12"/>
                </a:cubicBezTo>
                <a:cubicBezTo>
                  <a:pt x="35" y="9"/>
                  <a:pt x="30" y="8"/>
                  <a:pt x="24" y="8"/>
                </a:cubicBezTo>
                <a:cubicBezTo>
                  <a:pt x="22" y="8"/>
                  <a:pt x="20" y="8"/>
                  <a:pt x="18" y="8"/>
                </a:cubicBezTo>
                <a:cubicBezTo>
                  <a:pt x="16" y="8"/>
                  <a:pt x="15" y="9"/>
                  <a:pt x="13" y="10"/>
                </a:cubicBezTo>
                <a:cubicBezTo>
                  <a:pt x="12" y="11"/>
                  <a:pt x="11" y="12"/>
                  <a:pt x="10" y="13"/>
                </a:cubicBezTo>
                <a:cubicBezTo>
                  <a:pt x="9" y="15"/>
                  <a:pt x="9" y="16"/>
                  <a:pt x="9" y="18"/>
                </a:cubicBezTo>
                <a:cubicBezTo>
                  <a:pt x="9" y="20"/>
                  <a:pt x="9" y="21"/>
                  <a:pt x="10" y="23"/>
                </a:cubicBezTo>
                <a:cubicBezTo>
                  <a:pt x="10" y="24"/>
                  <a:pt x="11" y="25"/>
                  <a:pt x="13" y="26"/>
                </a:cubicBezTo>
                <a:cubicBezTo>
                  <a:pt x="14" y="27"/>
                  <a:pt x="15" y="28"/>
                  <a:pt x="17" y="29"/>
                </a:cubicBezTo>
                <a:cubicBezTo>
                  <a:pt x="19" y="30"/>
                  <a:pt x="21" y="32"/>
                  <a:pt x="24" y="33"/>
                </a:cubicBezTo>
                <a:cubicBezTo>
                  <a:pt x="26" y="34"/>
                  <a:pt x="29" y="35"/>
                  <a:pt x="31" y="37"/>
                </a:cubicBezTo>
                <a:cubicBezTo>
                  <a:pt x="33" y="38"/>
                  <a:pt x="35" y="40"/>
                  <a:pt x="37" y="41"/>
                </a:cubicBezTo>
                <a:cubicBezTo>
                  <a:pt x="39" y="43"/>
                  <a:pt x="40" y="45"/>
                  <a:pt x="41" y="47"/>
                </a:cubicBezTo>
                <a:cubicBezTo>
                  <a:pt x="42" y="49"/>
                  <a:pt x="42" y="51"/>
                  <a:pt x="42" y="54"/>
                </a:cubicBezTo>
                <a:cubicBezTo>
                  <a:pt x="42" y="57"/>
                  <a:pt x="42" y="60"/>
                  <a:pt x="40" y="62"/>
                </a:cubicBezTo>
                <a:cubicBezTo>
                  <a:pt x="39" y="65"/>
                  <a:pt x="37" y="67"/>
                  <a:pt x="35" y="68"/>
                </a:cubicBezTo>
                <a:cubicBezTo>
                  <a:pt x="33" y="70"/>
                  <a:pt x="30" y="71"/>
                  <a:pt x="27" y="72"/>
                </a:cubicBezTo>
                <a:cubicBezTo>
                  <a:pt x="24" y="72"/>
                  <a:pt x="21" y="73"/>
                  <a:pt x="17" y="73"/>
                </a:cubicBezTo>
                <a:cubicBezTo>
                  <a:pt x="16" y="73"/>
                  <a:pt x="15" y="72"/>
                  <a:pt x="13" y="72"/>
                </a:cubicBezTo>
                <a:cubicBezTo>
                  <a:pt x="12" y="72"/>
                  <a:pt x="10" y="72"/>
                  <a:pt x="8" y="71"/>
                </a:cubicBezTo>
                <a:cubicBezTo>
                  <a:pt x="7" y="71"/>
                  <a:pt x="5" y="71"/>
                  <a:pt x="4" y="70"/>
                </a:cubicBezTo>
                <a:cubicBezTo>
                  <a:pt x="2" y="70"/>
                  <a:pt x="1" y="69"/>
                  <a:pt x="0" y="69"/>
                </a:cubicBezTo>
                <a:close/>
                <a:moveTo>
                  <a:pt x="84" y="1"/>
                </a:moveTo>
                <a:cubicBezTo>
                  <a:pt x="75" y="1"/>
                  <a:pt x="75" y="1"/>
                  <a:pt x="75" y="1"/>
                </a:cubicBezTo>
                <a:cubicBezTo>
                  <a:pt x="48" y="71"/>
                  <a:pt x="48" y="71"/>
                  <a:pt x="48" y="71"/>
                </a:cubicBezTo>
                <a:cubicBezTo>
                  <a:pt x="57" y="71"/>
                  <a:pt x="57" y="71"/>
                  <a:pt x="57" y="71"/>
                </a:cubicBezTo>
                <a:cubicBezTo>
                  <a:pt x="64" y="52"/>
                  <a:pt x="64" y="52"/>
                  <a:pt x="64" y="52"/>
                </a:cubicBezTo>
                <a:cubicBezTo>
                  <a:pt x="94" y="52"/>
                  <a:pt x="94" y="52"/>
                  <a:pt x="94" y="52"/>
                </a:cubicBezTo>
                <a:cubicBezTo>
                  <a:pt x="101" y="71"/>
                  <a:pt x="101" y="71"/>
                  <a:pt x="101" y="71"/>
                </a:cubicBezTo>
                <a:cubicBezTo>
                  <a:pt x="111" y="71"/>
                  <a:pt x="111" y="71"/>
                  <a:pt x="111" y="71"/>
                </a:cubicBezTo>
                <a:lnTo>
                  <a:pt x="84" y="1"/>
                </a:lnTo>
                <a:close/>
                <a:moveTo>
                  <a:pt x="67" y="44"/>
                </a:moveTo>
                <a:cubicBezTo>
                  <a:pt x="78" y="14"/>
                  <a:pt x="78" y="14"/>
                  <a:pt x="78" y="14"/>
                </a:cubicBezTo>
                <a:cubicBezTo>
                  <a:pt x="78" y="13"/>
                  <a:pt x="79" y="12"/>
                  <a:pt x="79" y="10"/>
                </a:cubicBezTo>
                <a:cubicBezTo>
                  <a:pt x="79" y="10"/>
                  <a:pt x="79" y="10"/>
                  <a:pt x="79" y="10"/>
                </a:cubicBezTo>
                <a:cubicBezTo>
                  <a:pt x="80" y="12"/>
                  <a:pt x="80" y="14"/>
                  <a:pt x="80" y="14"/>
                </a:cubicBezTo>
                <a:cubicBezTo>
                  <a:pt x="91" y="44"/>
                  <a:pt x="91" y="44"/>
                  <a:pt x="91" y="44"/>
                </a:cubicBezTo>
                <a:lnTo>
                  <a:pt x="67" y="44"/>
                </a:lnTo>
                <a:close/>
                <a:moveTo>
                  <a:pt x="157" y="71"/>
                </a:moveTo>
                <a:cubicBezTo>
                  <a:pt x="121" y="71"/>
                  <a:pt x="121" y="71"/>
                  <a:pt x="121" y="71"/>
                </a:cubicBezTo>
                <a:cubicBezTo>
                  <a:pt x="121" y="1"/>
                  <a:pt x="121" y="1"/>
                  <a:pt x="121" y="1"/>
                </a:cubicBezTo>
                <a:cubicBezTo>
                  <a:pt x="129" y="1"/>
                  <a:pt x="129" y="1"/>
                  <a:pt x="129" y="1"/>
                </a:cubicBezTo>
                <a:cubicBezTo>
                  <a:pt x="129" y="64"/>
                  <a:pt x="129" y="64"/>
                  <a:pt x="129" y="64"/>
                </a:cubicBezTo>
                <a:cubicBezTo>
                  <a:pt x="157" y="64"/>
                  <a:pt x="157" y="64"/>
                  <a:pt x="157" y="64"/>
                </a:cubicBezTo>
                <a:lnTo>
                  <a:pt x="157" y="71"/>
                </a:lnTo>
                <a:close/>
                <a:moveTo>
                  <a:pt x="239" y="71"/>
                </a:moveTo>
                <a:cubicBezTo>
                  <a:pt x="231" y="71"/>
                  <a:pt x="231" y="71"/>
                  <a:pt x="231" y="71"/>
                </a:cubicBezTo>
                <a:cubicBezTo>
                  <a:pt x="231" y="24"/>
                  <a:pt x="231" y="24"/>
                  <a:pt x="231" y="24"/>
                </a:cubicBezTo>
                <a:cubicBezTo>
                  <a:pt x="231" y="21"/>
                  <a:pt x="231" y="16"/>
                  <a:pt x="232" y="11"/>
                </a:cubicBezTo>
                <a:cubicBezTo>
                  <a:pt x="232" y="11"/>
                  <a:pt x="232" y="11"/>
                  <a:pt x="232" y="11"/>
                </a:cubicBezTo>
                <a:cubicBezTo>
                  <a:pt x="231" y="14"/>
                  <a:pt x="230" y="16"/>
                  <a:pt x="230" y="18"/>
                </a:cubicBezTo>
                <a:cubicBezTo>
                  <a:pt x="206" y="71"/>
                  <a:pt x="206" y="71"/>
                  <a:pt x="206" y="71"/>
                </a:cubicBezTo>
                <a:cubicBezTo>
                  <a:pt x="202" y="71"/>
                  <a:pt x="202" y="71"/>
                  <a:pt x="202" y="71"/>
                </a:cubicBezTo>
                <a:cubicBezTo>
                  <a:pt x="178" y="18"/>
                  <a:pt x="178" y="18"/>
                  <a:pt x="178" y="18"/>
                </a:cubicBezTo>
                <a:cubicBezTo>
                  <a:pt x="177" y="16"/>
                  <a:pt x="176" y="14"/>
                  <a:pt x="176" y="11"/>
                </a:cubicBezTo>
                <a:cubicBezTo>
                  <a:pt x="176" y="11"/>
                  <a:pt x="176" y="11"/>
                  <a:pt x="176" y="11"/>
                </a:cubicBezTo>
                <a:cubicBezTo>
                  <a:pt x="176" y="14"/>
                  <a:pt x="176" y="18"/>
                  <a:pt x="176" y="24"/>
                </a:cubicBezTo>
                <a:cubicBezTo>
                  <a:pt x="176" y="71"/>
                  <a:pt x="176" y="71"/>
                  <a:pt x="176" y="71"/>
                </a:cubicBezTo>
                <a:cubicBezTo>
                  <a:pt x="168" y="71"/>
                  <a:pt x="168" y="71"/>
                  <a:pt x="168" y="71"/>
                </a:cubicBezTo>
                <a:cubicBezTo>
                  <a:pt x="168" y="1"/>
                  <a:pt x="168" y="1"/>
                  <a:pt x="168" y="1"/>
                </a:cubicBezTo>
                <a:cubicBezTo>
                  <a:pt x="179" y="1"/>
                  <a:pt x="179" y="1"/>
                  <a:pt x="179" y="1"/>
                </a:cubicBezTo>
                <a:cubicBezTo>
                  <a:pt x="200" y="50"/>
                  <a:pt x="200" y="50"/>
                  <a:pt x="200" y="50"/>
                </a:cubicBezTo>
                <a:cubicBezTo>
                  <a:pt x="202" y="54"/>
                  <a:pt x="203" y="57"/>
                  <a:pt x="204" y="59"/>
                </a:cubicBezTo>
                <a:cubicBezTo>
                  <a:pt x="204" y="59"/>
                  <a:pt x="204" y="59"/>
                  <a:pt x="204" y="59"/>
                </a:cubicBezTo>
                <a:cubicBezTo>
                  <a:pt x="205" y="55"/>
                  <a:pt x="206" y="52"/>
                  <a:pt x="207" y="50"/>
                </a:cubicBezTo>
                <a:cubicBezTo>
                  <a:pt x="229" y="1"/>
                  <a:pt x="229" y="1"/>
                  <a:pt x="229" y="1"/>
                </a:cubicBezTo>
                <a:cubicBezTo>
                  <a:pt x="239" y="1"/>
                  <a:pt x="239" y="1"/>
                  <a:pt x="239" y="1"/>
                </a:cubicBezTo>
                <a:lnTo>
                  <a:pt x="239" y="71"/>
                </a:lnTo>
                <a:close/>
                <a:moveTo>
                  <a:pt x="285" y="1"/>
                </a:moveTo>
                <a:cubicBezTo>
                  <a:pt x="277" y="1"/>
                  <a:pt x="277" y="1"/>
                  <a:pt x="277" y="1"/>
                </a:cubicBezTo>
                <a:cubicBezTo>
                  <a:pt x="250" y="71"/>
                  <a:pt x="250" y="71"/>
                  <a:pt x="250" y="71"/>
                </a:cubicBezTo>
                <a:cubicBezTo>
                  <a:pt x="259" y="71"/>
                  <a:pt x="259" y="71"/>
                  <a:pt x="259" y="71"/>
                </a:cubicBezTo>
                <a:cubicBezTo>
                  <a:pt x="266" y="52"/>
                  <a:pt x="266" y="52"/>
                  <a:pt x="266" y="52"/>
                </a:cubicBezTo>
                <a:cubicBezTo>
                  <a:pt x="296" y="52"/>
                  <a:pt x="296" y="52"/>
                  <a:pt x="296" y="52"/>
                </a:cubicBezTo>
                <a:cubicBezTo>
                  <a:pt x="303" y="71"/>
                  <a:pt x="303" y="71"/>
                  <a:pt x="303" y="71"/>
                </a:cubicBezTo>
                <a:cubicBezTo>
                  <a:pt x="312" y="71"/>
                  <a:pt x="312" y="71"/>
                  <a:pt x="312" y="71"/>
                </a:cubicBezTo>
                <a:lnTo>
                  <a:pt x="285" y="1"/>
                </a:lnTo>
                <a:close/>
                <a:moveTo>
                  <a:pt x="269" y="44"/>
                </a:moveTo>
                <a:cubicBezTo>
                  <a:pt x="279" y="14"/>
                  <a:pt x="279" y="14"/>
                  <a:pt x="279" y="14"/>
                </a:cubicBezTo>
                <a:cubicBezTo>
                  <a:pt x="280" y="13"/>
                  <a:pt x="280" y="12"/>
                  <a:pt x="281" y="10"/>
                </a:cubicBezTo>
                <a:cubicBezTo>
                  <a:pt x="281" y="10"/>
                  <a:pt x="281" y="10"/>
                  <a:pt x="281" y="10"/>
                </a:cubicBezTo>
                <a:cubicBezTo>
                  <a:pt x="281" y="12"/>
                  <a:pt x="282" y="14"/>
                  <a:pt x="282" y="14"/>
                </a:cubicBezTo>
                <a:cubicBezTo>
                  <a:pt x="293" y="44"/>
                  <a:pt x="293" y="44"/>
                  <a:pt x="293" y="44"/>
                </a:cubicBezTo>
                <a:lnTo>
                  <a:pt x="269" y="44"/>
                </a:lnTo>
                <a:close/>
                <a:moveTo>
                  <a:pt x="357" y="9"/>
                </a:moveTo>
                <a:cubicBezTo>
                  <a:pt x="336" y="9"/>
                  <a:pt x="336" y="9"/>
                  <a:pt x="336" y="9"/>
                </a:cubicBezTo>
                <a:cubicBezTo>
                  <a:pt x="336" y="71"/>
                  <a:pt x="336" y="71"/>
                  <a:pt x="336" y="71"/>
                </a:cubicBezTo>
                <a:cubicBezTo>
                  <a:pt x="328" y="71"/>
                  <a:pt x="328" y="71"/>
                  <a:pt x="328" y="71"/>
                </a:cubicBezTo>
                <a:cubicBezTo>
                  <a:pt x="328" y="9"/>
                  <a:pt x="328" y="9"/>
                  <a:pt x="328" y="9"/>
                </a:cubicBezTo>
                <a:cubicBezTo>
                  <a:pt x="308" y="9"/>
                  <a:pt x="308" y="9"/>
                  <a:pt x="308" y="9"/>
                </a:cubicBezTo>
                <a:cubicBezTo>
                  <a:pt x="308" y="1"/>
                  <a:pt x="308" y="1"/>
                  <a:pt x="308" y="1"/>
                </a:cubicBezTo>
                <a:cubicBezTo>
                  <a:pt x="357" y="1"/>
                  <a:pt x="357" y="1"/>
                  <a:pt x="357" y="1"/>
                </a:cubicBezTo>
                <a:lnTo>
                  <a:pt x="357" y="9"/>
                </a:lnTo>
                <a:close/>
                <a:moveTo>
                  <a:pt x="432" y="7"/>
                </a:moveTo>
                <a:cubicBezTo>
                  <a:pt x="428" y="3"/>
                  <a:pt x="422" y="1"/>
                  <a:pt x="414" y="1"/>
                </a:cubicBezTo>
                <a:cubicBezTo>
                  <a:pt x="395" y="1"/>
                  <a:pt x="395" y="1"/>
                  <a:pt x="395" y="1"/>
                </a:cubicBezTo>
                <a:cubicBezTo>
                  <a:pt x="395" y="71"/>
                  <a:pt x="395" y="71"/>
                  <a:pt x="395" y="71"/>
                </a:cubicBezTo>
                <a:cubicBezTo>
                  <a:pt x="403" y="71"/>
                  <a:pt x="403" y="71"/>
                  <a:pt x="403" y="71"/>
                </a:cubicBezTo>
                <a:cubicBezTo>
                  <a:pt x="403" y="45"/>
                  <a:pt x="403" y="45"/>
                  <a:pt x="403" y="45"/>
                </a:cubicBezTo>
                <a:cubicBezTo>
                  <a:pt x="412" y="45"/>
                  <a:pt x="412" y="45"/>
                  <a:pt x="412" y="45"/>
                </a:cubicBezTo>
                <a:cubicBezTo>
                  <a:pt x="420" y="45"/>
                  <a:pt x="426" y="43"/>
                  <a:pt x="431" y="39"/>
                </a:cubicBezTo>
                <a:cubicBezTo>
                  <a:pt x="436" y="34"/>
                  <a:pt x="438" y="29"/>
                  <a:pt x="438" y="22"/>
                </a:cubicBezTo>
                <a:cubicBezTo>
                  <a:pt x="438" y="16"/>
                  <a:pt x="436" y="10"/>
                  <a:pt x="432" y="7"/>
                </a:cubicBezTo>
                <a:close/>
                <a:moveTo>
                  <a:pt x="425" y="34"/>
                </a:moveTo>
                <a:cubicBezTo>
                  <a:pt x="422" y="36"/>
                  <a:pt x="417" y="37"/>
                  <a:pt x="412" y="37"/>
                </a:cubicBezTo>
                <a:cubicBezTo>
                  <a:pt x="403" y="37"/>
                  <a:pt x="403" y="37"/>
                  <a:pt x="403" y="37"/>
                </a:cubicBezTo>
                <a:cubicBezTo>
                  <a:pt x="403" y="9"/>
                  <a:pt x="403" y="9"/>
                  <a:pt x="403" y="9"/>
                </a:cubicBezTo>
                <a:cubicBezTo>
                  <a:pt x="413" y="9"/>
                  <a:pt x="413" y="9"/>
                  <a:pt x="413" y="9"/>
                </a:cubicBezTo>
                <a:cubicBezTo>
                  <a:pt x="424" y="9"/>
                  <a:pt x="429" y="13"/>
                  <a:pt x="429" y="23"/>
                </a:cubicBezTo>
                <a:cubicBezTo>
                  <a:pt x="429" y="27"/>
                  <a:pt x="428" y="31"/>
                  <a:pt x="425" y="34"/>
                </a:cubicBezTo>
                <a:close/>
                <a:moveTo>
                  <a:pt x="504" y="10"/>
                </a:moveTo>
                <a:cubicBezTo>
                  <a:pt x="498" y="3"/>
                  <a:pt x="490" y="0"/>
                  <a:pt x="480" y="0"/>
                </a:cubicBezTo>
                <a:cubicBezTo>
                  <a:pt x="470" y="0"/>
                  <a:pt x="462" y="3"/>
                  <a:pt x="456" y="10"/>
                </a:cubicBezTo>
                <a:cubicBezTo>
                  <a:pt x="450" y="17"/>
                  <a:pt x="446" y="26"/>
                  <a:pt x="446" y="37"/>
                </a:cubicBezTo>
                <a:cubicBezTo>
                  <a:pt x="446" y="48"/>
                  <a:pt x="449" y="56"/>
                  <a:pt x="455" y="63"/>
                </a:cubicBezTo>
                <a:cubicBezTo>
                  <a:pt x="461" y="69"/>
                  <a:pt x="469" y="73"/>
                  <a:pt x="479" y="73"/>
                </a:cubicBezTo>
                <a:cubicBezTo>
                  <a:pt x="489" y="73"/>
                  <a:pt x="498" y="69"/>
                  <a:pt x="504" y="63"/>
                </a:cubicBezTo>
                <a:cubicBezTo>
                  <a:pt x="510" y="56"/>
                  <a:pt x="513" y="47"/>
                  <a:pt x="513" y="35"/>
                </a:cubicBezTo>
                <a:cubicBezTo>
                  <a:pt x="513" y="25"/>
                  <a:pt x="510" y="16"/>
                  <a:pt x="504" y="10"/>
                </a:cubicBezTo>
                <a:close/>
                <a:moveTo>
                  <a:pt x="497" y="58"/>
                </a:moveTo>
                <a:cubicBezTo>
                  <a:pt x="493" y="63"/>
                  <a:pt x="487" y="65"/>
                  <a:pt x="479" y="65"/>
                </a:cubicBezTo>
                <a:cubicBezTo>
                  <a:pt x="472" y="65"/>
                  <a:pt x="466" y="63"/>
                  <a:pt x="462" y="57"/>
                </a:cubicBezTo>
                <a:cubicBezTo>
                  <a:pt x="457" y="52"/>
                  <a:pt x="455" y="45"/>
                  <a:pt x="455" y="36"/>
                </a:cubicBezTo>
                <a:cubicBezTo>
                  <a:pt x="455" y="28"/>
                  <a:pt x="457" y="21"/>
                  <a:pt x="462" y="16"/>
                </a:cubicBezTo>
                <a:cubicBezTo>
                  <a:pt x="467" y="10"/>
                  <a:pt x="473" y="8"/>
                  <a:pt x="480" y="8"/>
                </a:cubicBezTo>
                <a:cubicBezTo>
                  <a:pt x="487" y="8"/>
                  <a:pt x="493" y="10"/>
                  <a:pt x="498" y="15"/>
                </a:cubicBezTo>
                <a:cubicBezTo>
                  <a:pt x="502" y="20"/>
                  <a:pt x="504" y="27"/>
                  <a:pt x="504" y="37"/>
                </a:cubicBezTo>
                <a:cubicBezTo>
                  <a:pt x="504" y="46"/>
                  <a:pt x="502" y="53"/>
                  <a:pt x="497" y="58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4" name="Freeform 229">
            <a:extLst>
              <a:ext uri="{FF2B5EF4-FFF2-40B4-BE49-F238E27FC236}">
                <a16:creationId xmlns:a16="http://schemas.microsoft.com/office/drawing/2014/main" id="{5572B797-B1F4-A446-B620-35AE1D11E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9691403" y="3235729"/>
            <a:ext cx="162367" cy="1082779"/>
          </a:xfrm>
          <a:custGeom>
            <a:avLst/>
            <a:gdLst>
              <a:gd name="T0" fmla="*/ 0 w 69"/>
              <a:gd name="T1" fmla="*/ 33 h 459"/>
              <a:gd name="T2" fmla="*/ 33 w 69"/>
              <a:gd name="T3" fmla="*/ 0 h 459"/>
              <a:gd name="T4" fmla="*/ 69 w 69"/>
              <a:gd name="T5" fmla="*/ 35 h 459"/>
              <a:gd name="T6" fmla="*/ 52 w 69"/>
              <a:gd name="T7" fmla="*/ 52 h 459"/>
              <a:gd name="T8" fmla="*/ 50 w 69"/>
              <a:gd name="T9" fmla="*/ 21 h 459"/>
              <a:gd name="T10" fmla="*/ 19 w 69"/>
              <a:gd name="T11" fmla="*/ 21 h 459"/>
              <a:gd name="T12" fmla="*/ 17 w 69"/>
              <a:gd name="T13" fmla="*/ 52 h 459"/>
              <a:gd name="T14" fmla="*/ 1 w 69"/>
              <a:gd name="T15" fmla="*/ 121 h 459"/>
              <a:gd name="T16" fmla="*/ 55 w 69"/>
              <a:gd name="T17" fmla="*/ 106 h 459"/>
              <a:gd name="T18" fmla="*/ 1 w 69"/>
              <a:gd name="T19" fmla="*/ 78 h 459"/>
              <a:gd name="T20" fmla="*/ 68 w 69"/>
              <a:gd name="T21" fmla="*/ 63 h 459"/>
              <a:gd name="T22" fmla="*/ 1 w 69"/>
              <a:gd name="T23" fmla="*/ 121 h 459"/>
              <a:gd name="T24" fmla="*/ 1 w 69"/>
              <a:gd name="T25" fmla="*/ 146 h 459"/>
              <a:gd name="T26" fmla="*/ 16 w 69"/>
              <a:gd name="T27" fmla="*/ 174 h 459"/>
              <a:gd name="T28" fmla="*/ 1 w 69"/>
              <a:gd name="T29" fmla="*/ 195 h 459"/>
              <a:gd name="T30" fmla="*/ 68 w 69"/>
              <a:gd name="T31" fmla="*/ 154 h 459"/>
              <a:gd name="T32" fmla="*/ 56 w 69"/>
              <a:gd name="T33" fmla="*/ 162 h 459"/>
              <a:gd name="T34" fmla="*/ 27 w 69"/>
              <a:gd name="T35" fmla="*/ 171 h 459"/>
              <a:gd name="T36" fmla="*/ 50 w 69"/>
              <a:gd name="T37" fmla="*/ 161 h 459"/>
              <a:gd name="T38" fmla="*/ 3 w 69"/>
              <a:gd name="T39" fmla="*/ 250 h 459"/>
              <a:gd name="T40" fmla="*/ 9 w 69"/>
              <a:gd name="T41" fmla="*/ 207 h 459"/>
              <a:gd name="T42" fmla="*/ 59 w 69"/>
              <a:gd name="T43" fmla="*/ 208 h 459"/>
              <a:gd name="T44" fmla="*/ 67 w 69"/>
              <a:gd name="T45" fmla="*/ 250 h 459"/>
              <a:gd name="T46" fmla="*/ 56 w 69"/>
              <a:gd name="T47" fmla="*/ 235 h 459"/>
              <a:gd name="T48" fmla="*/ 34 w 69"/>
              <a:gd name="T49" fmla="*/ 214 h 459"/>
              <a:gd name="T50" fmla="*/ 13 w 69"/>
              <a:gd name="T51" fmla="*/ 234 h 459"/>
              <a:gd name="T52" fmla="*/ 3 w 69"/>
              <a:gd name="T53" fmla="*/ 250 h 459"/>
              <a:gd name="T54" fmla="*/ 1 w 69"/>
              <a:gd name="T55" fmla="*/ 308 h 459"/>
              <a:gd name="T56" fmla="*/ 49 w 69"/>
              <a:gd name="T57" fmla="*/ 308 h 459"/>
              <a:gd name="T58" fmla="*/ 43 w 69"/>
              <a:gd name="T59" fmla="*/ 305 h 459"/>
              <a:gd name="T60" fmla="*/ 1 w 69"/>
              <a:gd name="T61" fmla="*/ 262 h 459"/>
              <a:gd name="T62" fmla="*/ 68 w 69"/>
              <a:gd name="T63" fmla="*/ 276 h 459"/>
              <a:gd name="T64" fmla="*/ 22 w 69"/>
              <a:gd name="T65" fmla="*/ 276 h 459"/>
              <a:gd name="T66" fmla="*/ 27 w 69"/>
              <a:gd name="T67" fmla="*/ 280 h 459"/>
              <a:gd name="T68" fmla="*/ 68 w 69"/>
              <a:gd name="T69" fmla="*/ 322 h 459"/>
              <a:gd name="T70" fmla="*/ 1 w 69"/>
              <a:gd name="T71" fmla="*/ 337 h 459"/>
              <a:gd name="T72" fmla="*/ 7 w 69"/>
              <a:gd name="T73" fmla="*/ 382 h 459"/>
              <a:gd name="T74" fmla="*/ 36 w 69"/>
              <a:gd name="T75" fmla="*/ 382 h 459"/>
              <a:gd name="T76" fmla="*/ 41 w 69"/>
              <a:gd name="T77" fmla="*/ 352 h 459"/>
              <a:gd name="T78" fmla="*/ 56 w 69"/>
              <a:gd name="T79" fmla="*/ 380 h 459"/>
              <a:gd name="T80" fmla="*/ 68 w 69"/>
              <a:gd name="T81" fmla="*/ 337 h 459"/>
              <a:gd name="T82" fmla="*/ 30 w 69"/>
              <a:gd name="T83" fmla="*/ 362 h 459"/>
              <a:gd name="T84" fmla="*/ 12 w 69"/>
              <a:gd name="T85" fmla="*/ 361 h 459"/>
              <a:gd name="T86" fmla="*/ 30 w 69"/>
              <a:gd name="T87" fmla="*/ 352 h 459"/>
              <a:gd name="T88" fmla="*/ 59 w 69"/>
              <a:gd name="T89" fmla="*/ 403 h 459"/>
              <a:gd name="T90" fmla="*/ 9 w 69"/>
              <a:gd name="T91" fmla="*/ 403 h 459"/>
              <a:gd name="T92" fmla="*/ 10 w 69"/>
              <a:gd name="T93" fmla="*/ 450 h 459"/>
              <a:gd name="T94" fmla="*/ 60 w 69"/>
              <a:gd name="T95" fmla="*/ 450 h 459"/>
              <a:gd name="T96" fmla="*/ 59 w 69"/>
              <a:gd name="T97" fmla="*/ 403 h 459"/>
              <a:gd name="T98" fmla="*/ 34 w 69"/>
              <a:gd name="T99" fmla="*/ 443 h 459"/>
              <a:gd name="T100" fmla="*/ 13 w 69"/>
              <a:gd name="T101" fmla="*/ 426 h 459"/>
              <a:gd name="T102" fmla="*/ 34 w 69"/>
              <a:gd name="T103" fmla="*/ 409 h 459"/>
              <a:gd name="T104" fmla="*/ 56 w 69"/>
              <a:gd name="T105" fmla="*/ 427 h 4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69" h="459">
                <a:moveTo>
                  <a:pt x="3" y="52"/>
                </a:moveTo>
                <a:cubicBezTo>
                  <a:pt x="1" y="47"/>
                  <a:pt x="0" y="41"/>
                  <a:pt x="0" y="33"/>
                </a:cubicBezTo>
                <a:cubicBezTo>
                  <a:pt x="0" y="22"/>
                  <a:pt x="3" y="14"/>
                  <a:pt x="9" y="9"/>
                </a:cubicBezTo>
                <a:cubicBezTo>
                  <a:pt x="15" y="3"/>
                  <a:pt x="23" y="0"/>
                  <a:pt x="33" y="0"/>
                </a:cubicBezTo>
                <a:cubicBezTo>
                  <a:pt x="44" y="0"/>
                  <a:pt x="52" y="3"/>
                  <a:pt x="59" y="10"/>
                </a:cubicBezTo>
                <a:cubicBezTo>
                  <a:pt x="66" y="16"/>
                  <a:pt x="69" y="25"/>
                  <a:pt x="69" y="35"/>
                </a:cubicBezTo>
                <a:cubicBezTo>
                  <a:pt x="69" y="42"/>
                  <a:pt x="68" y="47"/>
                  <a:pt x="67" y="52"/>
                </a:cubicBezTo>
                <a:cubicBezTo>
                  <a:pt x="52" y="52"/>
                  <a:pt x="52" y="52"/>
                  <a:pt x="52" y="52"/>
                </a:cubicBezTo>
                <a:cubicBezTo>
                  <a:pt x="55" y="47"/>
                  <a:pt x="56" y="42"/>
                  <a:pt x="56" y="37"/>
                </a:cubicBezTo>
                <a:cubicBezTo>
                  <a:pt x="56" y="30"/>
                  <a:pt x="54" y="25"/>
                  <a:pt x="50" y="21"/>
                </a:cubicBezTo>
                <a:cubicBezTo>
                  <a:pt x="46" y="18"/>
                  <a:pt x="41" y="16"/>
                  <a:pt x="34" y="16"/>
                </a:cubicBezTo>
                <a:cubicBezTo>
                  <a:pt x="28" y="16"/>
                  <a:pt x="22" y="17"/>
                  <a:pt x="19" y="21"/>
                </a:cubicBezTo>
                <a:cubicBezTo>
                  <a:pt x="15" y="25"/>
                  <a:pt x="13" y="30"/>
                  <a:pt x="13" y="36"/>
                </a:cubicBezTo>
                <a:cubicBezTo>
                  <a:pt x="13" y="42"/>
                  <a:pt x="14" y="47"/>
                  <a:pt x="17" y="52"/>
                </a:cubicBezTo>
                <a:lnTo>
                  <a:pt x="3" y="52"/>
                </a:lnTo>
                <a:close/>
                <a:moveTo>
                  <a:pt x="1" y="121"/>
                </a:moveTo>
                <a:cubicBezTo>
                  <a:pt x="1" y="106"/>
                  <a:pt x="1" y="106"/>
                  <a:pt x="1" y="106"/>
                </a:cubicBezTo>
                <a:cubicBezTo>
                  <a:pt x="55" y="106"/>
                  <a:pt x="55" y="106"/>
                  <a:pt x="55" y="106"/>
                </a:cubicBezTo>
                <a:cubicBezTo>
                  <a:pt x="55" y="78"/>
                  <a:pt x="55" y="78"/>
                  <a:pt x="55" y="78"/>
                </a:cubicBezTo>
                <a:cubicBezTo>
                  <a:pt x="1" y="78"/>
                  <a:pt x="1" y="78"/>
                  <a:pt x="1" y="78"/>
                </a:cubicBezTo>
                <a:cubicBezTo>
                  <a:pt x="1" y="63"/>
                  <a:pt x="1" y="63"/>
                  <a:pt x="1" y="63"/>
                </a:cubicBezTo>
                <a:cubicBezTo>
                  <a:pt x="68" y="63"/>
                  <a:pt x="68" y="63"/>
                  <a:pt x="68" y="63"/>
                </a:cubicBezTo>
                <a:cubicBezTo>
                  <a:pt x="68" y="121"/>
                  <a:pt x="68" y="121"/>
                  <a:pt x="68" y="121"/>
                </a:cubicBezTo>
                <a:lnTo>
                  <a:pt x="1" y="121"/>
                </a:lnTo>
                <a:close/>
                <a:moveTo>
                  <a:pt x="1" y="129"/>
                </a:moveTo>
                <a:cubicBezTo>
                  <a:pt x="1" y="146"/>
                  <a:pt x="1" y="146"/>
                  <a:pt x="1" y="146"/>
                </a:cubicBezTo>
                <a:cubicBezTo>
                  <a:pt x="16" y="150"/>
                  <a:pt x="16" y="150"/>
                  <a:pt x="16" y="150"/>
                </a:cubicBezTo>
                <a:cubicBezTo>
                  <a:pt x="16" y="174"/>
                  <a:pt x="16" y="174"/>
                  <a:pt x="16" y="174"/>
                </a:cubicBezTo>
                <a:cubicBezTo>
                  <a:pt x="1" y="179"/>
                  <a:pt x="1" y="179"/>
                  <a:pt x="1" y="179"/>
                </a:cubicBezTo>
                <a:cubicBezTo>
                  <a:pt x="1" y="195"/>
                  <a:pt x="1" y="195"/>
                  <a:pt x="1" y="195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68" y="154"/>
                  <a:pt x="68" y="154"/>
                  <a:pt x="68" y="154"/>
                </a:cubicBezTo>
                <a:lnTo>
                  <a:pt x="1" y="129"/>
                </a:lnTo>
                <a:close/>
                <a:moveTo>
                  <a:pt x="56" y="162"/>
                </a:moveTo>
                <a:cubicBezTo>
                  <a:pt x="54" y="162"/>
                  <a:pt x="52" y="163"/>
                  <a:pt x="50" y="163"/>
                </a:cubicBezTo>
                <a:cubicBezTo>
                  <a:pt x="27" y="171"/>
                  <a:pt x="27" y="171"/>
                  <a:pt x="27" y="171"/>
                </a:cubicBezTo>
                <a:cubicBezTo>
                  <a:pt x="27" y="153"/>
                  <a:pt x="27" y="153"/>
                  <a:pt x="27" y="153"/>
                </a:cubicBezTo>
                <a:cubicBezTo>
                  <a:pt x="50" y="161"/>
                  <a:pt x="50" y="161"/>
                  <a:pt x="50" y="161"/>
                </a:cubicBezTo>
                <a:cubicBezTo>
                  <a:pt x="52" y="161"/>
                  <a:pt x="54" y="162"/>
                  <a:pt x="56" y="162"/>
                </a:cubicBezTo>
                <a:close/>
                <a:moveTo>
                  <a:pt x="3" y="250"/>
                </a:moveTo>
                <a:cubicBezTo>
                  <a:pt x="1" y="246"/>
                  <a:pt x="0" y="239"/>
                  <a:pt x="0" y="231"/>
                </a:cubicBezTo>
                <a:cubicBezTo>
                  <a:pt x="0" y="221"/>
                  <a:pt x="3" y="213"/>
                  <a:pt x="9" y="207"/>
                </a:cubicBezTo>
                <a:cubicBezTo>
                  <a:pt x="15" y="201"/>
                  <a:pt x="23" y="198"/>
                  <a:pt x="33" y="198"/>
                </a:cubicBezTo>
                <a:cubicBezTo>
                  <a:pt x="44" y="198"/>
                  <a:pt x="52" y="202"/>
                  <a:pt x="59" y="208"/>
                </a:cubicBezTo>
                <a:cubicBezTo>
                  <a:pt x="66" y="215"/>
                  <a:pt x="69" y="223"/>
                  <a:pt x="69" y="234"/>
                </a:cubicBezTo>
                <a:cubicBezTo>
                  <a:pt x="69" y="240"/>
                  <a:pt x="68" y="246"/>
                  <a:pt x="67" y="250"/>
                </a:cubicBezTo>
                <a:cubicBezTo>
                  <a:pt x="52" y="250"/>
                  <a:pt x="52" y="250"/>
                  <a:pt x="52" y="250"/>
                </a:cubicBezTo>
                <a:cubicBezTo>
                  <a:pt x="55" y="246"/>
                  <a:pt x="56" y="241"/>
                  <a:pt x="56" y="235"/>
                </a:cubicBezTo>
                <a:cubicBezTo>
                  <a:pt x="56" y="229"/>
                  <a:pt x="54" y="224"/>
                  <a:pt x="50" y="220"/>
                </a:cubicBezTo>
                <a:cubicBezTo>
                  <a:pt x="46" y="216"/>
                  <a:pt x="41" y="214"/>
                  <a:pt x="34" y="214"/>
                </a:cubicBezTo>
                <a:cubicBezTo>
                  <a:pt x="28" y="214"/>
                  <a:pt x="22" y="216"/>
                  <a:pt x="19" y="220"/>
                </a:cubicBezTo>
                <a:cubicBezTo>
                  <a:pt x="15" y="223"/>
                  <a:pt x="13" y="228"/>
                  <a:pt x="13" y="234"/>
                </a:cubicBezTo>
                <a:cubicBezTo>
                  <a:pt x="13" y="240"/>
                  <a:pt x="14" y="246"/>
                  <a:pt x="17" y="250"/>
                </a:cubicBezTo>
                <a:lnTo>
                  <a:pt x="3" y="250"/>
                </a:lnTo>
                <a:close/>
                <a:moveTo>
                  <a:pt x="1" y="322"/>
                </a:moveTo>
                <a:cubicBezTo>
                  <a:pt x="1" y="308"/>
                  <a:pt x="1" y="308"/>
                  <a:pt x="1" y="308"/>
                </a:cubicBezTo>
                <a:cubicBezTo>
                  <a:pt x="38" y="308"/>
                  <a:pt x="38" y="308"/>
                  <a:pt x="38" y="308"/>
                </a:cubicBezTo>
                <a:cubicBezTo>
                  <a:pt x="42" y="308"/>
                  <a:pt x="46" y="308"/>
                  <a:pt x="49" y="308"/>
                </a:cubicBezTo>
                <a:cubicBezTo>
                  <a:pt x="49" y="308"/>
                  <a:pt x="49" y="308"/>
                  <a:pt x="49" y="308"/>
                </a:cubicBezTo>
                <a:cubicBezTo>
                  <a:pt x="47" y="307"/>
                  <a:pt x="45" y="306"/>
                  <a:pt x="43" y="305"/>
                </a:cubicBezTo>
                <a:cubicBezTo>
                  <a:pt x="1" y="277"/>
                  <a:pt x="1" y="277"/>
                  <a:pt x="1" y="277"/>
                </a:cubicBezTo>
                <a:cubicBezTo>
                  <a:pt x="1" y="262"/>
                  <a:pt x="1" y="262"/>
                  <a:pt x="1" y="262"/>
                </a:cubicBezTo>
                <a:cubicBezTo>
                  <a:pt x="68" y="262"/>
                  <a:pt x="68" y="262"/>
                  <a:pt x="68" y="262"/>
                </a:cubicBezTo>
                <a:cubicBezTo>
                  <a:pt x="68" y="276"/>
                  <a:pt x="68" y="276"/>
                  <a:pt x="68" y="276"/>
                </a:cubicBezTo>
                <a:cubicBezTo>
                  <a:pt x="31" y="276"/>
                  <a:pt x="31" y="276"/>
                  <a:pt x="31" y="276"/>
                </a:cubicBezTo>
                <a:cubicBezTo>
                  <a:pt x="26" y="276"/>
                  <a:pt x="23" y="276"/>
                  <a:pt x="22" y="276"/>
                </a:cubicBezTo>
                <a:cubicBezTo>
                  <a:pt x="22" y="276"/>
                  <a:pt x="22" y="276"/>
                  <a:pt x="22" y="276"/>
                </a:cubicBezTo>
                <a:cubicBezTo>
                  <a:pt x="22" y="276"/>
                  <a:pt x="24" y="277"/>
                  <a:pt x="27" y="280"/>
                </a:cubicBezTo>
                <a:cubicBezTo>
                  <a:pt x="68" y="306"/>
                  <a:pt x="68" y="306"/>
                  <a:pt x="68" y="306"/>
                </a:cubicBezTo>
                <a:cubicBezTo>
                  <a:pt x="68" y="322"/>
                  <a:pt x="68" y="322"/>
                  <a:pt x="68" y="322"/>
                </a:cubicBezTo>
                <a:lnTo>
                  <a:pt x="1" y="322"/>
                </a:lnTo>
                <a:close/>
                <a:moveTo>
                  <a:pt x="1" y="337"/>
                </a:moveTo>
                <a:cubicBezTo>
                  <a:pt x="1" y="364"/>
                  <a:pt x="1" y="364"/>
                  <a:pt x="1" y="364"/>
                </a:cubicBezTo>
                <a:cubicBezTo>
                  <a:pt x="1" y="372"/>
                  <a:pt x="3" y="377"/>
                  <a:pt x="7" y="382"/>
                </a:cubicBezTo>
                <a:cubicBezTo>
                  <a:pt x="10" y="386"/>
                  <a:pt x="16" y="388"/>
                  <a:pt x="22" y="388"/>
                </a:cubicBezTo>
                <a:cubicBezTo>
                  <a:pt x="28" y="388"/>
                  <a:pt x="33" y="386"/>
                  <a:pt x="36" y="382"/>
                </a:cubicBezTo>
                <a:cubicBezTo>
                  <a:pt x="39" y="378"/>
                  <a:pt x="41" y="373"/>
                  <a:pt x="41" y="365"/>
                </a:cubicBezTo>
                <a:cubicBezTo>
                  <a:pt x="41" y="352"/>
                  <a:pt x="41" y="352"/>
                  <a:pt x="41" y="352"/>
                </a:cubicBezTo>
                <a:cubicBezTo>
                  <a:pt x="56" y="352"/>
                  <a:pt x="56" y="352"/>
                  <a:pt x="56" y="352"/>
                </a:cubicBezTo>
                <a:cubicBezTo>
                  <a:pt x="56" y="380"/>
                  <a:pt x="56" y="380"/>
                  <a:pt x="56" y="380"/>
                </a:cubicBezTo>
                <a:cubicBezTo>
                  <a:pt x="68" y="380"/>
                  <a:pt x="68" y="380"/>
                  <a:pt x="68" y="380"/>
                </a:cubicBezTo>
                <a:cubicBezTo>
                  <a:pt x="68" y="337"/>
                  <a:pt x="68" y="337"/>
                  <a:pt x="68" y="337"/>
                </a:cubicBezTo>
                <a:lnTo>
                  <a:pt x="1" y="337"/>
                </a:lnTo>
                <a:close/>
                <a:moveTo>
                  <a:pt x="30" y="362"/>
                </a:moveTo>
                <a:cubicBezTo>
                  <a:pt x="30" y="368"/>
                  <a:pt x="27" y="372"/>
                  <a:pt x="21" y="372"/>
                </a:cubicBezTo>
                <a:cubicBezTo>
                  <a:pt x="15" y="372"/>
                  <a:pt x="12" y="368"/>
                  <a:pt x="12" y="361"/>
                </a:cubicBezTo>
                <a:cubicBezTo>
                  <a:pt x="12" y="352"/>
                  <a:pt x="12" y="352"/>
                  <a:pt x="12" y="352"/>
                </a:cubicBezTo>
                <a:cubicBezTo>
                  <a:pt x="30" y="352"/>
                  <a:pt x="30" y="352"/>
                  <a:pt x="30" y="352"/>
                </a:cubicBezTo>
                <a:lnTo>
                  <a:pt x="30" y="362"/>
                </a:lnTo>
                <a:close/>
                <a:moveTo>
                  <a:pt x="59" y="403"/>
                </a:moveTo>
                <a:cubicBezTo>
                  <a:pt x="53" y="397"/>
                  <a:pt x="44" y="394"/>
                  <a:pt x="34" y="394"/>
                </a:cubicBezTo>
                <a:cubicBezTo>
                  <a:pt x="24" y="394"/>
                  <a:pt x="15" y="397"/>
                  <a:pt x="9" y="403"/>
                </a:cubicBezTo>
                <a:cubicBezTo>
                  <a:pt x="3" y="409"/>
                  <a:pt x="0" y="416"/>
                  <a:pt x="0" y="426"/>
                </a:cubicBezTo>
                <a:cubicBezTo>
                  <a:pt x="0" y="436"/>
                  <a:pt x="3" y="444"/>
                  <a:pt x="10" y="450"/>
                </a:cubicBezTo>
                <a:cubicBezTo>
                  <a:pt x="16" y="456"/>
                  <a:pt x="24" y="459"/>
                  <a:pt x="35" y="459"/>
                </a:cubicBezTo>
                <a:cubicBezTo>
                  <a:pt x="45" y="459"/>
                  <a:pt x="53" y="456"/>
                  <a:pt x="60" y="450"/>
                </a:cubicBezTo>
                <a:cubicBezTo>
                  <a:pt x="66" y="444"/>
                  <a:pt x="69" y="437"/>
                  <a:pt x="69" y="427"/>
                </a:cubicBezTo>
                <a:cubicBezTo>
                  <a:pt x="69" y="417"/>
                  <a:pt x="66" y="409"/>
                  <a:pt x="59" y="403"/>
                </a:cubicBezTo>
                <a:close/>
                <a:moveTo>
                  <a:pt x="50" y="439"/>
                </a:moveTo>
                <a:cubicBezTo>
                  <a:pt x="46" y="442"/>
                  <a:pt x="41" y="443"/>
                  <a:pt x="34" y="443"/>
                </a:cubicBezTo>
                <a:cubicBezTo>
                  <a:pt x="27" y="443"/>
                  <a:pt x="22" y="442"/>
                  <a:pt x="19" y="439"/>
                </a:cubicBezTo>
                <a:cubicBezTo>
                  <a:pt x="15" y="436"/>
                  <a:pt x="13" y="432"/>
                  <a:pt x="13" y="426"/>
                </a:cubicBezTo>
                <a:cubicBezTo>
                  <a:pt x="13" y="421"/>
                  <a:pt x="15" y="417"/>
                  <a:pt x="19" y="414"/>
                </a:cubicBezTo>
                <a:cubicBezTo>
                  <a:pt x="23" y="411"/>
                  <a:pt x="28" y="409"/>
                  <a:pt x="34" y="409"/>
                </a:cubicBezTo>
                <a:cubicBezTo>
                  <a:pt x="41" y="409"/>
                  <a:pt x="46" y="411"/>
                  <a:pt x="50" y="414"/>
                </a:cubicBezTo>
                <a:cubicBezTo>
                  <a:pt x="54" y="417"/>
                  <a:pt x="56" y="421"/>
                  <a:pt x="56" y="427"/>
                </a:cubicBezTo>
                <a:cubicBezTo>
                  <a:pt x="56" y="432"/>
                  <a:pt x="54" y="436"/>
                  <a:pt x="50" y="439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5" name="Freeform 230">
            <a:extLst>
              <a:ext uri="{FF2B5EF4-FFF2-40B4-BE49-F238E27FC236}">
                <a16:creationId xmlns:a16="http://schemas.microsoft.com/office/drawing/2014/main" id="{6C00860C-7DCF-E996-9B26-8C6F3EA08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212660" y="1735183"/>
            <a:ext cx="1045498" cy="495776"/>
          </a:xfrm>
          <a:custGeom>
            <a:avLst/>
            <a:gdLst>
              <a:gd name="T0" fmla="*/ 38 w 344"/>
              <a:gd name="T1" fmla="*/ 56 h 163"/>
              <a:gd name="T2" fmla="*/ 50 w 344"/>
              <a:gd name="T3" fmla="*/ 114 h 163"/>
              <a:gd name="T4" fmla="*/ 20 w 344"/>
              <a:gd name="T5" fmla="*/ 136 h 163"/>
              <a:gd name="T6" fmla="*/ 0 w 344"/>
              <a:gd name="T7" fmla="*/ 54 h 163"/>
              <a:gd name="T8" fmla="*/ 38 w 344"/>
              <a:gd name="T9" fmla="*/ 29 h 163"/>
              <a:gd name="T10" fmla="*/ 16 w 344"/>
              <a:gd name="T11" fmla="*/ 7 h 163"/>
              <a:gd name="T12" fmla="*/ 93 w 344"/>
              <a:gd name="T13" fmla="*/ 23 h 163"/>
              <a:gd name="T14" fmla="*/ 76 w 344"/>
              <a:gd name="T15" fmla="*/ 14 h 163"/>
              <a:gd name="T16" fmla="*/ 45 w 344"/>
              <a:gd name="T17" fmla="*/ 97 h 163"/>
              <a:gd name="T18" fmla="*/ 61 w 344"/>
              <a:gd name="T19" fmla="*/ 136 h 163"/>
              <a:gd name="T20" fmla="*/ 94 w 344"/>
              <a:gd name="T21" fmla="*/ 107 h 163"/>
              <a:gd name="T22" fmla="*/ 71 w 344"/>
              <a:gd name="T23" fmla="*/ 150 h 163"/>
              <a:gd name="T24" fmla="*/ 94 w 344"/>
              <a:gd name="T25" fmla="*/ 161 h 163"/>
              <a:gd name="T26" fmla="*/ 107 w 344"/>
              <a:gd name="T27" fmla="*/ 23 h 163"/>
              <a:gd name="T28" fmla="*/ 94 w 344"/>
              <a:gd name="T29" fmla="*/ 98 h 163"/>
              <a:gd name="T30" fmla="*/ 94 w 344"/>
              <a:gd name="T31" fmla="*/ 73 h 163"/>
              <a:gd name="T32" fmla="*/ 94 w 344"/>
              <a:gd name="T33" fmla="*/ 47 h 163"/>
              <a:gd name="T34" fmla="*/ 137 w 344"/>
              <a:gd name="T35" fmla="*/ 2 h 163"/>
              <a:gd name="T36" fmla="*/ 146 w 344"/>
              <a:gd name="T37" fmla="*/ 46 h 163"/>
              <a:gd name="T38" fmla="*/ 163 w 344"/>
              <a:gd name="T39" fmla="*/ 52 h 163"/>
              <a:gd name="T40" fmla="*/ 132 w 344"/>
              <a:gd name="T41" fmla="*/ 162 h 163"/>
              <a:gd name="T42" fmla="*/ 113 w 344"/>
              <a:gd name="T43" fmla="*/ 145 h 163"/>
              <a:gd name="T44" fmla="*/ 126 w 344"/>
              <a:gd name="T45" fmla="*/ 52 h 163"/>
              <a:gd name="T46" fmla="*/ 123 w 344"/>
              <a:gd name="T47" fmla="*/ 85 h 163"/>
              <a:gd name="T48" fmla="*/ 122 w 344"/>
              <a:gd name="T49" fmla="*/ 110 h 163"/>
              <a:gd name="T50" fmla="*/ 113 w 344"/>
              <a:gd name="T51" fmla="*/ 70 h 163"/>
              <a:gd name="T52" fmla="*/ 217 w 344"/>
              <a:gd name="T53" fmla="*/ 56 h 163"/>
              <a:gd name="T54" fmla="*/ 229 w 344"/>
              <a:gd name="T55" fmla="*/ 114 h 163"/>
              <a:gd name="T56" fmla="*/ 199 w 344"/>
              <a:gd name="T57" fmla="*/ 136 h 163"/>
              <a:gd name="T58" fmla="*/ 179 w 344"/>
              <a:gd name="T59" fmla="*/ 54 h 163"/>
              <a:gd name="T60" fmla="*/ 217 w 344"/>
              <a:gd name="T61" fmla="*/ 29 h 163"/>
              <a:gd name="T62" fmla="*/ 195 w 344"/>
              <a:gd name="T63" fmla="*/ 7 h 163"/>
              <a:gd name="T64" fmla="*/ 272 w 344"/>
              <a:gd name="T65" fmla="*/ 23 h 163"/>
              <a:gd name="T66" fmla="*/ 255 w 344"/>
              <a:gd name="T67" fmla="*/ 14 h 163"/>
              <a:gd name="T68" fmla="*/ 224 w 344"/>
              <a:gd name="T69" fmla="*/ 97 h 163"/>
              <a:gd name="T70" fmla="*/ 240 w 344"/>
              <a:gd name="T71" fmla="*/ 136 h 163"/>
              <a:gd name="T72" fmla="*/ 273 w 344"/>
              <a:gd name="T73" fmla="*/ 107 h 163"/>
              <a:gd name="T74" fmla="*/ 250 w 344"/>
              <a:gd name="T75" fmla="*/ 150 h 163"/>
              <a:gd name="T76" fmla="*/ 273 w 344"/>
              <a:gd name="T77" fmla="*/ 161 h 163"/>
              <a:gd name="T78" fmla="*/ 286 w 344"/>
              <a:gd name="T79" fmla="*/ 23 h 163"/>
              <a:gd name="T80" fmla="*/ 273 w 344"/>
              <a:gd name="T81" fmla="*/ 98 h 163"/>
              <a:gd name="T82" fmla="*/ 273 w 344"/>
              <a:gd name="T83" fmla="*/ 73 h 163"/>
              <a:gd name="T84" fmla="*/ 273 w 344"/>
              <a:gd name="T85" fmla="*/ 47 h 163"/>
              <a:gd name="T86" fmla="*/ 316 w 344"/>
              <a:gd name="T87" fmla="*/ 2 h 163"/>
              <a:gd name="T88" fmla="*/ 325 w 344"/>
              <a:gd name="T89" fmla="*/ 46 h 163"/>
              <a:gd name="T90" fmla="*/ 342 w 344"/>
              <a:gd name="T91" fmla="*/ 52 h 163"/>
              <a:gd name="T92" fmla="*/ 311 w 344"/>
              <a:gd name="T93" fmla="*/ 162 h 163"/>
              <a:gd name="T94" fmla="*/ 292 w 344"/>
              <a:gd name="T95" fmla="*/ 145 h 163"/>
              <a:gd name="T96" fmla="*/ 305 w 344"/>
              <a:gd name="T97" fmla="*/ 52 h 163"/>
              <a:gd name="T98" fmla="*/ 302 w 344"/>
              <a:gd name="T99" fmla="*/ 85 h 163"/>
              <a:gd name="T100" fmla="*/ 301 w 344"/>
              <a:gd name="T101" fmla="*/ 110 h 163"/>
              <a:gd name="T102" fmla="*/ 292 w 344"/>
              <a:gd name="T103" fmla="*/ 70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344" h="163">
                <a:moveTo>
                  <a:pt x="0" y="54"/>
                </a:moveTo>
                <a:cubicBezTo>
                  <a:pt x="5" y="56"/>
                  <a:pt x="11" y="56"/>
                  <a:pt x="20" y="56"/>
                </a:cubicBezTo>
                <a:cubicBezTo>
                  <a:pt x="22" y="56"/>
                  <a:pt x="22" y="56"/>
                  <a:pt x="22" y="56"/>
                </a:cubicBezTo>
                <a:cubicBezTo>
                  <a:pt x="29" y="48"/>
                  <a:pt x="29" y="48"/>
                  <a:pt x="29" y="48"/>
                </a:cubicBezTo>
                <a:cubicBezTo>
                  <a:pt x="33" y="51"/>
                  <a:pt x="36" y="54"/>
                  <a:pt x="38" y="56"/>
                </a:cubicBezTo>
                <a:cubicBezTo>
                  <a:pt x="38" y="57"/>
                  <a:pt x="39" y="58"/>
                  <a:pt x="39" y="58"/>
                </a:cubicBezTo>
                <a:cubicBezTo>
                  <a:pt x="39" y="59"/>
                  <a:pt x="36" y="61"/>
                  <a:pt x="31" y="64"/>
                </a:cubicBezTo>
                <a:cubicBezTo>
                  <a:pt x="31" y="130"/>
                  <a:pt x="31" y="130"/>
                  <a:pt x="31" y="130"/>
                </a:cubicBezTo>
                <a:cubicBezTo>
                  <a:pt x="33" y="128"/>
                  <a:pt x="35" y="127"/>
                  <a:pt x="37" y="126"/>
                </a:cubicBezTo>
                <a:cubicBezTo>
                  <a:pt x="42" y="121"/>
                  <a:pt x="47" y="118"/>
                  <a:pt x="50" y="114"/>
                </a:cubicBezTo>
                <a:cubicBezTo>
                  <a:pt x="51" y="117"/>
                  <a:pt x="51" y="117"/>
                  <a:pt x="51" y="117"/>
                </a:cubicBezTo>
                <a:cubicBezTo>
                  <a:pt x="49" y="121"/>
                  <a:pt x="46" y="125"/>
                  <a:pt x="43" y="128"/>
                </a:cubicBezTo>
                <a:cubicBezTo>
                  <a:pt x="40" y="133"/>
                  <a:pt x="37" y="137"/>
                  <a:pt x="33" y="141"/>
                </a:cubicBezTo>
                <a:cubicBezTo>
                  <a:pt x="33" y="146"/>
                  <a:pt x="32" y="149"/>
                  <a:pt x="31" y="149"/>
                </a:cubicBezTo>
                <a:cubicBezTo>
                  <a:pt x="30" y="149"/>
                  <a:pt x="27" y="145"/>
                  <a:pt x="20" y="136"/>
                </a:cubicBezTo>
                <a:cubicBezTo>
                  <a:pt x="22" y="136"/>
                  <a:pt x="23" y="135"/>
                  <a:pt x="24" y="134"/>
                </a:cubicBezTo>
                <a:cubicBezTo>
                  <a:pt x="24" y="61"/>
                  <a:pt x="24" y="61"/>
                  <a:pt x="24" y="61"/>
                </a:cubicBezTo>
                <a:cubicBezTo>
                  <a:pt x="20" y="61"/>
                  <a:pt x="20" y="61"/>
                  <a:pt x="20" y="61"/>
                </a:cubicBezTo>
                <a:cubicBezTo>
                  <a:pt x="11" y="61"/>
                  <a:pt x="5" y="61"/>
                  <a:pt x="3" y="62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lose/>
                <a:moveTo>
                  <a:pt x="18" y="5"/>
                </a:moveTo>
                <a:cubicBezTo>
                  <a:pt x="23" y="7"/>
                  <a:pt x="27" y="11"/>
                  <a:pt x="30" y="15"/>
                </a:cubicBezTo>
                <a:cubicBezTo>
                  <a:pt x="33" y="18"/>
                  <a:pt x="35" y="20"/>
                  <a:pt x="36" y="23"/>
                </a:cubicBezTo>
                <a:cubicBezTo>
                  <a:pt x="37" y="25"/>
                  <a:pt x="38" y="27"/>
                  <a:pt x="38" y="29"/>
                </a:cubicBezTo>
                <a:cubicBezTo>
                  <a:pt x="38" y="33"/>
                  <a:pt x="36" y="34"/>
                  <a:pt x="33" y="34"/>
                </a:cubicBezTo>
                <a:cubicBezTo>
                  <a:pt x="32" y="34"/>
                  <a:pt x="31" y="34"/>
                  <a:pt x="31" y="34"/>
                </a:cubicBezTo>
                <a:cubicBezTo>
                  <a:pt x="31" y="33"/>
                  <a:pt x="30" y="32"/>
                  <a:pt x="29" y="29"/>
                </a:cubicBezTo>
                <a:cubicBezTo>
                  <a:pt x="27" y="25"/>
                  <a:pt x="26" y="20"/>
                  <a:pt x="24" y="17"/>
                </a:cubicBezTo>
                <a:cubicBezTo>
                  <a:pt x="22" y="14"/>
                  <a:pt x="19" y="11"/>
                  <a:pt x="16" y="7"/>
                </a:cubicBezTo>
                <a:cubicBezTo>
                  <a:pt x="18" y="5"/>
                  <a:pt x="18" y="5"/>
                  <a:pt x="18" y="5"/>
                </a:cubicBezTo>
                <a:cubicBezTo>
                  <a:pt x="18" y="5"/>
                  <a:pt x="18" y="5"/>
                  <a:pt x="18" y="5"/>
                </a:cubicBezTo>
                <a:close/>
                <a:moveTo>
                  <a:pt x="107" y="23"/>
                </a:moveTo>
                <a:cubicBezTo>
                  <a:pt x="106" y="20"/>
                  <a:pt x="103" y="18"/>
                  <a:pt x="98" y="16"/>
                </a:cubicBezTo>
                <a:cubicBezTo>
                  <a:pt x="98" y="16"/>
                  <a:pt x="98" y="16"/>
                  <a:pt x="93" y="23"/>
                </a:cubicBezTo>
                <a:cubicBezTo>
                  <a:pt x="93" y="23"/>
                  <a:pt x="93" y="23"/>
                  <a:pt x="76" y="23"/>
                </a:cubicBezTo>
                <a:cubicBezTo>
                  <a:pt x="80" y="19"/>
                  <a:pt x="83" y="14"/>
                  <a:pt x="85" y="9"/>
                </a:cubicBezTo>
                <a:cubicBezTo>
                  <a:pt x="90" y="9"/>
                  <a:pt x="94" y="9"/>
                  <a:pt x="94" y="7"/>
                </a:cubicBezTo>
                <a:cubicBezTo>
                  <a:pt x="94" y="5"/>
                  <a:pt x="88" y="3"/>
                  <a:pt x="77" y="0"/>
                </a:cubicBezTo>
                <a:cubicBezTo>
                  <a:pt x="77" y="6"/>
                  <a:pt x="76" y="10"/>
                  <a:pt x="76" y="14"/>
                </a:cubicBezTo>
                <a:cubicBezTo>
                  <a:pt x="75" y="16"/>
                  <a:pt x="74" y="20"/>
                  <a:pt x="73" y="23"/>
                </a:cubicBezTo>
                <a:cubicBezTo>
                  <a:pt x="73" y="23"/>
                  <a:pt x="73" y="23"/>
                  <a:pt x="70" y="23"/>
                </a:cubicBezTo>
                <a:cubicBezTo>
                  <a:pt x="70" y="23"/>
                  <a:pt x="70" y="23"/>
                  <a:pt x="60" y="18"/>
                </a:cubicBezTo>
                <a:cubicBezTo>
                  <a:pt x="60" y="18"/>
                  <a:pt x="60" y="18"/>
                  <a:pt x="60" y="98"/>
                </a:cubicBezTo>
                <a:cubicBezTo>
                  <a:pt x="54" y="98"/>
                  <a:pt x="49" y="98"/>
                  <a:pt x="45" y="97"/>
                </a:cubicBezTo>
                <a:cubicBezTo>
                  <a:pt x="45" y="97"/>
                  <a:pt x="45" y="97"/>
                  <a:pt x="48" y="105"/>
                </a:cubicBezTo>
                <a:cubicBezTo>
                  <a:pt x="50" y="104"/>
                  <a:pt x="56" y="104"/>
                  <a:pt x="65" y="104"/>
                </a:cubicBezTo>
                <a:cubicBezTo>
                  <a:pt x="65" y="104"/>
                  <a:pt x="65" y="104"/>
                  <a:pt x="87" y="104"/>
                </a:cubicBezTo>
                <a:cubicBezTo>
                  <a:pt x="83" y="111"/>
                  <a:pt x="79" y="116"/>
                  <a:pt x="75" y="122"/>
                </a:cubicBezTo>
                <a:cubicBezTo>
                  <a:pt x="71" y="127"/>
                  <a:pt x="66" y="132"/>
                  <a:pt x="61" y="136"/>
                </a:cubicBezTo>
                <a:cubicBezTo>
                  <a:pt x="56" y="142"/>
                  <a:pt x="49" y="148"/>
                  <a:pt x="40" y="154"/>
                </a:cubicBezTo>
                <a:cubicBezTo>
                  <a:pt x="40" y="154"/>
                  <a:pt x="40" y="154"/>
                  <a:pt x="42" y="156"/>
                </a:cubicBezTo>
                <a:cubicBezTo>
                  <a:pt x="51" y="151"/>
                  <a:pt x="60" y="145"/>
                  <a:pt x="66" y="141"/>
                </a:cubicBezTo>
                <a:cubicBezTo>
                  <a:pt x="72" y="135"/>
                  <a:pt x="78" y="129"/>
                  <a:pt x="84" y="123"/>
                </a:cubicBezTo>
                <a:cubicBezTo>
                  <a:pt x="87" y="119"/>
                  <a:pt x="91" y="113"/>
                  <a:pt x="94" y="107"/>
                </a:cubicBezTo>
                <a:cubicBezTo>
                  <a:pt x="94" y="107"/>
                  <a:pt x="94" y="107"/>
                  <a:pt x="94" y="143"/>
                </a:cubicBezTo>
                <a:cubicBezTo>
                  <a:pt x="94" y="145"/>
                  <a:pt x="94" y="148"/>
                  <a:pt x="92" y="148"/>
                </a:cubicBezTo>
                <a:cubicBezTo>
                  <a:pt x="92" y="149"/>
                  <a:pt x="89" y="149"/>
                  <a:pt x="87" y="149"/>
                </a:cubicBezTo>
                <a:cubicBezTo>
                  <a:pt x="82" y="149"/>
                  <a:pt x="77" y="148"/>
                  <a:pt x="71" y="146"/>
                </a:cubicBezTo>
                <a:cubicBezTo>
                  <a:pt x="71" y="146"/>
                  <a:pt x="71" y="146"/>
                  <a:pt x="71" y="150"/>
                </a:cubicBezTo>
                <a:cubicBezTo>
                  <a:pt x="75" y="151"/>
                  <a:pt x="78" y="152"/>
                  <a:pt x="81" y="153"/>
                </a:cubicBezTo>
                <a:cubicBezTo>
                  <a:pt x="83" y="154"/>
                  <a:pt x="85" y="155"/>
                  <a:pt x="87" y="156"/>
                </a:cubicBezTo>
                <a:cubicBezTo>
                  <a:pt x="87" y="157"/>
                  <a:pt x="87" y="158"/>
                  <a:pt x="87" y="159"/>
                </a:cubicBezTo>
                <a:cubicBezTo>
                  <a:pt x="87" y="159"/>
                  <a:pt x="87" y="159"/>
                  <a:pt x="88" y="163"/>
                </a:cubicBezTo>
                <a:cubicBezTo>
                  <a:pt x="89" y="163"/>
                  <a:pt x="92" y="162"/>
                  <a:pt x="94" y="161"/>
                </a:cubicBezTo>
                <a:cubicBezTo>
                  <a:pt x="96" y="159"/>
                  <a:pt x="98" y="158"/>
                  <a:pt x="99" y="156"/>
                </a:cubicBezTo>
                <a:cubicBezTo>
                  <a:pt x="101" y="154"/>
                  <a:pt x="102" y="151"/>
                  <a:pt x="102" y="147"/>
                </a:cubicBezTo>
                <a:cubicBezTo>
                  <a:pt x="102" y="147"/>
                  <a:pt x="102" y="147"/>
                  <a:pt x="102" y="31"/>
                </a:cubicBezTo>
                <a:cubicBezTo>
                  <a:pt x="107" y="28"/>
                  <a:pt x="109" y="26"/>
                  <a:pt x="109" y="25"/>
                </a:cubicBezTo>
                <a:cubicBezTo>
                  <a:pt x="109" y="25"/>
                  <a:pt x="109" y="24"/>
                  <a:pt x="107" y="23"/>
                </a:cubicBezTo>
                <a:close/>
                <a:moveTo>
                  <a:pt x="94" y="98"/>
                </a:moveTo>
                <a:cubicBezTo>
                  <a:pt x="94" y="98"/>
                  <a:pt x="94" y="98"/>
                  <a:pt x="68" y="98"/>
                </a:cubicBezTo>
                <a:cubicBezTo>
                  <a:pt x="68" y="78"/>
                  <a:pt x="68" y="78"/>
                  <a:pt x="68" y="78"/>
                </a:cubicBezTo>
                <a:cubicBezTo>
                  <a:pt x="68" y="78"/>
                  <a:pt x="68" y="78"/>
                  <a:pt x="94" y="78"/>
                </a:cubicBezTo>
                <a:cubicBezTo>
                  <a:pt x="94" y="78"/>
                  <a:pt x="94" y="78"/>
                  <a:pt x="94" y="98"/>
                </a:cubicBezTo>
                <a:close/>
                <a:moveTo>
                  <a:pt x="94" y="73"/>
                </a:moveTo>
                <a:cubicBezTo>
                  <a:pt x="94" y="73"/>
                  <a:pt x="94" y="73"/>
                  <a:pt x="68" y="73"/>
                </a:cubicBezTo>
                <a:cubicBezTo>
                  <a:pt x="68" y="52"/>
                  <a:pt x="68" y="52"/>
                  <a:pt x="68" y="52"/>
                </a:cubicBezTo>
                <a:cubicBezTo>
                  <a:pt x="68" y="52"/>
                  <a:pt x="68" y="52"/>
                  <a:pt x="94" y="52"/>
                </a:cubicBezTo>
                <a:cubicBezTo>
                  <a:pt x="94" y="52"/>
                  <a:pt x="94" y="52"/>
                  <a:pt x="94" y="73"/>
                </a:cubicBezTo>
                <a:close/>
                <a:moveTo>
                  <a:pt x="94" y="47"/>
                </a:moveTo>
                <a:cubicBezTo>
                  <a:pt x="94" y="47"/>
                  <a:pt x="94" y="47"/>
                  <a:pt x="68" y="47"/>
                </a:cubicBezTo>
                <a:cubicBezTo>
                  <a:pt x="68" y="28"/>
                  <a:pt x="68" y="28"/>
                  <a:pt x="68" y="28"/>
                </a:cubicBezTo>
                <a:cubicBezTo>
                  <a:pt x="68" y="28"/>
                  <a:pt x="68" y="28"/>
                  <a:pt x="94" y="28"/>
                </a:cubicBezTo>
                <a:cubicBezTo>
                  <a:pt x="94" y="28"/>
                  <a:pt x="94" y="28"/>
                  <a:pt x="94" y="47"/>
                </a:cubicBezTo>
                <a:close/>
                <a:moveTo>
                  <a:pt x="105" y="44"/>
                </a:moveTo>
                <a:cubicBezTo>
                  <a:pt x="110" y="45"/>
                  <a:pt x="117" y="46"/>
                  <a:pt x="126" y="46"/>
                </a:cubicBezTo>
                <a:cubicBezTo>
                  <a:pt x="138" y="46"/>
                  <a:pt x="138" y="46"/>
                  <a:pt x="138" y="46"/>
                </a:cubicBezTo>
                <a:cubicBezTo>
                  <a:pt x="138" y="16"/>
                  <a:pt x="138" y="16"/>
                  <a:pt x="138" y="16"/>
                </a:cubicBezTo>
                <a:cubicBezTo>
                  <a:pt x="138" y="9"/>
                  <a:pt x="137" y="5"/>
                  <a:pt x="137" y="2"/>
                </a:cubicBezTo>
                <a:cubicBezTo>
                  <a:pt x="143" y="3"/>
                  <a:pt x="149" y="5"/>
                  <a:pt x="154" y="7"/>
                </a:cubicBezTo>
                <a:cubicBezTo>
                  <a:pt x="155" y="7"/>
                  <a:pt x="156" y="7"/>
                  <a:pt x="156" y="8"/>
                </a:cubicBezTo>
                <a:cubicBezTo>
                  <a:pt x="156" y="9"/>
                  <a:pt x="155" y="10"/>
                  <a:pt x="154" y="11"/>
                </a:cubicBezTo>
                <a:cubicBezTo>
                  <a:pt x="151" y="12"/>
                  <a:pt x="149" y="12"/>
                  <a:pt x="146" y="13"/>
                </a:cubicBezTo>
                <a:cubicBezTo>
                  <a:pt x="146" y="46"/>
                  <a:pt x="146" y="46"/>
                  <a:pt x="146" y="46"/>
                </a:cubicBezTo>
                <a:cubicBezTo>
                  <a:pt x="147" y="46"/>
                  <a:pt x="147" y="46"/>
                  <a:pt x="147" y="46"/>
                </a:cubicBezTo>
                <a:cubicBezTo>
                  <a:pt x="154" y="38"/>
                  <a:pt x="154" y="38"/>
                  <a:pt x="154" y="38"/>
                </a:cubicBezTo>
                <a:cubicBezTo>
                  <a:pt x="158" y="41"/>
                  <a:pt x="161" y="44"/>
                  <a:pt x="164" y="47"/>
                </a:cubicBezTo>
                <a:cubicBezTo>
                  <a:pt x="165" y="47"/>
                  <a:pt x="165" y="47"/>
                  <a:pt x="165" y="48"/>
                </a:cubicBezTo>
                <a:cubicBezTo>
                  <a:pt x="165" y="50"/>
                  <a:pt x="165" y="52"/>
                  <a:pt x="163" y="52"/>
                </a:cubicBezTo>
                <a:cubicBezTo>
                  <a:pt x="146" y="52"/>
                  <a:pt x="146" y="52"/>
                  <a:pt x="146" y="52"/>
                </a:cubicBezTo>
                <a:cubicBezTo>
                  <a:pt x="146" y="146"/>
                  <a:pt x="146" y="146"/>
                  <a:pt x="146" y="146"/>
                </a:cubicBezTo>
                <a:cubicBezTo>
                  <a:pt x="146" y="150"/>
                  <a:pt x="145" y="153"/>
                  <a:pt x="143" y="155"/>
                </a:cubicBezTo>
                <a:cubicBezTo>
                  <a:pt x="142" y="157"/>
                  <a:pt x="141" y="159"/>
                  <a:pt x="138" y="160"/>
                </a:cubicBezTo>
                <a:cubicBezTo>
                  <a:pt x="136" y="161"/>
                  <a:pt x="134" y="162"/>
                  <a:pt x="132" y="162"/>
                </a:cubicBezTo>
                <a:cubicBezTo>
                  <a:pt x="132" y="159"/>
                  <a:pt x="132" y="159"/>
                  <a:pt x="132" y="159"/>
                </a:cubicBezTo>
                <a:cubicBezTo>
                  <a:pt x="132" y="157"/>
                  <a:pt x="131" y="156"/>
                  <a:pt x="130" y="156"/>
                </a:cubicBezTo>
                <a:cubicBezTo>
                  <a:pt x="130" y="154"/>
                  <a:pt x="127" y="153"/>
                  <a:pt x="124" y="152"/>
                </a:cubicBezTo>
                <a:cubicBezTo>
                  <a:pt x="121" y="151"/>
                  <a:pt x="117" y="150"/>
                  <a:pt x="113" y="150"/>
                </a:cubicBezTo>
                <a:cubicBezTo>
                  <a:pt x="113" y="145"/>
                  <a:pt x="113" y="145"/>
                  <a:pt x="113" y="145"/>
                </a:cubicBezTo>
                <a:cubicBezTo>
                  <a:pt x="119" y="148"/>
                  <a:pt x="125" y="148"/>
                  <a:pt x="131" y="148"/>
                </a:cubicBezTo>
                <a:cubicBezTo>
                  <a:pt x="134" y="148"/>
                  <a:pt x="135" y="148"/>
                  <a:pt x="136" y="148"/>
                </a:cubicBezTo>
                <a:cubicBezTo>
                  <a:pt x="137" y="147"/>
                  <a:pt x="138" y="145"/>
                  <a:pt x="138" y="142"/>
                </a:cubicBezTo>
                <a:cubicBezTo>
                  <a:pt x="138" y="52"/>
                  <a:pt x="138" y="52"/>
                  <a:pt x="138" y="52"/>
                </a:cubicBezTo>
                <a:cubicBezTo>
                  <a:pt x="126" y="52"/>
                  <a:pt x="126" y="52"/>
                  <a:pt x="126" y="52"/>
                </a:cubicBezTo>
                <a:cubicBezTo>
                  <a:pt x="118" y="52"/>
                  <a:pt x="112" y="52"/>
                  <a:pt x="109" y="52"/>
                </a:cubicBezTo>
                <a:cubicBezTo>
                  <a:pt x="105" y="44"/>
                  <a:pt x="105" y="44"/>
                  <a:pt x="105" y="44"/>
                </a:cubicBezTo>
                <a:cubicBezTo>
                  <a:pt x="105" y="44"/>
                  <a:pt x="105" y="44"/>
                  <a:pt x="105" y="44"/>
                </a:cubicBezTo>
                <a:close/>
                <a:moveTo>
                  <a:pt x="113" y="70"/>
                </a:moveTo>
                <a:cubicBezTo>
                  <a:pt x="117" y="75"/>
                  <a:pt x="121" y="80"/>
                  <a:pt x="123" y="85"/>
                </a:cubicBezTo>
                <a:cubicBezTo>
                  <a:pt x="125" y="88"/>
                  <a:pt x="127" y="92"/>
                  <a:pt x="127" y="96"/>
                </a:cubicBezTo>
                <a:cubicBezTo>
                  <a:pt x="129" y="99"/>
                  <a:pt x="130" y="101"/>
                  <a:pt x="130" y="104"/>
                </a:cubicBezTo>
                <a:cubicBezTo>
                  <a:pt x="130" y="105"/>
                  <a:pt x="129" y="107"/>
                  <a:pt x="128" y="108"/>
                </a:cubicBezTo>
                <a:cubicBezTo>
                  <a:pt x="127" y="110"/>
                  <a:pt x="126" y="110"/>
                  <a:pt x="125" y="110"/>
                </a:cubicBezTo>
                <a:cubicBezTo>
                  <a:pt x="124" y="110"/>
                  <a:pt x="123" y="110"/>
                  <a:pt x="122" y="110"/>
                </a:cubicBezTo>
                <a:cubicBezTo>
                  <a:pt x="121" y="108"/>
                  <a:pt x="121" y="107"/>
                  <a:pt x="121" y="105"/>
                </a:cubicBezTo>
                <a:cubicBezTo>
                  <a:pt x="120" y="97"/>
                  <a:pt x="119" y="91"/>
                  <a:pt x="118" y="87"/>
                </a:cubicBezTo>
                <a:cubicBezTo>
                  <a:pt x="116" y="83"/>
                  <a:pt x="114" y="78"/>
                  <a:pt x="111" y="72"/>
                </a:cubicBezTo>
                <a:cubicBezTo>
                  <a:pt x="113" y="70"/>
                  <a:pt x="113" y="70"/>
                  <a:pt x="113" y="70"/>
                </a:cubicBezTo>
                <a:cubicBezTo>
                  <a:pt x="113" y="70"/>
                  <a:pt x="113" y="70"/>
                  <a:pt x="113" y="70"/>
                </a:cubicBezTo>
                <a:close/>
                <a:moveTo>
                  <a:pt x="179" y="54"/>
                </a:moveTo>
                <a:cubicBezTo>
                  <a:pt x="184" y="56"/>
                  <a:pt x="190" y="56"/>
                  <a:pt x="199" y="56"/>
                </a:cubicBezTo>
                <a:cubicBezTo>
                  <a:pt x="201" y="56"/>
                  <a:pt x="201" y="56"/>
                  <a:pt x="201" y="56"/>
                </a:cubicBezTo>
                <a:cubicBezTo>
                  <a:pt x="208" y="48"/>
                  <a:pt x="208" y="48"/>
                  <a:pt x="208" y="48"/>
                </a:cubicBezTo>
                <a:cubicBezTo>
                  <a:pt x="212" y="51"/>
                  <a:pt x="215" y="54"/>
                  <a:pt x="217" y="56"/>
                </a:cubicBezTo>
                <a:cubicBezTo>
                  <a:pt x="217" y="57"/>
                  <a:pt x="218" y="58"/>
                  <a:pt x="218" y="58"/>
                </a:cubicBezTo>
                <a:cubicBezTo>
                  <a:pt x="218" y="59"/>
                  <a:pt x="215" y="61"/>
                  <a:pt x="210" y="64"/>
                </a:cubicBezTo>
                <a:cubicBezTo>
                  <a:pt x="210" y="130"/>
                  <a:pt x="210" y="130"/>
                  <a:pt x="210" y="130"/>
                </a:cubicBezTo>
                <a:cubicBezTo>
                  <a:pt x="213" y="128"/>
                  <a:pt x="214" y="127"/>
                  <a:pt x="215" y="126"/>
                </a:cubicBezTo>
                <a:cubicBezTo>
                  <a:pt x="222" y="121"/>
                  <a:pt x="226" y="118"/>
                  <a:pt x="229" y="114"/>
                </a:cubicBezTo>
                <a:cubicBezTo>
                  <a:pt x="230" y="117"/>
                  <a:pt x="230" y="117"/>
                  <a:pt x="230" y="117"/>
                </a:cubicBezTo>
                <a:cubicBezTo>
                  <a:pt x="228" y="121"/>
                  <a:pt x="225" y="125"/>
                  <a:pt x="222" y="128"/>
                </a:cubicBezTo>
                <a:cubicBezTo>
                  <a:pt x="219" y="133"/>
                  <a:pt x="215" y="137"/>
                  <a:pt x="212" y="141"/>
                </a:cubicBezTo>
                <a:cubicBezTo>
                  <a:pt x="212" y="146"/>
                  <a:pt x="211" y="149"/>
                  <a:pt x="210" y="149"/>
                </a:cubicBezTo>
                <a:cubicBezTo>
                  <a:pt x="209" y="149"/>
                  <a:pt x="206" y="145"/>
                  <a:pt x="199" y="136"/>
                </a:cubicBezTo>
                <a:cubicBezTo>
                  <a:pt x="201" y="136"/>
                  <a:pt x="202" y="135"/>
                  <a:pt x="203" y="134"/>
                </a:cubicBezTo>
                <a:cubicBezTo>
                  <a:pt x="203" y="61"/>
                  <a:pt x="203" y="61"/>
                  <a:pt x="203" y="61"/>
                </a:cubicBezTo>
                <a:cubicBezTo>
                  <a:pt x="199" y="61"/>
                  <a:pt x="199" y="61"/>
                  <a:pt x="199" y="61"/>
                </a:cubicBezTo>
                <a:cubicBezTo>
                  <a:pt x="190" y="61"/>
                  <a:pt x="184" y="61"/>
                  <a:pt x="182" y="62"/>
                </a:cubicBezTo>
                <a:cubicBezTo>
                  <a:pt x="179" y="54"/>
                  <a:pt x="179" y="54"/>
                  <a:pt x="179" y="54"/>
                </a:cubicBezTo>
                <a:cubicBezTo>
                  <a:pt x="179" y="54"/>
                  <a:pt x="179" y="54"/>
                  <a:pt x="179" y="54"/>
                </a:cubicBezTo>
                <a:close/>
                <a:moveTo>
                  <a:pt x="197" y="5"/>
                </a:moveTo>
                <a:cubicBezTo>
                  <a:pt x="202" y="7"/>
                  <a:pt x="206" y="11"/>
                  <a:pt x="209" y="15"/>
                </a:cubicBezTo>
                <a:cubicBezTo>
                  <a:pt x="212" y="18"/>
                  <a:pt x="214" y="20"/>
                  <a:pt x="215" y="23"/>
                </a:cubicBezTo>
                <a:cubicBezTo>
                  <a:pt x="216" y="25"/>
                  <a:pt x="217" y="27"/>
                  <a:pt x="217" y="29"/>
                </a:cubicBezTo>
                <a:cubicBezTo>
                  <a:pt x="217" y="33"/>
                  <a:pt x="215" y="34"/>
                  <a:pt x="212" y="34"/>
                </a:cubicBezTo>
                <a:cubicBezTo>
                  <a:pt x="211" y="34"/>
                  <a:pt x="210" y="34"/>
                  <a:pt x="210" y="34"/>
                </a:cubicBezTo>
                <a:cubicBezTo>
                  <a:pt x="209" y="33"/>
                  <a:pt x="209" y="32"/>
                  <a:pt x="208" y="29"/>
                </a:cubicBezTo>
                <a:cubicBezTo>
                  <a:pt x="206" y="25"/>
                  <a:pt x="205" y="20"/>
                  <a:pt x="203" y="17"/>
                </a:cubicBezTo>
                <a:cubicBezTo>
                  <a:pt x="201" y="14"/>
                  <a:pt x="198" y="11"/>
                  <a:pt x="195" y="7"/>
                </a:cubicBezTo>
                <a:cubicBezTo>
                  <a:pt x="197" y="5"/>
                  <a:pt x="197" y="5"/>
                  <a:pt x="197" y="5"/>
                </a:cubicBezTo>
                <a:cubicBezTo>
                  <a:pt x="197" y="5"/>
                  <a:pt x="197" y="5"/>
                  <a:pt x="197" y="5"/>
                </a:cubicBezTo>
                <a:close/>
                <a:moveTo>
                  <a:pt x="286" y="23"/>
                </a:moveTo>
                <a:cubicBezTo>
                  <a:pt x="285" y="20"/>
                  <a:pt x="282" y="18"/>
                  <a:pt x="277" y="16"/>
                </a:cubicBezTo>
                <a:cubicBezTo>
                  <a:pt x="277" y="16"/>
                  <a:pt x="277" y="16"/>
                  <a:pt x="272" y="23"/>
                </a:cubicBezTo>
                <a:cubicBezTo>
                  <a:pt x="272" y="23"/>
                  <a:pt x="272" y="23"/>
                  <a:pt x="255" y="23"/>
                </a:cubicBezTo>
                <a:cubicBezTo>
                  <a:pt x="259" y="19"/>
                  <a:pt x="261" y="14"/>
                  <a:pt x="263" y="9"/>
                </a:cubicBezTo>
                <a:cubicBezTo>
                  <a:pt x="269" y="9"/>
                  <a:pt x="273" y="9"/>
                  <a:pt x="273" y="7"/>
                </a:cubicBezTo>
                <a:cubicBezTo>
                  <a:pt x="273" y="5"/>
                  <a:pt x="267" y="3"/>
                  <a:pt x="256" y="0"/>
                </a:cubicBezTo>
                <a:cubicBezTo>
                  <a:pt x="256" y="6"/>
                  <a:pt x="255" y="10"/>
                  <a:pt x="255" y="14"/>
                </a:cubicBezTo>
                <a:cubicBezTo>
                  <a:pt x="254" y="16"/>
                  <a:pt x="253" y="20"/>
                  <a:pt x="251" y="23"/>
                </a:cubicBezTo>
                <a:cubicBezTo>
                  <a:pt x="251" y="23"/>
                  <a:pt x="251" y="23"/>
                  <a:pt x="249" y="23"/>
                </a:cubicBezTo>
                <a:cubicBezTo>
                  <a:pt x="249" y="23"/>
                  <a:pt x="249" y="23"/>
                  <a:pt x="239" y="18"/>
                </a:cubicBezTo>
                <a:cubicBezTo>
                  <a:pt x="239" y="18"/>
                  <a:pt x="239" y="18"/>
                  <a:pt x="239" y="98"/>
                </a:cubicBezTo>
                <a:cubicBezTo>
                  <a:pt x="233" y="98"/>
                  <a:pt x="228" y="98"/>
                  <a:pt x="224" y="97"/>
                </a:cubicBezTo>
                <a:cubicBezTo>
                  <a:pt x="224" y="97"/>
                  <a:pt x="224" y="97"/>
                  <a:pt x="227" y="105"/>
                </a:cubicBezTo>
                <a:cubicBezTo>
                  <a:pt x="229" y="104"/>
                  <a:pt x="235" y="104"/>
                  <a:pt x="244" y="104"/>
                </a:cubicBezTo>
                <a:cubicBezTo>
                  <a:pt x="244" y="104"/>
                  <a:pt x="244" y="104"/>
                  <a:pt x="266" y="104"/>
                </a:cubicBezTo>
                <a:cubicBezTo>
                  <a:pt x="262" y="111"/>
                  <a:pt x="258" y="116"/>
                  <a:pt x="254" y="122"/>
                </a:cubicBezTo>
                <a:cubicBezTo>
                  <a:pt x="250" y="127"/>
                  <a:pt x="245" y="132"/>
                  <a:pt x="240" y="136"/>
                </a:cubicBezTo>
                <a:cubicBezTo>
                  <a:pt x="235" y="142"/>
                  <a:pt x="228" y="148"/>
                  <a:pt x="219" y="154"/>
                </a:cubicBezTo>
                <a:cubicBezTo>
                  <a:pt x="219" y="154"/>
                  <a:pt x="219" y="154"/>
                  <a:pt x="221" y="156"/>
                </a:cubicBezTo>
                <a:cubicBezTo>
                  <a:pt x="230" y="151"/>
                  <a:pt x="239" y="145"/>
                  <a:pt x="245" y="141"/>
                </a:cubicBezTo>
                <a:cubicBezTo>
                  <a:pt x="251" y="135"/>
                  <a:pt x="257" y="129"/>
                  <a:pt x="262" y="123"/>
                </a:cubicBezTo>
                <a:cubicBezTo>
                  <a:pt x="266" y="119"/>
                  <a:pt x="270" y="113"/>
                  <a:pt x="273" y="107"/>
                </a:cubicBezTo>
                <a:cubicBezTo>
                  <a:pt x="273" y="107"/>
                  <a:pt x="273" y="107"/>
                  <a:pt x="273" y="143"/>
                </a:cubicBezTo>
                <a:cubicBezTo>
                  <a:pt x="273" y="145"/>
                  <a:pt x="273" y="148"/>
                  <a:pt x="271" y="148"/>
                </a:cubicBezTo>
                <a:cubicBezTo>
                  <a:pt x="271" y="149"/>
                  <a:pt x="268" y="149"/>
                  <a:pt x="266" y="149"/>
                </a:cubicBezTo>
                <a:cubicBezTo>
                  <a:pt x="261" y="149"/>
                  <a:pt x="255" y="148"/>
                  <a:pt x="250" y="146"/>
                </a:cubicBezTo>
                <a:cubicBezTo>
                  <a:pt x="250" y="146"/>
                  <a:pt x="250" y="146"/>
                  <a:pt x="250" y="150"/>
                </a:cubicBezTo>
                <a:cubicBezTo>
                  <a:pt x="254" y="151"/>
                  <a:pt x="257" y="152"/>
                  <a:pt x="260" y="153"/>
                </a:cubicBezTo>
                <a:cubicBezTo>
                  <a:pt x="262" y="154"/>
                  <a:pt x="264" y="155"/>
                  <a:pt x="266" y="156"/>
                </a:cubicBezTo>
                <a:cubicBezTo>
                  <a:pt x="266" y="157"/>
                  <a:pt x="266" y="158"/>
                  <a:pt x="266" y="159"/>
                </a:cubicBezTo>
                <a:cubicBezTo>
                  <a:pt x="266" y="159"/>
                  <a:pt x="266" y="159"/>
                  <a:pt x="267" y="163"/>
                </a:cubicBezTo>
                <a:cubicBezTo>
                  <a:pt x="268" y="163"/>
                  <a:pt x="271" y="162"/>
                  <a:pt x="273" y="161"/>
                </a:cubicBezTo>
                <a:cubicBezTo>
                  <a:pt x="275" y="159"/>
                  <a:pt x="277" y="158"/>
                  <a:pt x="278" y="156"/>
                </a:cubicBezTo>
                <a:cubicBezTo>
                  <a:pt x="280" y="154"/>
                  <a:pt x="281" y="151"/>
                  <a:pt x="281" y="147"/>
                </a:cubicBezTo>
                <a:cubicBezTo>
                  <a:pt x="281" y="147"/>
                  <a:pt x="281" y="147"/>
                  <a:pt x="281" y="31"/>
                </a:cubicBezTo>
                <a:cubicBezTo>
                  <a:pt x="286" y="28"/>
                  <a:pt x="288" y="26"/>
                  <a:pt x="288" y="25"/>
                </a:cubicBezTo>
                <a:cubicBezTo>
                  <a:pt x="288" y="25"/>
                  <a:pt x="288" y="24"/>
                  <a:pt x="286" y="23"/>
                </a:cubicBezTo>
                <a:close/>
                <a:moveTo>
                  <a:pt x="273" y="98"/>
                </a:moveTo>
                <a:cubicBezTo>
                  <a:pt x="273" y="98"/>
                  <a:pt x="273" y="98"/>
                  <a:pt x="247" y="98"/>
                </a:cubicBezTo>
                <a:cubicBezTo>
                  <a:pt x="247" y="78"/>
                  <a:pt x="247" y="78"/>
                  <a:pt x="247" y="78"/>
                </a:cubicBezTo>
                <a:cubicBezTo>
                  <a:pt x="247" y="78"/>
                  <a:pt x="247" y="78"/>
                  <a:pt x="273" y="78"/>
                </a:cubicBezTo>
                <a:cubicBezTo>
                  <a:pt x="273" y="78"/>
                  <a:pt x="273" y="78"/>
                  <a:pt x="273" y="98"/>
                </a:cubicBezTo>
                <a:close/>
                <a:moveTo>
                  <a:pt x="273" y="73"/>
                </a:moveTo>
                <a:cubicBezTo>
                  <a:pt x="273" y="73"/>
                  <a:pt x="273" y="73"/>
                  <a:pt x="247" y="73"/>
                </a:cubicBezTo>
                <a:cubicBezTo>
                  <a:pt x="247" y="52"/>
                  <a:pt x="247" y="52"/>
                  <a:pt x="247" y="52"/>
                </a:cubicBezTo>
                <a:cubicBezTo>
                  <a:pt x="247" y="52"/>
                  <a:pt x="247" y="52"/>
                  <a:pt x="273" y="52"/>
                </a:cubicBezTo>
                <a:cubicBezTo>
                  <a:pt x="273" y="52"/>
                  <a:pt x="273" y="52"/>
                  <a:pt x="273" y="73"/>
                </a:cubicBezTo>
                <a:close/>
                <a:moveTo>
                  <a:pt x="273" y="47"/>
                </a:moveTo>
                <a:cubicBezTo>
                  <a:pt x="273" y="47"/>
                  <a:pt x="273" y="47"/>
                  <a:pt x="247" y="47"/>
                </a:cubicBezTo>
                <a:cubicBezTo>
                  <a:pt x="247" y="28"/>
                  <a:pt x="247" y="28"/>
                  <a:pt x="247" y="28"/>
                </a:cubicBezTo>
                <a:cubicBezTo>
                  <a:pt x="247" y="28"/>
                  <a:pt x="247" y="28"/>
                  <a:pt x="273" y="28"/>
                </a:cubicBezTo>
                <a:cubicBezTo>
                  <a:pt x="273" y="28"/>
                  <a:pt x="273" y="28"/>
                  <a:pt x="273" y="47"/>
                </a:cubicBezTo>
                <a:close/>
                <a:moveTo>
                  <a:pt x="284" y="44"/>
                </a:moveTo>
                <a:cubicBezTo>
                  <a:pt x="289" y="45"/>
                  <a:pt x="296" y="46"/>
                  <a:pt x="305" y="46"/>
                </a:cubicBezTo>
                <a:cubicBezTo>
                  <a:pt x="317" y="46"/>
                  <a:pt x="317" y="46"/>
                  <a:pt x="317" y="46"/>
                </a:cubicBezTo>
                <a:cubicBezTo>
                  <a:pt x="317" y="16"/>
                  <a:pt x="317" y="16"/>
                  <a:pt x="317" y="16"/>
                </a:cubicBezTo>
                <a:cubicBezTo>
                  <a:pt x="317" y="9"/>
                  <a:pt x="316" y="5"/>
                  <a:pt x="316" y="2"/>
                </a:cubicBezTo>
                <a:cubicBezTo>
                  <a:pt x="322" y="3"/>
                  <a:pt x="328" y="5"/>
                  <a:pt x="333" y="7"/>
                </a:cubicBezTo>
                <a:cubicBezTo>
                  <a:pt x="334" y="7"/>
                  <a:pt x="335" y="7"/>
                  <a:pt x="335" y="8"/>
                </a:cubicBezTo>
                <a:cubicBezTo>
                  <a:pt x="335" y="9"/>
                  <a:pt x="334" y="10"/>
                  <a:pt x="333" y="11"/>
                </a:cubicBezTo>
                <a:cubicBezTo>
                  <a:pt x="330" y="12"/>
                  <a:pt x="328" y="12"/>
                  <a:pt x="325" y="13"/>
                </a:cubicBezTo>
                <a:cubicBezTo>
                  <a:pt x="325" y="46"/>
                  <a:pt x="325" y="46"/>
                  <a:pt x="325" y="46"/>
                </a:cubicBezTo>
                <a:cubicBezTo>
                  <a:pt x="326" y="46"/>
                  <a:pt x="326" y="46"/>
                  <a:pt x="326" y="46"/>
                </a:cubicBezTo>
                <a:cubicBezTo>
                  <a:pt x="333" y="38"/>
                  <a:pt x="333" y="38"/>
                  <a:pt x="333" y="38"/>
                </a:cubicBezTo>
                <a:cubicBezTo>
                  <a:pt x="336" y="41"/>
                  <a:pt x="340" y="44"/>
                  <a:pt x="343" y="47"/>
                </a:cubicBezTo>
                <a:cubicBezTo>
                  <a:pt x="344" y="47"/>
                  <a:pt x="344" y="47"/>
                  <a:pt x="344" y="48"/>
                </a:cubicBezTo>
                <a:cubicBezTo>
                  <a:pt x="344" y="50"/>
                  <a:pt x="344" y="52"/>
                  <a:pt x="342" y="52"/>
                </a:cubicBezTo>
                <a:cubicBezTo>
                  <a:pt x="325" y="52"/>
                  <a:pt x="325" y="52"/>
                  <a:pt x="325" y="52"/>
                </a:cubicBezTo>
                <a:cubicBezTo>
                  <a:pt x="325" y="146"/>
                  <a:pt x="325" y="146"/>
                  <a:pt x="325" y="146"/>
                </a:cubicBezTo>
                <a:cubicBezTo>
                  <a:pt x="325" y="150"/>
                  <a:pt x="324" y="153"/>
                  <a:pt x="322" y="155"/>
                </a:cubicBezTo>
                <a:cubicBezTo>
                  <a:pt x="321" y="157"/>
                  <a:pt x="320" y="159"/>
                  <a:pt x="317" y="160"/>
                </a:cubicBezTo>
                <a:cubicBezTo>
                  <a:pt x="315" y="161"/>
                  <a:pt x="313" y="162"/>
                  <a:pt x="311" y="162"/>
                </a:cubicBezTo>
                <a:cubicBezTo>
                  <a:pt x="311" y="159"/>
                  <a:pt x="311" y="159"/>
                  <a:pt x="311" y="159"/>
                </a:cubicBezTo>
                <a:cubicBezTo>
                  <a:pt x="311" y="157"/>
                  <a:pt x="310" y="156"/>
                  <a:pt x="309" y="156"/>
                </a:cubicBezTo>
                <a:cubicBezTo>
                  <a:pt x="308" y="154"/>
                  <a:pt x="306" y="153"/>
                  <a:pt x="303" y="152"/>
                </a:cubicBezTo>
                <a:cubicBezTo>
                  <a:pt x="300" y="151"/>
                  <a:pt x="296" y="150"/>
                  <a:pt x="292" y="150"/>
                </a:cubicBezTo>
                <a:cubicBezTo>
                  <a:pt x="292" y="145"/>
                  <a:pt x="292" y="145"/>
                  <a:pt x="292" y="145"/>
                </a:cubicBezTo>
                <a:cubicBezTo>
                  <a:pt x="298" y="148"/>
                  <a:pt x="304" y="148"/>
                  <a:pt x="309" y="148"/>
                </a:cubicBezTo>
                <a:cubicBezTo>
                  <a:pt x="313" y="148"/>
                  <a:pt x="314" y="148"/>
                  <a:pt x="315" y="148"/>
                </a:cubicBezTo>
                <a:cubicBezTo>
                  <a:pt x="316" y="147"/>
                  <a:pt x="317" y="145"/>
                  <a:pt x="317" y="142"/>
                </a:cubicBezTo>
                <a:cubicBezTo>
                  <a:pt x="317" y="52"/>
                  <a:pt x="317" y="52"/>
                  <a:pt x="317" y="52"/>
                </a:cubicBezTo>
                <a:cubicBezTo>
                  <a:pt x="305" y="52"/>
                  <a:pt x="305" y="52"/>
                  <a:pt x="305" y="52"/>
                </a:cubicBezTo>
                <a:cubicBezTo>
                  <a:pt x="297" y="52"/>
                  <a:pt x="291" y="52"/>
                  <a:pt x="288" y="52"/>
                </a:cubicBezTo>
                <a:cubicBezTo>
                  <a:pt x="284" y="44"/>
                  <a:pt x="284" y="44"/>
                  <a:pt x="284" y="44"/>
                </a:cubicBezTo>
                <a:cubicBezTo>
                  <a:pt x="284" y="44"/>
                  <a:pt x="284" y="44"/>
                  <a:pt x="284" y="44"/>
                </a:cubicBezTo>
                <a:close/>
                <a:moveTo>
                  <a:pt x="292" y="70"/>
                </a:moveTo>
                <a:cubicBezTo>
                  <a:pt x="296" y="75"/>
                  <a:pt x="300" y="80"/>
                  <a:pt x="302" y="85"/>
                </a:cubicBezTo>
                <a:cubicBezTo>
                  <a:pt x="304" y="88"/>
                  <a:pt x="306" y="92"/>
                  <a:pt x="306" y="96"/>
                </a:cubicBezTo>
                <a:cubicBezTo>
                  <a:pt x="308" y="99"/>
                  <a:pt x="308" y="101"/>
                  <a:pt x="308" y="104"/>
                </a:cubicBezTo>
                <a:cubicBezTo>
                  <a:pt x="308" y="105"/>
                  <a:pt x="308" y="107"/>
                  <a:pt x="307" y="108"/>
                </a:cubicBezTo>
                <a:cubicBezTo>
                  <a:pt x="306" y="110"/>
                  <a:pt x="305" y="110"/>
                  <a:pt x="304" y="110"/>
                </a:cubicBezTo>
                <a:cubicBezTo>
                  <a:pt x="303" y="110"/>
                  <a:pt x="302" y="110"/>
                  <a:pt x="301" y="110"/>
                </a:cubicBezTo>
                <a:cubicBezTo>
                  <a:pt x="300" y="108"/>
                  <a:pt x="300" y="107"/>
                  <a:pt x="300" y="105"/>
                </a:cubicBezTo>
                <a:cubicBezTo>
                  <a:pt x="299" y="97"/>
                  <a:pt x="298" y="91"/>
                  <a:pt x="297" y="87"/>
                </a:cubicBezTo>
                <a:cubicBezTo>
                  <a:pt x="295" y="83"/>
                  <a:pt x="293" y="78"/>
                  <a:pt x="290" y="72"/>
                </a:cubicBezTo>
                <a:cubicBezTo>
                  <a:pt x="292" y="70"/>
                  <a:pt x="292" y="70"/>
                  <a:pt x="292" y="70"/>
                </a:cubicBezTo>
                <a:cubicBezTo>
                  <a:pt x="292" y="70"/>
                  <a:pt x="292" y="70"/>
                  <a:pt x="292" y="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6" name="Freeform 231">
            <a:extLst>
              <a:ext uri="{FF2B5EF4-FFF2-40B4-BE49-F238E27FC236}">
                <a16:creationId xmlns:a16="http://schemas.microsoft.com/office/drawing/2014/main" id="{C26B8CDC-01BB-7371-0A30-9102F8850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231197" y="2608377"/>
            <a:ext cx="1791752" cy="319999"/>
          </a:xfrm>
          <a:custGeom>
            <a:avLst/>
            <a:gdLst>
              <a:gd name="T0" fmla="*/ 22 w 632"/>
              <a:gd name="T1" fmla="*/ 21 h 113"/>
              <a:gd name="T2" fmla="*/ 50 w 632"/>
              <a:gd name="T3" fmla="*/ 21 h 113"/>
              <a:gd name="T4" fmla="*/ 99 w 632"/>
              <a:gd name="T5" fmla="*/ 15 h 113"/>
              <a:gd name="T6" fmla="*/ 97 w 632"/>
              <a:gd name="T7" fmla="*/ 49 h 113"/>
              <a:gd name="T8" fmla="*/ 101 w 632"/>
              <a:gd name="T9" fmla="*/ 84 h 113"/>
              <a:gd name="T10" fmla="*/ 118 w 632"/>
              <a:gd name="T11" fmla="*/ 82 h 113"/>
              <a:gd name="T12" fmla="*/ 145 w 632"/>
              <a:gd name="T13" fmla="*/ 82 h 113"/>
              <a:gd name="T14" fmla="*/ 140 w 632"/>
              <a:gd name="T15" fmla="*/ 59 h 113"/>
              <a:gd name="T16" fmla="*/ 115 w 632"/>
              <a:gd name="T17" fmla="*/ 40 h 113"/>
              <a:gd name="T18" fmla="*/ 129 w 632"/>
              <a:gd name="T19" fmla="*/ 15 h 113"/>
              <a:gd name="T20" fmla="*/ 138 w 632"/>
              <a:gd name="T21" fmla="*/ 20 h 113"/>
              <a:gd name="T22" fmla="*/ 121 w 632"/>
              <a:gd name="T23" fmla="*/ 32 h 113"/>
              <a:gd name="T24" fmla="*/ 138 w 632"/>
              <a:gd name="T25" fmla="*/ 50 h 113"/>
              <a:gd name="T26" fmla="*/ 157 w 632"/>
              <a:gd name="T27" fmla="*/ 71 h 113"/>
              <a:gd name="T28" fmla="*/ 132 w 632"/>
              <a:gd name="T29" fmla="*/ 91 h 113"/>
              <a:gd name="T30" fmla="*/ 114 w 632"/>
              <a:gd name="T31" fmla="*/ 87 h 113"/>
              <a:gd name="T32" fmla="*/ 129 w 632"/>
              <a:gd name="T33" fmla="*/ 113 h 113"/>
              <a:gd name="T34" fmla="*/ 134 w 632"/>
              <a:gd name="T35" fmla="*/ 100 h 113"/>
              <a:gd name="T36" fmla="*/ 136 w 632"/>
              <a:gd name="T37" fmla="*/ 90 h 113"/>
              <a:gd name="T38" fmla="*/ 172 w 632"/>
              <a:gd name="T39" fmla="*/ 90 h 113"/>
              <a:gd name="T40" fmla="*/ 179 w 632"/>
              <a:gd name="T41" fmla="*/ 21 h 113"/>
              <a:gd name="T42" fmla="*/ 179 w 632"/>
              <a:gd name="T43" fmla="*/ 55 h 113"/>
              <a:gd name="T44" fmla="*/ 172 w 632"/>
              <a:gd name="T45" fmla="*/ 90 h 113"/>
              <a:gd name="T46" fmla="*/ 233 w 632"/>
              <a:gd name="T47" fmla="*/ 53 h 113"/>
              <a:gd name="T48" fmla="*/ 233 w 632"/>
              <a:gd name="T49" fmla="*/ 15 h 113"/>
              <a:gd name="T50" fmla="*/ 235 w 632"/>
              <a:gd name="T51" fmla="*/ 48 h 113"/>
              <a:gd name="T52" fmla="*/ 275 w 632"/>
              <a:gd name="T53" fmla="*/ 90 h 113"/>
              <a:gd name="T54" fmla="*/ 293 w 632"/>
              <a:gd name="T55" fmla="*/ 53 h 113"/>
              <a:gd name="T56" fmla="*/ 286 w 632"/>
              <a:gd name="T57" fmla="*/ 15 h 113"/>
              <a:gd name="T58" fmla="*/ 294 w 632"/>
              <a:gd name="T59" fmla="*/ 49 h 113"/>
              <a:gd name="T60" fmla="*/ 300 w 632"/>
              <a:gd name="T61" fmla="*/ 51 h 113"/>
              <a:gd name="T62" fmla="*/ 371 w 632"/>
              <a:gd name="T63" fmla="*/ 91 h 113"/>
              <a:gd name="T64" fmla="*/ 351 w 632"/>
              <a:gd name="T65" fmla="*/ 60 h 113"/>
              <a:gd name="T66" fmla="*/ 392 w 632"/>
              <a:gd name="T67" fmla="*/ 15 h 113"/>
              <a:gd name="T68" fmla="*/ 361 w 632"/>
              <a:gd name="T69" fmla="*/ 8 h 113"/>
              <a:gd name="T70" fmla="*/ 360 w 632"/>
              <a:gd name="T71" fmla="*/ 1 h 113"/>
              <a:gd name="T72" fmla="*/ 367 w 632"/>
              <a:gd name="T73" fmla="*/ 2 h 113"/>
              <a:gd name="T74" fmla="*/ 382 w 632"/>
              <a:gd name="T75" fmla="*/ 9 h 113"/>
              <a:gd name="T76" fmla="*/ 381 w 632"/>
              <a:gd name="T77" fmla="*/ 0 h 113"/>
              <a:gd name="T78" fmla="*/ 382 w 632"/>
              <a:gd name="T79" fmla="*/ 9 h 113"/>
              <a:gd name="T80" fmla="*/ 446 w 632"/>
              <a:gd name="T81" fmla="*/ 57 h 113"/>
              <a:gd name="T82" fmla="*/ 456 w 632"/>
              <a:gd name="T83" fmla="*/ 48 h 113"/>
              <a:gd name="T84" fmla="*/ 454 w 632"/>
              <a:gd name="T85" fmla="*/ 20 h 113"/>
              <a:gd name="T86" fmla="*/ 417 w 632"/>
              <a:gd name="T87" fmla="*/ 90 h 113"/>
              <a:gd name="T88" fmla="*/ 437 w 632"/>
              <a:gd name="T89" fmla="*/ 58 h 113"/>
              <a:gd name="T90" fmla="*/ 458 w 632"/>
              <a:gd name="T91" fmla="*/ 90 h 113"/>
              <a:gd name="T92" fmla="*/ 424 w 632"/>
              <a:gd name="T93" fmla="*/ 51 h 113"/>
              <a:gd name="T94" fmla="*/ 454 w 632"/>
              <a:gd name="T95" fmla="*/ 35 h 113"/>
              <a:gd name="T96" fmla="*/ 437 w 632"/>
              <a:gd name="T97" fmla="*/ 51 h 113"/>
              <a:gd name="T98" fmla="*/ 486 w 632"/>
              <a:gd name="T99" fmla="*/ 84 h 113"/>
              <a:gd name="T100" fmla="*/ 529 w 632"/>
              <a:gd name="T101" fmla="*/ 90 h 113"/>
              <a:gd name="T102" fmla="*/ 536 w 632"/>
              <a:gd name="T103" fmla="*/ 21 h 113"/>
              <a:gd name="T104" fmla="*/ 536 w 632"/>
              <a:gd name="T105" fmla="*/ 55 h 113"/>
              <a:gd name="T106" fmla="*/ 529 w 632"/>
              <a:gd name="T107" fmla="*/ 90 h 113"/>
              <a:gd name="T108" fmla="*/ 613 w 632"/>
              <a:gd name="T109" fmla="*/ 57 h 113"/>
              <a:gd name="T110" fmla="*/ 622 w 632"/>
              <a:gd name="T111" fmla="*/ 48 h 113"/>
              <a:gd name="T112" fmla="*/ 620 w 632"/>
              <a:gd name="T113" fmla="*/ 20 h 113"/>
              <a:gd name="T114" fmla="*/ 583 w 632"/>
              <a:gd name="T115" fmla="*/ 90 h 113"/>
              <a:gd name="T116" fmla="*/ 603 w 632"/>
              <a:gd name="T117" fmla="*/ 58 h 113"/>
              <a:gd name="T118" fmla="*/ 624 w 632"/>
              <a:gd name="T119" fmla="*/ 90 h 113"/>
              <a:gd name="T120" fmla="*/ 590 w 632"/>
              <a:gd name="T121" fmla="*/ 51 h 113"/>
              <a:gd name="T122" fmla="*/ 620 w 632"/>
              <a:gd name="T123" fmla="*/ 35 h 113"/>
              <a:gd name="T124" fmla="*/ 603 w 632"/>
              <a:gd name="T125" fmla="*/ 51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632" h="113">
                <a:moveTo>
                  <a:pt x="29" y="21"/>
                </a:moveTo>
                <a:cubicBezTo>
                  <a:pt x="29" y="90"/>
                  <a:pt x="29" y="90"/>
                  <a:pt x="29" y="90"/>
                </a:cubicBezTo>
                <a:cubicBezTo>
                  <a:pt x="22" y="90"/>
                  <a:pt x="22" y="90"/>
                  <a:pt x="22" y="90"/>
                </a:cubicBezTo>
                <a:cubicBezTo>
                  <a:pt x="22" y="21"/>
                  <a:pt x="22" y="21"/>
                  <a:pt x="22" y="21"/>
                </a:cubicBezTo>
                <a:cubicBezTo>
                  <a:pt x="0" y="21"/>
                  <a:pt x="0" y="21"/>
                  <a:pt x="0" y="21"/>
                </a:cubicBezTo>
                <a:cubicBezTo>
                  <a:pt x="0" y="15"/>
                  <a:pt x="0" y="15"/>
                  <a:pt x="0" y="15"/>
                </a:cubicBezTo>
                <a:cubicBezTo>
                  <a:pt x="50" y="15"/>
                  <a:pt x="50" y="15"/>
                  <a:pt x="50" y="15"/>
                </a:cubicBezTo>
                <a:cubicBezTo>
                  <a:pt x="50" y="21"/>
                  <a:pt x="50" y="21"/>
                  <a:pt x="50" y="21"/>
                </a:cubicBezTo>
                <a:lnTo>
                  <a:pt x="29" y="21"/>
                </a:lnTo>
                <a:close/>
                <a:moveTo>
                  <a:pt x="63" y="90"/>
                </a:moveTo>
                <a:cubicBezTo>
                  <a:pt x="63" y="15"/>
                  <a:pt x="63" y="15"/>
                  <a:pt x="63" y="15"/>
                </a:cubicBezTo>
                <a:cubicBezTo>
                  <a:pt x="99" y="15"/>
                  <a:pt x="99" y="15"/>
                  <a:pt x="99" y="15"/>
                </a:cubicBezTo>
                <a:cubicBezTo>
                  <a:pt x="99" y="21"/>
                  <a:pt x="99" y="21"/>
                  <a:pt x="99" y="21"/>
                </a:cubicBezTo>
                <a:cubicBezTo>
                  <a:pt x="70" y="21"/>
                  <a:pt x="70" y="21"/>
                  <a:pt x="70" y="21"/>
                </a:cubicBezTo>
                <a:cubicBezTo>
                  <a:pt x="70" y="49"/>
                  <a:pt x="70" y="49"/>
                  <a:pt x="70" y="49"/>
                </a:cubicBezTo>
                <a:cubicBezTo>
                  <a:pt x="97" y="49"/>
                  <a:pt x="97" y="49"/>
                  <a:pt x="97" y="49"/>
                </a:cubicBezTo>
                <a:cubicBezTo>
                  <a:pt x="97" y="55"/>
                  <a:pt x="97" y="55"/>
                  <a:pt x="97" y="55"/>
                </a:cubicBezTo>
                <a:cubicBezTo>
                  <a:pt x="70" y="55"/>
                  <a:pt x="70" y="55"/>
                  <a:pt x="70" y="55"/>
                </a:cubicBezTo>
                <a:cubicBezTo>
                  <a:pt x="70" y="84"/>
                  <a:pt x="70" y="84"/>
                  <a:pt x="70" y="84"/>
                </a:cubicBezTo>
                <a:cubicBezTo>
                  <a:pt x="101" y="84"/>
                  <a:pt x="101" y="84"/>
                  <a:pt x="101" y="84"/>
                </a:cubicBezTo>
                <a:cubicBezTo>
                  <a:pt x="101" y="90"/>
                  <a:pt x="101" y="90"/>
                  <a:pt x="101" y="90"/>
                </a:cubicBezTo>
                <a:lnTo>
                  <a:pt x="63" y="90"/>
                </a:lnTo>
                <a:close/>
                <a:moveTo>
                  <a:pt x="114" y="79"/>
                </a:moveTo>
                <a:cubicBezTo>
                  <a:pt x="115" y="80"/>
                  <a:pt x="117" y="81"/>
                  <a:pt x="118" y="82"/>
                </a:cubicBezTo>
                <a:cubicBezTo>
                  <a:pt x="120" y="82"/>
                  <a:pt x="121" y="83"/>
                  <a:pt x="123" y="84"/>
                </a:cubicBezTo>
                <a:cubicBezTo>
                  <a:pt x="124" y="84"/>
                  <a:pt x="126" y="84"/>
                  <a:pt x="128" y="85"/>
                </a:cubicBezTo>
                <a:cubicBezTo>
                  <a:pt x="129" y="85"/>
                  <a:pt x="131" y="85"/>
                  <a:pt x="132" y="85"/>
                </a:cubicBezTo>
                <a:cubicBezTo>
                  <a:pt x="138" y="85"/>
                  <a:pt x="142" y="84"/>
                  <a:pt x="145" y="82"/>
                </a:cubicBezTo>
                <a:cubicBezTo>
                  <a:pt x="148" y="80"/>
                  <a:pt x="149" y="76"/>
                  <a:pt x="149" y="72"/>
                </a:cubicBezTo>
                <a:cubicBezTo>
                  <a:pt x="149" y="70"/>
                  <a:pt x="149" y="68"/>
                  <a:pt x="148" y="67"/>
                </a:cubicBezTo>
                <a:cubicBezTo>
                  <a:pt x="148" y="66"/>
                  <a:pt x="147" y="64"/>
                  <a:pt x="145" y="63"/>
                </a:cubicBezTo>
                <a:cubicBezTo>
                  <a:pt x="144" y="62"/>
                  <a:pt x="142" y="60"/>
                  <a:pt x="140" y="59"/>
                </a:cubicBezTo>
                <a:cubicBezTo>
                  <a:pt x="138" y="58"/>
                  <a:pt x="135" y="56"/>
                  <a:pt x="132" y="55"/>
                </a:cubicBezTo>
                <a:cubicBezTo>
                  <a:pt x="129" y="53"/>
                  <a:pt x="126" y="51"/>
                  <a:pt x="124" y="50"/>
                </a:cubicBezTo>
                <a:cubicBezTo>
                  <a:pt x="122" y="48"/>
                  <a:pt x="120" y="47"/>
                  <a:pt x="118" y="45"/>
                </a:cubicBezTo>
                <a:cubicBezTo>
                  <a:pt x="117" y="43"/>
                  <a:pt x="116" y="42"/>
                  <a:pt x="115" y="40"/>
                </a:cubicBezTo>
                <a:cubicBezTo>
                  <a:pt x="115" y="38"/>
                  <a:pt x="114" y="36"/>
                  <a:pt x="114" y="33"/>
                </a:cubicBezTo>
                <a:cubicBezTo>
                  <a:pt x="114" y="30"/>
                  <a:pt x="115" y="27"/>
                  <a:pt x="116" y="25"/>
                </a:cubicBezTo>
                <a:cubicBezTo>
                  <a:pt x="117" y="23"/>
                  <a:pt x="119" y="20"/>
                  <a:pt x="121" y="19"/>
                </a:cubicBezTo>
                <a:cubicBezTo>
                  <a:pt x="124" y="17"/>
                  <a:pt x="126" y="16"/>
                  <a:pt x="129" y="15"/>
                </a:cubicBezTo>
                <a:cubicBezTo>
                  <a:pt x="132" y="14"/>
                  <a:pt x="135" y="14"/>
                  <a:pt x="139" y="14"/>
                </a:cubicBezTo>
                <a:cubicBezTo>
                  <a:pt x="145" y="14"/>
                  <a:pt x="149" y="14"/>
                  <a:pt x="153" y="16"/>
                </a:cubicBezTo>
                <a:cubicBezTo>
                  <a:pt x="153" y="24"/>
                  <a:pt x="153" y="24"/>
                  <a:pt x="153" y="24"/>
                </a:cubicBezTo>
                <a:cubicBezTo>
                  <a:pt x="149" y="21"/>
                  <a:pt x="144" y="20"/>
                  <a:pt x="138" y="20"/>
                </a:cubicBezTo>
                <a:cubicBezTo>
                  <a:pt x="136" y="20"/>
                  <a:pt x="133" y="20"/>
                  <a:pt x="132" y="21"/>
                </a:cubicBezTo>
                <a:cubicBezTo>
                  <a:pt x="130" y="21"/>
                  <a:pt x="128" y="22"/>
                  <a:pt x="126" y="23"/>
                </a:cubicBezTo>
                <a:cubicBezTo>
                  <a:pt x="125" y="24"/>
                  <a:pt x="124" y="25"/>
                  <a:pt x="123" y="27"/>
                </a:cubicBezTo>
                <a:cubicBezTo>
                  <a:pt x="122" y="29"/>
                  <a:pt x="121" y="30"/>
                  <a:pt x="121" y="32"/>
                </a:cubicBezTo>
                <a:cubicBezTo>
                  <a:pt x="121" y="34"/>
                  <a:pt x="122" y="36"/>
                  <a:pt x="122" y="37"/>
                </a:cubicBezTo>
                <a:cubicBezTo>
                  <a:pt x="123" y="39"/>
                  <a:pt x="124" y="40"/>
                  <a:pt x="125" y="42"/>
                </a:cubicBezTo>
                <a:cubicBezTo>
                  <a:pt x="126" y="43"/>
                  <a:pt x="128" y="44"/>
                  <a:pt x="130" y="45"/>
                </a:cubicBezTo>
                <a:cubicBezTo>
                  <a:pt x="132" y="47"/>
                  <a:pt x="135" y="48"/>
                  <a:pt x="138" y="50"/>
                </a:cubicBezTo>
                <a:cubicBezTo>
                  <a:pt x="141" y="51"/>
                  <a:pt x="144" y="53"/>
                  <a:pt x="146" y="54"/>
                </a:cubicBezTo>
                <a:cubicBezTo>
                  <a:pt x="148" y="56"/>
                  <a:pt x="150" y="58"/>
                  <a:pt x="152" y="59"/>
                </a:cubicBezTo>
                <a:cubicBezTo>
                  <a:pt x="153" y="61"/>
                  <a:pt x="155" y="63"/>
                  <a:pt x="155" y="65"/>
                </a:cubicBezTo>
                <a:cubicBezTo>
                  <a:pt x="156" y="67"/>
                  <a:pt x="157" y="69"/>
                  <a:pt x="157" y="71"/>
                </a:cubicBezTo>
                <a:cubicBezTo>
                  <a:pt x="157" y="75"/>
                  <a:pt x="156" y="78"/>
                  <a:pt x="155" y="80"/>
                </a:cubicBezTo>
                <a:cubicBezTo>
                  <a:pt x="154" y="83"/>
                  <a:pt x="152" y="85"/>
                  <a:pt x="150" y="86"/>
                </a:cubicBezTo>
                <a:cubicBezTo>
                  <a:pt x="147" y="88"/>
                  <a:pt x="145" y="89"/>
                  <a:pt x="142" y="90"/>
                </a:cubicBezTo>
                <a:cubicBezTo>
                  <a:pt x="139" y="91"/>
                  <a:pt x="135" y="91"/>
                  <a:pt x="132" y="91"/>
                </a:cubicBezTo>
                <a:cubicBezTo>
                  <a:pt x="130" y="91"/>
                  <a:pt x="129" y="91"/>
                  <a:pt x="127" y="91"/>
                </a:cubicBezTo>
                <a:cubicBezTo>
                  <a:pt x="126" y="91"/>
                  <a:pt x="124" y="91"/>
                  <a:pt x="122" y="90"/>
                </a:cubicBezTo>
                <a:cubicBezTo>
                  <a:pt x="121" y="90"/>
                  <a:pt x="119" y="89"/>
                  <a:pt x="118" y="89"/>
                </a:cubicBezTo>
                <a:cubicBezTo>
                  <a:pt x="116" y="88"/>
                  <a:pt x="115" y="88"/>
                  <a:pt x="114" y="87"/>
                </a:cubicBezTo>
                <a:lnTo>
                  <a:pt x="114" y="79"/>
                </a:lnTo>
                <a:close/>
                <a:moveTo>
                  <a:pt x="147" y="104"/>
                </a:moveTo>
                <a:cubicBezTo>
                  <a:pt x="147" y="110"/>
                  <a:pt x="142" y="113"/>
                  <a:pt x="133" y="113"/>
                </a:cubicBezTo>
                <a:cubicBezTo>
                  <a:pt x="131" y="113"/>
                  <a:pt x="130" y="113"/>
                  <a:pt x="129" y="113"/>
                </a:cubicBezTo>
                <a:cubicBezTo>
                  <a:pt x="129" y="108"/>
                  <a:pt x="129" y="108"/>
                  <a:pt x="129" y="108"/>
                </a:cubicBezTo>
                <a:cubicBezTo>
                  <a:pt x="131" y="109"/>
                  <a:pt x="132" y="109"/>
                  <a:pt x="133" y="109"/>
                </a:cubicBezTo>
                <a:cubicBezTo>
                  <a:pt x="138" y="109"/>
                  <a:pt x="141" y="107"/>
                  <a:pt x="141" y="104"/>
                </a:cubicBezTo>
                <a:cubicBezTo>
                  <a:pt x="141" y="101"/>
                  <a:pt x="139" y="100"/>
                  <a:pt x="134" y="100"/>
                </a:cubicBezTo>
                <a:cubicBezTo>
                  <a:pt x="133" y="100"/>
                  <a:pt x="133" y="100"/>
                  <a:pt x="132" y="100"/>
                </a:cubicBezTo>
                <a:cubicBezTo>
                  <a:pt x="132" y="100"/>
                  <a:pt x="132" y="100"/>
                  <a:pt x="131" y="100"/>
                </a:cubicBezTo>
                <a:cubicBezTo>
                  <a:pt x="131" y="90"/>
                  <a:pt x="131" y="90"/>
                  <a:pt x="131" y="90"/>
                </a:cubicBezTo>
                <a:cubicBezTo>
                  <a:pt x="136" y="90"/>
                  <a:pt x="136" y="90"/>
                  <a:pt x="136" y="90"/>
                </a:cubicBezTo>
                <a:cubicBezTo>
                  <a:pt x="136" y="96"/>
                  <a:pt x="136" y="96"/>
                  <a:pt x="136" y="96"/>
                </a:cubicBezTo>
                <a:cubicBezTo>
                  <a:pt x="139" y="96"/>
                  <a:pt x="142" y="97"/>
                  <a:pt x="144" y="98"/>
                </a:cubicBezTo>
                <a:cubicBezTo>
                  <a:pt x="146" y="99"/>
                  <a:pt x="147" y="101"/>
                  <a:pt x="147" y="104"/>
                </a:cubicBezTo>
                <a:close/>
                <a:moveTo>
                  <a:pt x="172" y="90"/>
                </a:moveTo>
                <a:cubicBezTo>
                  <a:pt x="172" y="15"/>
                  <a:pt x="172" y="15"/>
                  <a:pt x="172" y="15"/>
                </a:cubicBezTo>
                <a:cubicBezTo>
                  <a:pt x="209" y="15"/>
                  <a:pt x="209" y="15"/>
                  <a:pt x="209" y="15"/>
                </a:cubicBezTo>
                <a:cubicBezTo>
                  <a:pt x="209" y="21"/>
                  <a:pt x="209" y="21"/>
                  <a:pt x="209" y="21"/>
                </a:cubicBezTo>
                <a:cubicBezTo>
                  <a:pt x="179" y="21"/>
                  <a:pt x="179" y="21"/>
                  <a:pt x="179" y="21"/>
                </a:cubicBezTo>
                <a:cubicBezTo>
                  <a:pt x="179" y="49"/>
                  <a:pt x="179" y="49"/>
                  <a:pt x="179" y="49"/>
                </a:cubicBezTo>
                <a:cubicBezTo>
                  <a:pt x="207" y="49"/>
                  <a:pt x="207" y="49"/>
                  <a:pt x="207" y="49"/>
                </a:cubicBezTo>
                <a:cubicBezTo>
                  <a:pt x="207" y="55"/>
                  <a:pt x="207" y="55"/>
                  <a:pt x="207" y="55"/>
                </a:cubicBezTo>
                <a:cubicBezTo>
                  <a:pt x="179" y="55"/>
                  <a:pt x="179" y="55"/>
                  <a:pt x="179" y="55"/>
                </a:cubicBezTo>
                <a:cubicBezTo>
                  <a:pt x="179" y="84"/>
                  <a:pt x="179" y="84"/>
                  <a:pt x="179" y="84"/>
                </a:cubicBezTo>
                <a:cubicBezTo>
                  <a:pt x="211" y="84"/>
                  <a:pt x="211" y="84"/>
                  <a:pt x="211" y="84"/>
                </a:cubicBezTo>
                <a:cubicBezTo>
                  <a:pt x="211" y="90"/>
                  <a:pt x="211" y="90"/>
                  <a:pt x="211" y="90"/>
                </a:cubicBezTo>
                <a:lnTo>
                  <a:pt x="172" y="90"/>
                </a:lnTo>
                <a:close/>
                <a:moveTo>
                  <a:pt x="266" y="90"/>
                </a:moveTo>
                <a:cubicBezTo>
                  <a:pt x="235" y="55"/>
                  <a:pt x="235" y="55"/>
                  <a:pt x="235" y="55"/>
                </a:cubicBezTo>
                <a:cubicBezTo>
                  <a:pt x="234" y="54"/>
                  <a:pt x="234" y="53"/>
                  <a:pt x="233" y="53"/>
                </a:cubicBezTo>
                <a:cubicBezTo>
                  <a:pt x="233" y="53"/>
                  <a:pt x="233" y="53"/>
                  <a:pt x="233" y="53"/>
                </a:cubicBezTo>
                <a:cubicBezTo>
                  <a:pt x="233" y="90"/>
                  <a:pt x="233" y="90"/>
                  <a:pt x="233" y="90"/>
                </a:cubicBezTo>
                <a:cubicBezTo>
                  <a:pt x="226" y="90"/>
                  <a:pt x="226" y="90"/>
                  <a:pt x="226" y="90"/>
                </a:cubicBezTo>
                <a:cubicBezTo>
                  <a:pt x="226" y="15"/>
                  <a:pt x="226" y="15"/>
                  <a:pt x="226" y="15"/>
                </a:cubicBezTo>
                <a:cubicBezTo>
                  <a:pt x="233" y="15"/>
                  <a:pt x="233" y="15"/>
                  <a:pt x="233" y="15"/>
                </a:cubicBezTo>
                <a:cubicBezTo>
                  <a:pt x="233" y="50"/>
                  <a:pt x="233" y="50"/>
                  <a:pt x="233" y="50"/>
                </a:cubicBezTo>
                <a:cubicBezTo>
                  <a:pt x="233" y="50"/>
                  <a:pt x="233" y="50"/>
                  <a:pt x="233" y="50"/>
                </a:cubicBezTo>
                <a:cubicBezTo>
                  <a:pt x="234" y="50"/>
                  <a:pt x="234" y="49"/>
                  <a:pt x="234" y="49"/>
                </a:cubicBezTo>
                <a:cubicBezTo>
                  <a:pt x="235" y="49"/>
                  <a:pt x="235" y="48"/>
                  <a:pt x="235" y="48"/>
                </a:cubicBezTo>
                <a:cubicBezTo>
                  <a:pt x="264" y="15"/>
                  <a:pt x="264" y="15"/>
                  <a:pt x="264" y="15"/>
                </a:cubicBezTo>
                <a:cubicBezTo>
                  <a:pt x="273" y="15"/>
                  <a:pt x="273" y="15"/>
                  <a:pt x="273" y="15"/>
                </a:cubicBezTo>
                <a:cubicBezTo>
                  <a:pt x="241" y="51"/>
                  <a:pt x="241" y="51"/>
                  <a:pt x="241" y="51"/>
                </a:cubicBezTo>
                <a:cubicBezTo>
                  <a:pt x="275" y="90"/>
                  <a:pt x="275" y="90"/>
                  <a:pt x="275" y="90"/>
                </a:cubicBezTo>
                <a:lnTo>
                  <a:pt x="266" y="90"/>
                </a:lnTo>
                <a:close/>
                <a:moveTo>
                  <a:pt x="325" y="90"/>
                </a:moveTo>
                <a:cubicBezTo>
                  <a:pt x="295" y="55"/>
                  <a:pt x="295" y="55"/>
                  <a:pt x="295" y="55"/>
                </a:cubicBezTo>
                <a:cubicBezTo>
                  <a:pt x="294" y="54"/>
                  <a:pt x="293" y="53"/>
                  <a:pt x="293" y="53"/>
                </a:cubicBezTo>
                <a:cubicBezTo>
                  <a:pt x="293" y="53"/>
                  <a:pt x="293" y="53"/>
                  <a:pt x="293" y="53"/>
                </a:cubicBezTo>
                <a:cubicBezTo>
                  <a:pt x="293" y="90"/>
                  <a:pt x="293" y="90"/>
                  <a:pt x="293" y="90"/>
                </a:cubicBezTo>
                <a:cubicBezTo>
                  <a:pt x="286" y="90"/>
                  <a:pt x="286" y="90"/>
                  <a:pt x="286" y="90"/>
                </a:cubicBezTo>
                <a:cubicBezTo>
                  <a:pt x="286" y="15"/>
                  <a:pt x="286" y="15"/>
                  <a:pt x="286" y="15"/>
                </a:cubicBezTo>
                <a:cubicBezTo>
                  <a:pt x="293" y="15"/>
                  <a:pt x="293" y="15"/>
                  <a:pt x="293" y="15"/>
                </a:cubicBezTo>
                <a:cubicBezTo>
                  <a:pt x="293" y="50"/>
                  <a:pt x="293" y="50"/>
                  <a:pt x="293" y="50"/>
                </a:cubicBezTo>
                <a:cubicBezTo>
                  <a:pt x="293" y="50"/>
                  <a:pt x="293" y="50"/>
                  <a:pt x="293" y="50"/>
                </a:cubicBezTo>
                <a:cubicBezTo>
                  <a:pt x="293" y="50"/>
                  <a:pt x="293" y="49"/>
                  <a:pt x="294" y="49"/>
                </a:cubicBezTo>
                <a:cubicBezTo>
                  <a:pt x="294" y="49"/>
                  <a:pt x="294" y="48"/>
                  <a:pt x="295" y="48"/>
                </a:cubicBezTo>
                <a:cubicBezTo>
                  <a:pt x="324" y="15"/>
                  <a:pt x="324" y="15"/>
                  <a:pt x="324" y="15"/>
                </a:cubicBezTo>
                <a:cubicBezTo>
                  <a:pt x="333" y="15"/>
                  <a:pt x="333" y="15"/>
                  <a:pt x="333" y="15"/>
                </a:cubicBezTo>
                <a:cubicBezTo>
                  <a:pt x="300" y="51"/>
                  <a:pt x="300" y="51"/>
                  <a:pt x="300" y="51"/>
                </a:cubicBezTo>
                <a:cubicBezTo>
                  <a:pt x="335" y="90"/>
                  <a:pt x="335" y="90"/>
                  <a:pt x="335" y="90"/>
                </a:cubicBezTo>
                <a:lnTo>
                  <a:pt x="325" y="90"/>
                </a:lnTo>
                <a:close/>
                <a:moveTo>
                  <a:pt x="398" y="60"/>
                </a:moveTo>
                <a:cubicBezTo>
                  <a:pt x="398" y="81"/>
                  <a:pt x="389" y="91"/>
                  <a:pt x="371" y="91"/>
                </a:cubicBezTo>
                <a:cubicBezTo>
                  <a:pt x="353" y="91"/>
                  <a:pt x="344" y="81"/>
                  <a:pt x="344" y="61"/>
                </a:cubicBezTo>
                <a:cubicBezTo>
                  <a:pt x="344" y="15"/>
                  <a:pt x="344" y="15"/>
                  <a:pt x="344" y="15"/>
                </a:cubicBezTo>
                <a:cubicBezTo>
                  <a:pt x="351" y="15"/>
                  <a:pt x="351" y="15"/>
                  <a:pt x="351" y="15"/>
                </a:cubicBezTo>
                <a:cubicBezTo>
                  <a:pt x="351" y="60"/>
                  <a:pt x="351" y="60"/>
                  <a:pt x="351" y="60"/>
                </a:cubicBezTo>
                <a:cubicBezTo>
                  <a:pt x="351" y="69"/>
                  <a:pt x="353" y="75"/>
                  <a:pt x="356" y="79"/>
                </a:cubicBezTo>
                <a:cubicBezTo>
                  <a:pt x="360" y="83"/>
                  <a:pt x="365" y="85"/>
                  <a:pt x="372" y="85"/>
                </a:cubicBezTo>
                <a:cubicBezTo>
                  <a:pt x="385" y="85"/>
                  <a:pt x="392" y="77"/>
                  <a:pt x="392" y="61"/>
                </a:cubicBezTo>
                <a:cubicBezTo>
                  <a:pt x="392" y="15"/>
                  <a:pt x="392" y="15"/>
                  <a:pt x="392" y="15"/>
                </a:cubicBezTo>
                <a:cubicBezTo>
                  <a:pt x="398" y="15"/>
                  <a:pt x="398" y="15"/>
                  <a:pt x="398" y="15"/>
                </a:cubicBezTo>
                <a:lnTo>
                  <a:pt x="398" y="60"/>
                </a:lnTo>
                <a:close/>
                <a:moveTo>
                  <a:pt x="363" y="9"/>
                </a:moveTo>
                <a:cubicBezTo>
                  <a:pt x="362" y="9"/>
                  <a:pt x="362" y="9"/>
                  <a:pt x="361" y="8"/>
                </a:cubicBezTo>
                <a:cubicBezTo>
                  <a:pt x="360" y="8"/>
                  <a:pt x="360" y="8"/>
                  <a:pt x="360" y="7"/>
                </a:cubicBezTo>
                <a:cubicBezTo>
                  <a:pt x="359" y="7"/>
                  <a:pt x="359" y="6"/>
                  <a:pt x="359" y="6"/>
                </a:cubicBezTo>
                <a:cubicBezTo>
                  <a:pt x="358" y="5"/>
                  <a:pt x="358" y="5"/>
                  <a:pt x="358" y="4"/>
                </a:cubicBezTo>
                <a:cubicBezTo>
                  <a:pt x="358" y="3"/>
                  <a:pt x="359" y="2"/>
                  <a:pt x="360" y="1"/>
                </a:cubicBezTo>
                <a:cubicBezTo>
                  <a:pt x="360" y="0"/>
                  <a:pt x="361" y="0"/>
                  <a:pt x="363" y="0"/>
                </a:cubicBezTo>
                <a:cubicBezTo>
                  <a:pt x="363" y="0"/>
                  <a:pt x="364" y="0"/>
                  <a:pt x="364" y="0"/>
                </a:cubicBezTo>
                <a:cubicBezTo>
                  <a:pt x="365" y="0"/>
                  <a:pt x="365" y="1"/>
                  <a:pt x="366" y="1"/>
                </a:cubicBezTo>
                <a:cubicBezTo>
                  <a:pt x="366" y="1"/>
                  <a:pt x="367" y="2"/>
                  <a:pt x="367" y="2"/>
                </a:cubicBezTo>
                <a:cubicBezTo>
                  <a:pt x="367" y="3"/>
                  <a:pt x="367" y="4"/>
                  <a:pt x="367" y="4"/>
                </a:cubicBezTo>
                <a:cubicBezTo>
                  <a:pt x="367" y="5"/>
                  <a:pt x="367" y="6"/>
                  <a:pt x="366" y="7"/>
                </a:cubicBezTo>
                <a:cubicBezTo>
                  <a:pt x="365" y="8"/>
                  <a:pt x="364" y="9"/>
                  <a:pt x="363" y="9"/>
                </a:cubicBezTo>
                <a:close/>
                <a:moveTo>
                  <a:pt x="382" y="9"/>
                </a:moveTo>
                <a:cubicBezTo>
                  <a:pt x="380" y="9"/>
                  <a:pt x="379" y="8"/>
                  <a:pt x="379" y="7"/>
                </a:cubicBezTo>
                <a:cubicBezTo>
                  <a:pt x="378" y="7"/>
                  <a:pt x="377" y="5"/>
                  <a:pt x="377" y="4"/>
                </a:cubicBezTo>
                <a:cubicBezTo>
                  <a:pt x="377" y="3"/>
                  <a:pt x="378" y="2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5" y="1"/>
                </a:cubicBezTo>
                <a:cubicBezTo>
                  <a:pt x="386" y="2"/>
                  <a:pt x="386" y="3"/>
                  <a:pt x="386" y="4"/>
                </a:cubicBezTo>
                <a:cubicBezTo>
                  <a:pt x="386" y="5"/>
                  <a:pt x="386" y="6"/>
                  <a:pt x="385" y="7"/>
                </a:cubicBezTo>
                <a:cubicBezTo>
                  <a:pt x="384" y="8"/>
                  <a:pt x="383" y="9"/>
                  <a:pt x="382" y="9"/>
                </a:cubicBezTo>
                <a:close/>
                <a:moveTo>
                  <a:pt x="454" y="67"/>
                </a:moveTo>
                <a:cubicBezTo>
                  <a:pt x="453" y="65"/>
                  <a:pt x="452" y="64"/>
                  <a:pt x="451" y="63"/>
                </a:cubicBezTo>
                <a:cubicBezTo>
                  <a:pt x="450" y="61"/>
                  <a:pt x="450" y="60"/>
                  <a:pt x="449" y="59"/>
                </a:cubicBezTo>
                <a:cubicBezTo>
                  <a:pt x="448" y="58"/>
                  <a:pt x="447" y="58"/>
                  <a:pt x="446" y="57"/>
                </a:cubicBezTo>
                <a:cubicBezTo>
                  <a:pt x="446" y="56"/>
                  <a:pt x="445" y="56"/>
                  <a:pt x="444" y="55"/>
                </a:cubicBezTo>
                <a:cubicBezTo>
                  <a:pt x="444" y="55"/>
                  <a:pt x="444" y="55"/>
                  <a:pt x="444" y="55"/>
                </a:cubicBezTo>
                <a:cubicBezTo>
                  <a:pt x="446" y="54"/>
                  <a:pt x="449" y="54"/>
                  <a:pt x="451" y="52"/>
                </a:cubicBezTo>
                <a:cubicBezTo>
                  <a:pt x="453" y="51"/>
                  <a:pt x="455" y="50"/>
                  <a:pt x="456" y="48"/>
                </a:cubicBezTo>
                <a:cubicBezTo>
                  <a:pt x="458" y="46"/>
                  <a:pt x="459" y="44"/>
                  <a:pt x="460" y="42"/>
                </a:cubicBezTo>
                <a:cubicBezTo>
                  <a:pt x="460" y="40"/>
                  <a:pt x="461" y="37"/>
                  <a:pt x="461" y="35"/>
                </a:cubicBezTo>
                <a:cubicBezTo>
                  <a:pt x="461" y="31"/>
                  <a:pt x="460" y="28"/>
                  <a:pt x="459" y="26"/>
                </a:cubicBezTo>
                <a:cubicBezTo>
                  <a:pt x="458" y="23"/>
                  <a:pt x="456" y="21"/>
                  <a:pt x="454" y="20"/>
                </a:cubicBezTo>
                <a:cubicBezTo>
                  <a:pt x="452" y="18"/>
                  <a:pt x="450" y="17"/>
                  <a:pt x="447" y="16"/>
                </a:cubicBezTo>
                <a:cubicBezTo>
                  <a:pt x="444" y="15"/>
                  <a:pt x="442" y="15"/>
                  <a:pt x="439" y="15"/>
                </a:cubicBezTo>
                <a:cubicBezTo>
                  <a:pt x="417" y="15"/>
                  <a:pt x="417" y="15"/>
                  <a:pt x="417" y="15"/>
                </a:cubicBezTo>
                <a:cubicBezTo>
                  <a:pt x="417" y="90"/>
                  <a:pt x="417" y="90"/>
                  <a:pt x="417" y="90"/>
                </a:cubicBezTo>
                <a:cubicBezTo>
                  <a:pt x="424" y="90"/>
                  <a:pt x="424" y="90"/>
                  <a:pt x="424" y="90"/>
                </a:cubicBezTo>
                <a:cubicBezTo>
                  <a:pt x="424" y="57"/>
                  <a:pt x="424" y="57"/>
                  <a:pt x="424" y="57"/>
                </a:cubicBezTo>
                <a:cubicBezTo>
                  <a:pt x="432" y="57"/>
                  <a:pt x="432" y="57"/>
                  <a:pt x="432" y="57"/>
                </a:cubicBezTo>
                <a:cubicBezTo>
                  <a:pt x="434" y="57"/>
                  <a:pt x="435" y="57"/>
                  <a:pt x="437" y="58"/>
                </a:cubicBezTo>
                <a:cubicBezTo>
                  <a:pt x="438" y="58"/>
                  <a:pt x="439" y="59"/>
                  <a:pt x="440" y="60"/>
                </a:cubicBezTo>
                <a:cubicBezTo>
                  <a:pt x="441" y="61"/>
                  <a:pt x="442" y="62"/>
                  <a:pt x="443" y="63"/>
                </a:cubicBezTo>
                <a:cubicBezTo>
                  <a:pt x="445" y="65"/>
                  <a:pt x="446" y="66"/>
                  <a:pt x="447" y="69"/>
                </a:cubicBezTo>
                <a:cubicBezTo>
                  <a:pt x="458" y="90"/>
                  <a:pt x="458" y="90"/>
                  <a:pt x="458" y="90"/>
                </a:cubicBezTo>
                <a:cubicBezTo>
                  <a:pt x="466" y="90"/>
                  <a:pt x="466" y="90"/>
                  <a:pt x="466" y="90"/>
                </a:cubicBezTo>
                <a:lnTo>
                  <a:pt x="454" y="67"/>
                </a:lnTo>
                <a:close/>
                <a:moveTo>
                  <a:pt x="437" y="51"/>
                </a:moveTo>
                <a:cubicBezTo>
                  <a:pt x="424" y="51"/>
                  <a:pt x="424" y="51"/>
                  <a:pt x="424" y="51"/>
                </a:cubicBezTo>
                <a:cubicBezTo>
                  <a:pt x="424" y="21"/>
                  <a:pt x="424" y="21"/>
                  <a:pt x="424" y="21"/>
                </a:cubicBezTo>
                <a:cubicBezTo>
                  <a:pt x="437" y="21"/>
                  <a:pt x="437" y="21"/>
                  <a:pt x="437" y="21"/>
                </a:cubicBezTo>
                <a:cubicBezTo>
                  <a:pt x="442" y="21"/>
                  <a:pt x="447" y="22"/>
                  <a:pt x="449" y="25"/>
                </a:cubicBezTo>
                <a:cubicBezTo>
                  <a:pt x="452" y="27"/>
                  <a:pt x="454" y="31"/>
                  <a:pt x="454" y="35"/>
                </a:cubicBezTo>
                <a:cubicBezTo>
                  <a:pt x="454" y="38"/>
                  <a:pt x="453" y="40"/>
                  <a:pt x="452" y="42"/>
                </a:cubicBezTo>
                <a:cubicBezTo>
                  <a:pt x="452" y="44"/>
                  <a:pt x="450" y="45"/>
                  <a:pt x="449" y="47"/>
                </a:cubicBezTo>
                <a:cubicBezTo>
                  <a:pt x="447" y="48"/>
                  <a:pt x="446" y="49"/>
                  <a:pt x="443" y="50"/>
                </a:cubicBezTo>
                <a:cubicBezTo>
                  <a:pt x="441" y="51"/>
                  <a:pt x="439" y="51"/>
                  <a:pt x="437" y="51"/>
                </a:cubicBezTo>
                <a:close/>
                <a:moveTo>
                  <a:pt x="479" y="90"/>
                </a:moveTo>
                <a:cubicBezTo>
                  <a:pt x="479" y="15"/>
                  <a:pt x="479" y="15"/>
                  <a:pt x="479" y="15"/>
                </a:cubicBezTo>
                <a:cubicBezTo>
                  <a:pt x="486" y="15"/>
                  <a:pt x="486" y="15"/>
                  <a:pt x="486" y="15"/>
                </a:cubicBezTo>
                <a:cubicBezTo>
                  <a:pt x="486" y="84"/>
                  <a:pt x="486" y="84"/>
                  <a:pt x="486" y="84"/>
                </a:cubicBezTo>
                <a:cubicBezTo>
                  <a:pt x="516" y="84"/>
                  <a:pt x="516" y="84"/>
                  <a:pt x="516" y="84"/>
                </a:cubicBezTo>
                <a:cubicBezTo>
                  <a:pt x="516" y="90"/>
                  <a:pt x="516" y="90"/>
                  <a:pt x="516" y="90"/>
                </a:cubicBezTo>
                <a:lnTo>
                  <a:pt x="479" y="90"/>
                </a:lnTo>
                <a:close/>
                <a:moveTo>
                  <a:pt x="529" y="90"/>
                </a:moveTo>
                <a:cubicBezTo>
                  <a:pt x="529" y="15"/>
                  <a:pt x="529" y="15"/>
                  <a:pt x="529" y="15"/>
                </a:cubicBezTo>
                <a:cubicBezTo>
                  <a:pt x="566" y="15"/>
                  <a:pt x="566" y="15"/>
                  <a:pt x="566" y="15"/>
                </a:cubicBezTo>
                <a:cubicBezTo>
                  <a:pt x="566" y="21"/>
                  <a:pt x="566" y="21"/>
                  <a:pt x="566" y="21"/>
                </a:cubicBezTo>
                <a:cubicBezTo>
                  <a:pt x="536" y="21"/>
                  <a:pt x="536" y="21"/>
                  <a:pt x="536" y="21"/>
                </a:cubicBezTo>
                <a:cubicBezTo>
                  <a:pt x="536" y="49"/>
                  <a:pt x="536" y="49"/>
                  <a:pt x="536" y="49"/>
                </a:cubicBezTo>
                <a:cubicBezTo>
                  <a:pt x="564" y="49"/>
                  <a:pt x="564" y="49"/>
                  <a:pt x="564" y="49"/>
                </a:cubicBezTo>
                <a:cubicBezTo>
                  <a:pt x="564" y="55"/>
                  <a:pt x="564" y="55"/>
                  <a:pt x="564" y="55"/>
                </a:cubicBezTo>
                <a:cubicBezTo>
                  <a:pt x="536" y="55"/>
                  <a:pt x="536" y="55"/>
                  <a:pt x="536" y="55"/>
                </a:cubicBezTo>
                <a:cubicBezTo>
                  <a:pt x="536" y="84"/>
                  <a:pt x="536" y="84"/>
                  <a:pt x="536" y="84"/>
                </a:cubicBezTo>
                <a:cubicBezTo>
                  <a:pt x="567" y="84"/>
                  <a:pt x="567" y="84"/>
                  <a:pt x="567" y="84"/>
                </a:cubicBezTo>
                <a:cubicBezTo>
                  <a:pt x="567" y="90"/>
                  <a:pt x="567" y="90"/>
                  <a:pt x="567" y="90"/>
                </a:cubicBezTo>
                <a:lnTo>
                  <a:pt x="529" y="90"/>
                </a:lnTo>
                <a:close/>
                <a:moveTo>
                  <a:pt x="620" y="67"/>
                </a:moveTo>
                <a:cubicBezTo>
                  <a:pt x="619" y="65"/>
                  <a:pt x="618" y="64"/>
                  <a:pt x="617" y="63"/>
                </a:cubicBezTo>
                <a:cubicBezTo>
                  <a:pt x="617" y="61"/>
                  <a:pt x="616" y="60"/>
                  <a:pt x="615" y="59"/>
                </a:cubicBezTo>
                <a:cubicBezTo>
                  <a:pt x="614" y="58"/>
                  <a:pt x="613" y="58"/>
                  <a:pt x="613" y="57"/>
                </a:cubicBezTo>
                <a:cubicBezTo>
                  <a:pt x="612" y="56"/>
                  <a:pt x="611" y="56"/>
                  <a:pt x="610" y="55"/>
                </a:cubicBezTo>
                <a:cubicBezTo>
                  <a:pt x="610" y="55"/>
                  <a:pt x="610" y="55"/>
                  <a:pt x="610" y="55"/>
                </a:cubicBezTo>
                <a:cubicBezTo>
                  <a:pt x="612" y="54"/>
                  <a:pt x="615" y="54"/>
                  <a:pt x="617" y="52"/>
                </a:cubicBezTo>
                <a:cubicBezTo>
                  <a:pt x="619" y="51"/>
                  <a:pt x="621" y="50"/>
                  <a:pt x="622" y="48"/>
                </a:cubicBezTo>
                <a:cubicBezTo>
                  <a:pt x="624" y="46"/>
                  <a:pt x="625" y="44"/>
                  <a:pt x="626" y="42"/>
                </a:cubicBezTo>
                <a:cubicBezTo>
                  <a:pt x="627" y="40"/>
                  <a:pt x="627" y="37"/>
                  <a:pt x="627" y="35"/>
                </a:cubicBezTo>
                <a:cubicBezTo>
                  <a:pt x="627" y="31"/>
                  <a:pt x="626" y="28"/>
                  <a:pt x="625" y="26"/>
                </a:cubicBezTo>
                <a:cubicBezTo>
                  <a:pt x="624" y="23"/>
                  <a:pt x="622" y="21"/>
                  <a:pt x="620" y="20"/>
                </a:cubicBezTo>
                <a:cubicBezTo>
                  <a:pt x="618" y="18"/>
                  <a:pt x="616" y="17"/>
                  <a:pt x="613" y="16"/>
                </a:cubicBezTo>
                <a:cubicBezTo>
                  <a:pt x="610" y="15"/>
                  <a:pt x="608" y="15"/>
                  <a:pt x="605" y="15"/>
                </a:cubicBezTo>
                <a:cubicBezTo>
                  <a:pt x="583" y="15"/>
                  <a:pt x="583" y="15"/>
                  <a:pt x="583" y="15"/>
                </a:cubicBezTo>
                <a:cubicBezTo>
                  <a:pt x="583" y="90"/>
                  <a:pt x="583" y="90"/>
                  <a:pt x="583" y="90"/>
                </a:cubicBezTo>
                <a:cubicBezTo>
                  <a:pt x="590" y="90"/>
                  <a:pt x="590" y="90"/>
                  <a:pt x="590" y="90"/>
                </a:cubicBezTo>
                <a:cubicBezTo>
                  <a:pt x="590" y="57"/>
                  <a:pt x="590" y="57"/>
                  <a:pt x="590" y="57"/>
                </a:cubicBezTo>
                <a:cubicBezTo>
                  <a:pt x="598" y="57"/>
                  <a:pt x="598" y="57"/>
                  <a:pt x="598" y="57"/>
                </a:cubicBezTo>
                <a:cubicBezTo>
                  <a:pt x="600" y="57"/>
                  <a:pt x="601" y="57"/>
                  <a:pt x="603" y="58"/>
                </a:cubicBezTo>
                <a:cubicBezTo>
                  <a:pt x="604" y="58"/>
                  <a:pt x="605" y="59"/>
                  <a:pt x="606" y="60"/>
                </a:cubicBezTo>
                <a:cubicBezTo>
                  <a:pt x="607" y="61"/>
                  <a:pt x="609" y="62"/>
                  <a:pt x="610" y="63"/>
                </a:cubicBezTo>
                <a:cubicBezTo>
                  <a:pt x="611" y="65"/>
                  <a:pt x="612" y="66"/>
                  <a:pt x="613" y="69"/>
                </a:cubicBezTo>
                <a:cubicBezTo>
                  <a:pt x="624" y="90"/>
                  <a:pt x="624" y="90"/>
                  <a:pt x="624" y="90"/>
                </a:cubicBezTo>
                <a:cubicBezTo>
                  <a:pt x="632" y="90"/>
                  <a:pt x="632" y="90"/>
                  <a:pt x="632" y="90"/>
                </a:cubicBezTo>
                <a:lnTo>
                  <a:pt x="620" y="67"/>
                </a:lnTo>
                <a:close/>
                <a:moveTo>
                  <a:pt x="603" y="51"/>
                </a:moveTo>
                <a:cubicBezTo>
                  <a:pt x="590" y="51"/>
                  <a:pt x="590" y="51"/>
                  <a:pt x="590" y="51"/>
                </a:cubicBezTo>
                <a:cubicBezTo>
                  <a:pt x="590" y="21"/>
                  <a:pt x="590" y="21"/>
                  <a:pt x="590" y="21"/>
                </a:cubicBezTo>
                <a:cubicBezTo>
                  <a:pt x="603" y="21"/>
                  <a:pt x="603" y="21"/>
                  <a:pt x="603" y="21"/>
                </a:cubicBezTo>
                <a:cubicBezTo>
                  <a:pt x="609" y="21"/>
                  <a:pt x="613" y="22"/>
                  <a:pt x="615" y="25"/>
                </a:cubicBezTo>
                <a:cubicBezTo>
                  <a:pt x="618" y="27"/>
                  <a:pt x="620" y="31"/>
                  <a:pt x="620" y="35"/>
                </a:cubicBezTo>
                <a:cubicBezTo>
                  <a:pt x="620" y="38"/>
                  <a:pt x="619" y="40"/>
                  <a:pt x="618" y="42"/>
                </a:cubicBezTo>
                <a:cubicBezTo>
                  <a:pt x="618" y="44"/>
                  <a:pt x="616" y="45"/>
                  <a:pt x="615" y="47"/>
                </a:cubicBezTo>
                <a:cubicBezTo>
                  <a:pt x="613" y="48"/>
                  <a:pt x="612" y="49"/>
                  <a:pt x="610" y="50"/>
                </a:cubicBezTo>
                <a:cubicBezTo>
                  <a:pt x="607" y="51"/>
                  <a:pt x="605" y="51"/>
                  <a:pt x="603" y="5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7" name="Freeform 232">
            <a:extLst>
              <a:ext uri="{FF2B5EF4-FFF2-40B4-BE49-F238E27FC236}">
                <a16:creationId xmlns:a16="http://schemas.microsoft.com/office/drawing/2014/main" id="{F092E047-3EE3-C6C0-4549-12E86FDB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912093" y="2323627"/>
            <a:ext cx="1950999" cy="233759"/>
          </a:xfrm>
          <a:custGeom>
            <a:avLst/>
            <a:gdLst>
              <a:gd name="T0" fmla="*/ 21 w 642"/>
              <a:gd name="T1" fmla="*/ 76 h 77"/>
              <a:gd name="T2" fmla="*/ 0 w 642"/>
              <a:gd name="T3" fmla="*/ 1 h 77"/>
              <a:gd name="T4" fmla="*/ 27 w 642"/>
              <a:gd name="T5" fmla="*/ 6 h 77"/>
              <a:gd name="T6" fmla="*/ 96 w 642"/>
              <a:gd name="T7" fmla="*/ 1 h 77"/>
              <a:gd name="T8" fmla="*/ 66 w 642"/>
              <a:gd name="T9" fmla="*/ 36 h 77"/>
              <a:gd name="T10" fmla="*/ 66 w 642"/>
              <a:gd name="T11" fmla="*/ 40 h 77"/>
              <a:gd name="T12" fmla="*/ 98 w 642"/>
              <a:gd name="T13" fmla="*/ 76 h 77"/>
              <a:gd name="T14" fmla="*/ 139 w 642"/>
              <a:gd name="T15" fmla="*/ 41 h 77"/>
              <a:gd name="T16" fmla="*/ 157 w 642"/>
              <a:gd name="T17" fmla="*/ 20 h 77"/>
              <a:gd name="T18" fmla="*/ 115 w 642"/>
              <a:gd name="T19" fmla="*/ 1 h 77"/>
              <a:gd name="T20" fmla="*/ 120 w 642"/>
              <a:gd name="T21" fmla="*/ 43 h 77"/>
              <a:gd name="T22" fmla="*/ 143 w 642"/>
              <a:gd name="T23" fmla="*/ 54 h 77"/>
              <a:gd name="T24" fmla="*/ 148 w 642"/>
              <a:gd name="T25" fmla="*/ 52 h 77"/>
              <a:gd name="T26" fmla="*/ 120 w 642"/>
              <a:gd name="T27" fmla="*/ 6 h 77"/>
              <a:gd name="T28" fmla="*/ 152 w 642"/>
              <a:gd name="T29" fmla="*/ 21 h 77"/>
              <a:gd name="T30" fmla="*/ 175 w 642"/>
              <a:gd name="T31" fmla="*/ 76 h 77"/>
              <a:gd name="T32" fmla="*/ 180 w 642"/>
              <a:gd name="T33" fmla="*/ 76 h 77"/>
              <a:gd name="T34" fmla="*/ 264 w 642"/>
              <a:gd name="T35" fmla="*/ 23 h 77"/>
              <a:gd name="T36" fmla="*/ 262 w 642"/>
              <a:gd name="T37" fmla="*/ 18 h 77"/>
              <a:gd name="T38" fmla="*/ 207 w 642"/>
              <a:gd name="T39" fmla="*/ 18 h 77"/>
              <a:gd name="T40" fmla="*/ 204 w 642"/>
              <a:gd name="T41" fmla="*/ 21 h 77"/>
              <a:gd name="T42" fmla="*/ 199 w 642"/>
              <a:gd name="T43" fmla="*/ 1 h 77"/>
              <a:gd name="T44" fmla="*/ 233 w 642"/>
              <a:gd name="T45" fmla="*/ 63 h 77"/>
              <a:gd name="T46" fmla="*/ 235 w 642"/>
              <a:gd name="T47" fmla="*/ 68 h 77"/>
              <a:gd name="T48" fmla="*/ 265 w 642"/>
              <a:gd name="T49" fmla="*/ 1 h 77"/>
              <a:gd name="T50" fmla="*/ 264 w 642"/>
              <a:gd name="T51" fmla="*/ 76 h 77"/>
              <a:gd name="T52" fmla="*/ 282 w 642"/>
              <a:gd name="T53" fmla="*/ 76 h 77"/>
              <a:gd name="T54" fmla="*/ 329 w 642"/>
              <a:gd name="T55" fmla="*/ 53 h 77"/>
              <a:gd name="T56" fmla="*/ 316 w 642"/>
              <a:gd name="T57" fmla="*/ 1 h 77"/>
              <a:gd name="T58" fmla="*/ 313 w 642"/>
              <a:gd name="T59" fmla="*/ 7 h 77"/>
              <a:gd name="T60" fmla="*/ 315 w 642"/>
              <a:gd name="T61" fmla="*/ 13 h 77"/>
              <a:gd name="T62" fmla="*/ 425 w 642"/>
              <a:gd name="T63" fmla="*/ 76 h 77"/>
              <a:gd name="T64" fmla="*/ 391 w 642"/>
              <a:gd name="T65" fmla="*/ 38 h 77"/>
              <a:gd name="T66" fmla="*/ 386 w 642"/>
              <a:gd name="T67" fmla="*/ 1 h 77"/>
              <a:gd name="T68" fmla="*/ 391 w 642"/>
              <a:gd name="T69" fmla="*/ 36 h 77"/>
              <a:gd name="T70" fmla="*/ 430 w 642"/>
              <a:gd name="T71" fmla="*/ 1 h 77"/>
              <a:gd name="T72" fmla="*/ 425 w 642"/>
              <a:gd name="T73" fmla="*/ 76 h 77"/>
              <a:gd name="T74" fmla="*/ 436 w 642"/>
              <a:gd name="T75" fmla="*/ 76 h 77"/>
              <a:gd name="T76" fmla="*/ 483 w 642"/>
              <a:gd name="T77" fmla="*/ 53 h 77"/>
              <a:gd name="T78" fmla="*/ 469 w 642"/>
              <a:gd name="T79" fmla="*/ 1 h 77"/>
              <a:gd name="T80" fmla="*/ 467 w 642"/>
              <a:gd name="T81" fmla="*/ 7 h 77"/>
              <a:gd name="T82" fmla="*/ 468 w 642"/>
              <a:gd name="T83" fmla="*/ 13 h 77"/>
              <a:gd name="T84" fmla="*/ 508 w 642"/>
              <a:gd name="T85" fmla="*/ 73 h 77"/>
              <a:gd name="T86" fmla="*/ 538 w 642"/>
              <a:gd name="T87" fmla="*/ 69 h 77"/>
              <a:gd name="T88" fmla="*/ 526 w 642"/>
              <a:gd name="T89" fmla="*/ 40 h 77"/>
              <a:gd name="T90" fmla="*/ 514 w 642"/>
              <a:gd name="T91" fmla="*/ 5 h 77"/>
              <a:gd name="T92" fmla="*/ 544 w 642"/>
              <a:gd name="T93" fmla="*/ 7 h 77"/>
              <a:gd name="T94" fmla="*/ 514 w 642"/>
              <a:gd name="T95" fmla="*/ 18 h 77"/>
              <a:gd name="T96" fmla="*/ 544 w 642"/>
              <a:gd name="T97" fmla="*/ 47 h 77"/>
              <a:gd name="T98" fmla="*/ 524 w 642"/>
              <a:gd name="T99" fmla="*/ 77 h 77"/>
              <a:gd name="T100" fmla="*/ 564 w 642"/>
              <a:gd name="T101" fmla="*/ 76 h 77"/>
              <a:gd name="T102" fmla="*/ 569 w 642"/>
              <a:gd name="T103" fmla="*/ 76 h 77"/>
              <a:gd name="T104" fmla="*/ 636 w 642"/>
              <a:gd name="T105" fmla="*/ 40 h 77"/>
              <a:gd name="T106" fmla="*/ 588 w 642"/>
              <a:gd name="T107" fmla="*/ 76 h 77"/>
              <a:gd name="T108" fmla="*/ 593 w 642"/>
              <a:gd name="T109" fmla="*/ 35 h 77"/>
              <a:gd name="T110" fmla="*/ 642 w 642"/>
              <a:gd name="T111" fmla="*/ 1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42" h="77">
                <a:moveTo>
                  <a:pt x="27" y="6"/>
                </a:moveTo>
                <a:cubicBezTo>
                  <a:pt x="27" y="76"/>
                  <a:pt x="27" y="76"/>
                  <a:pt x="27" y="76"/>
                </a:cubicBezTo>
                <a:cubicBezTo>
                  <a:pt x="21" y="76"/>
                  <a:pt x="21" y="76"/>
                  <a:pt x="21" y="76"/>
                </a:cubicBezTo>
                <a:cubicBezTo>
                  <a:pt x="21" y="6"/>
                  <a:pt x="21" y="6"/>
                  <a:pt x="21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1"/>
                  <a:pt x="0" y="1"/>
                  <a:pt x="0" y="1"/>
                </a:cubicBezTo>
                <a:cubicBezTo>
                  <a:pt x="48" y="1"/>
                  <a:pt x="48" y="1"/>
                  <a:pt x="48" y="1"/>
                </a:cubicBezTo>
                <a:cubicBezTo>
                  <a:pt x="48" y="6"/>
                  <a:pt x="48" y="6"/>
                  <a:pt x="48" y="6"/>
                </a:cubicBezTo>
                <a:lnTo>
                  <a:pt x="27" y="6"/>
                </a:lnTo>
                <a:close/>
                <a:moveTo>
                  <a:pt x="61" y="76"/>
                </a:moveTo>
                <a:cubicBezTo>
                  <a:pt x="61" y="1"/>
                  <a:pt x="61" y="1"/>
                  <a:pt x="61" y="1"/>
                </a:cubicBezTo>
                <a:cubicBezTo>
                  <a:pt x="96" y="1"/>
                  <a:pt x="96" y="1"/>
                  <a:pt x="96" y="1"/>
                </a:cubicBezTo>
                <a:cubicBezTo>
                  <a:pt x="96" y="6"/>
                  <a:pt x="96" y="6"/>
                  <a:pt x="96" y="6"/>
                </a:cubicBezTo>
                <a:cubicBezTo>
                  <a:pt x="66" y="6"/>
                  <a:pt x="66" y="6"/>
                  <a:pt x="66" y="6"/>
                </a:cubicBezTo>
                <a:cubicBezTo>
                  <a:pt x="66" y="36"/>
                  <a:pt x="66" y="36"/>
                  <a:pt x="66" y="36"/>
                </a:cubicBezTo>
                <a:cubicBezTo>
                  <a:pt x="94" y="36"/>
                  <a:pt x="94" y="36"/>
                  <a:pt x="94" y="36"/>
                </a:cubicBezTo>
                <a:cubicBezTo>
                  <a:pt x="94" y="40"/>
                  <a:pt x="94" y="40"/>
                  <a:pt x="94" y="40"/>
                </a:cubicBezTo>
                <a:cubicBezTo>
                  <a:pt x="66" y="40"/>
                  <a:pt x="66" y="40"/>
                  <a:pt x="66" y="40"/>
                </a:cubicBezTo>
                <a:cubicBezTo>
                  <a:pt x="66" y="71"/>
                  <a:pt x="66" y="71"/>
                  <a:pt x="66" y="71"/>
                </a:cubicBezTo>
                <a:cubicBezTo>
                  <a:pt x="98" y="71"/>
                  <a:pt x="98" y="71"/>
                  <a:pt x="98" y="71"/>
                </a:cubicBezTo>
                <a:cubicBezTo>
                  <a:pt x="98" y="76"/>
                  <a:pt x="98" y="76"/>
                  <a:pt x="98" y="76"/>
                </a:cubicBezTo>
                <a:lnTo>
                  <a:pt x="61" y="76"/>
                </a:lnTo>
                <a:close/>
                <a:moveTo>
                  <a:pt x="148" y="52"/>
                </a:moveTo>
                <a:cubicBezTo>
                  <a:pt x="145" y="46"/>
                  <a:pt x="142" y="42"/>
                  <a:pt x="139" y="41"/>
                </a:cubicBezTo>
                <a:cubicBezTo>
                  <a:pt x="139" y="41"/>
                  <a:pt x="139" y="41"/>
                  <a:pt x="139" y="41"/>
                </a:cubicBezTo>
                <a:cubicBezTo>
                  <a:pt x="145" y="40"/>
                  <a:pt x="149" y="38"/>
                  <a:pt x="152" y="34"/>
                </a:cubicBezTo>
                <a:cubicBezTo>
                  <a:pt x="156" y="30"/>
                  <a:pt x="157" y="26"/>
                  <a:pt x="157" y="20"/>
                </a:cubicBezTo>
                <a:cubicBezTo>
                  <a:pt x="157" y="14"/>
                  <a:pt x="155" y="10"/>
                  <a:pt x="151" y="6"/>
                </a:cubicBezTo>
                <a:cubicBezTo>
                  <a:pt x="148" y="3"/>
                  <a:pt x="142" y="1"/>
                  <a:pt x="136" y="1"/>
                </a:cubicBezTo>
                <a:cubicBezTo>
                  <a:pt x="115" y="1"/>
                  <a:pt x="115" y="1"/>
                  <a:pt x="115" y="1"/>
                </a:cubicBezTo>
                <a:cubicBezTo>
                  <a:pt x="115" y="76"/>
                  <a:pt x="115" y="76"/>
                  <a:pt x="115" y="76"/>
                </a:cubicBezTo>
                <a:cubicBezTo>
                  <a:pt x="120" y="76"/>
                  <a:pt x="120" y="76"/>
                  <a:pt x="120" y="76"/>
                </a:cubicBezTo>
                <a:cubicBezTo>
                  <a:pt x="120" y="43"/>
                  <a:pt x="120" y="43"/>
                  <a:pt x="120" y="43"/>
                </a:cubicBezTo>
                <a:cubicBezTo>
                  <a:pt x="129" y="43"/>
                  <a:pt x="129" y="43"/>
                  <a:pt x="129" y="43"/>
                </a:cubicBezTo>
                <a:cubicBezTo>
                  <a:pt x="133" y="43"/>
                  <a:pt x="135" y="43"/>
                  <a:pt x="137" y="45"/>
                </a:cubicBezTo>
                <a:cubicBezTo>
                  <a:pt x="139" y="46"/>
                  <a:pt x="141" y="49"/>
                  <a:pt x="143" y="54"/>
                </a:cubicBezTo>
                <a:cubicBezTo>
                  <a:pt x="153" y="76"/>
                  <a:pt x="153" y="76"/>
                  <a:pt x="153" y="76"/>
                </a:cubicBezTo>
                <a:cubicBezTo>
                  <a:pt x="159" y="76"/>
                  <a:pt x="159" y="76"/>
                  <a:pt x="159" y="76"/>
                </a:cubicBezTo>
                <a:lnTo>
                  <a:pt x="148" y="52"/>
                </a:lnTo>
                <a:close/>
                <a:moveTo>
                  <a:pt x="133" y="38"/>
                </a:moveTo>
                <a:cubicBezTo>
                  <a:pt x="120" y="38"/>
                  <a:pt x="120" y="38"/>
                  <a:pt x="120" y="38"/>
                </a:cubicBezTo>
                <a:cubicBezTo>
                  <a:pt x="120" y="6"/>
                  <a:pt x="120" y="6"/>
                  <a:pt x="120" y="6"/>
                </a:cubicBezTo>
                <a:cubicBezTo>
                  <a:pt x="134" y="6"/>
                  <a:pt x="134" y="6"/>
                  <a:pt x="134" y="6"/>
                </a:cubicBezTo>
                <a:cubicBezTo>
                  <a:pt x="140" y="6"/>
                  <a:pt x="144" y="7"/>
                  <a:pt x="147" y="10"/>
                </a:cubicBezTo>
                <a:cubicBezTo>
                  <a:pt x="150" y="12"/>
                  <a:pt x="152" y="16"/>
                  <a:pt x="152" y="21"/>
                </a:cubicBezTo>
                <a:cubicBezTo>
                  <a:pt x="152" y="26"/>
                  <a:pt x="150" y="30"/>
                  <a:pt x="147" y="33"/>
                </a:cubicBezTo>
                <a:cubicBezTo>
                  <a:pt x="143" y="36"/>
                  <a:pt x="139" y="38"/>
                  <a:pt x="133" y="38"/>
                </a:cubicBezTo>
                <a:close/>
                <a:moveTo>
                  <a:pt x="175" y="76"/>
                </a:moveTo>
                <a:cubicBezTo>
                  <a:pt x="175" y="1"/>
                  <a:pt x="175" y="1"/>
                  <a:pt x="175" y="1"/>
                </a:cubicBezTo>
                <a:cubicBezTo>
                  <a:pt x="180" y="1"/>
                  <a:pt x="180" y="1"/>
                  <a:pt x="180" y="1"/>
                </a:cubicBezTo>
                <a:cubicBezTo>
                  <a:pt x="180" y="76"/>
                  <a:pt x="180" y="76"/>
                  <a:pt x="180" y="76"/>
                </a:cubicBezTo>
                <a:lnTo>
                  <a:pt x="175" y="76"/>
                </a:lnTo>
                <a:close/>
                <a:moveTo>
                  <a:pt x="264" y="76"/>
                </a:moveTo>
                <a:cubicBezTo>
                  <a:pt x="264" y="23"/>
                  <a:pt x="264" y="23"/>
                  <a:pt x="264" y="23"/>
                </a:cubicBezTo>
                <a:cubicBezTo>
                  <a:pt x="264" y="21"/>
                  <a:pt x="265" y="18"/>
                  <a:pt x="265" y="12"/>
                </a:cubicBezTo>
                <a:cubicBezTo>
                  <a:pt x="265" y="12"/>
                  <a:pt x="265" y="12"/>
                  <a:pt x="265" y="12"/>
                </a:cubicBezTo>
                <a:cubicBezTo>
                  <a:pt x="264" y="14"/>
                  <a:pt x="263" y="17"/>
                  <a:pt x="262" y="18"/>
                </a:cubicBezTo>
                <a:cubicBezTo>
                  <a:pt x="235" y="76"/>
                  <a:pt x="235" y="76"/>
                  <a:pt x="235" y="76"/>
                </a:cubicBezTo>
                <a:cubicBezTo>
                  <a:pt x="234" y="76"/>
                  <a:pt x="234" y="76"/>
                  <a:pt x="234" y="76"/>
                </a:cubicBezTo>
                <a:cubicBezTo>
                  <a:pt x="207" y="18"/>
                  <a:pt x="207" y="18"/>
                  <a:pt x="207" y="18"/>
                </a:cubicBezTo>
                <a:cubicBezTo>
                  <a:pt x="206" y="17"/>
                  <a:pt x="205" y="14"/>
                  <a:pt x="204" y="11"/>
                </a:cubicBezTo>
                <a:cubicBezTo>
                  <a:pt x="204" y="11"/>
                  <a:pt x="204" y="11"/>
                  <a:pt x="204" y="11"/>
                </a:cubicBezTo>
                <a:cubicBezTo>
                  <a:pt x="204" y="15"/>
                  <a:pt x="204" y="18"/>
                  <a:pt x="204" y="21"/>
                </a:cubicBezTo>
                <a:cubicBezTo>
                  <a:pt x="204" y="76"/>
                  <a:pt x="204" y="76"/>
                  <a:pt x="204" y="76"/>
                </a:cubicBezTo>
                <a:cubicBezTo>
                  <a:pt x="199" y="76"/>
                  <a:pt x="199" y="76"/>
                  <a:pt x="199" y="76"/>
                </a:cubicBezTo>
                <a:cubicBezTo>
                  <a:pt x="199" y="1"/>
                  <a:pt x="199" y="1"/>
                  <a:pt x="199" y="1"/>
                </a:cubicBezTo>
                <a:cubicBezTo>
                  <a:pt x="204" y="1"/>
                  <a:pt x="204" y="1"/>
                  <a:pt x="204" y="1"/>
                </a:cubicBezTo>
                <a:cubicBezTo>
                  <a:pt x="232" y="61"/>
                  <a:pt x="232" y="61"/>
                  <a:pt x="232" y="61"/>
                </a:cubicBezTo>
                <a:cubicBezTo>
                  <a:pt x="232" y="62"/>
                  <a:pt x="232" y="62"/>
                  <a:pt x="233" y="63"/>
                </a:cubicBezTo>
                <a:cubicBezTo>
                  <a:pt x="233" y="63"/>
                  <a:pt x="233" y="64"/>
                  <a:pt x="233" y="65"/>
                </a:cubicBezTo>
                <a:cubicBezTo>
                  <a:pt x="234" y="66"/>
                  <a:pt x="234" y="67"/>
                  <a:pt x="234" y="68"/>
                </a:cubicBezTo>
                <a:cubicBezTo>
                  <a:pt x="235" y="68"/>
                  <a:pt x="235" y="68"/>
                  <a:pt x="235" y="68"/>
                </a:cubicBezTo>
                <a:cubicBezTo>
                  <a:pt x="235" y="66"/>
                  <a:pt x="235" y="66"/>
                  <a:pt x="235" y="66"/>
                </a:cubicBezTo>
                <a:cubicBezTo>
                  <a:pt x="235" y="66"/>
                  <a:pt x="236" y="64"/>
                  <a:pt x="237" y="61"/>
                </a:cubicBezTo>
                <a:cubicBezTo>
                  <a:pt x="265" y="1"/>
                  <a:pt x="265" y="1"/>
                  <a:pt x="265" y="1"/>
                </a:cubicBezTo>
                <a:cubicBezTo>
                  <a:pt x="269" y="1"/>
                  <a:pt x="269" y="1"/>
                  <a:pt x="269" y="1"/>
                </a:cubicBezTo>
                <a:cubicBezTo>
                  <a:pt x="269" y="76"/>
                  <a:pt x="269" y="76"/>
                  <a:pt x="269" y="76"/>
                </a:cubicBezTo>
                <a:lnTo>
                  <a:pt x="264" y="76"/>
                </a:lnTo>
                <a:close/>
                <a:moveTo>
                  <a:pt x="316" y="1"/>
                </a:moveTo>
                <a:cubicBezTo>
                  <a:pt x="311" y="1"/>
                  <a:pt x="311" y="1"/>
                  <a:pt x="311" y="1"/>
                </a:cubicBezTo>
                <a:cubicBezTo>
                  <a:pt x="282" y="76"/>
                  <a:pt x="282" y="76"/>
                  <a:pt x="282" y="76"/>
                </a:cubicBezTo>
                <a:cubicBezTo>
                  <a:pt x="288" y="76"/>
                  <a:pt x="288" y="76"/>
                  <a:pt x="288" y="76"/>
                </a:cubicBezTo>
                <a:cubicBezTo>
                  <a:pt x="297" y="53"/>
                  <a:pt x="297" y="53"/>
                  <a:pt x="297" y="53"/>
                </a:cubicBezTo>
                <a:cubicBezTo>
                  <a:pt x="329" y="53"/>
                  <a:pt x="329" y="53"/>
                  <a:pt x="329" y="53"/>
                </a:cubicBezTo>
                <a:cubicBezTo>
                  <a:pt x="338" y="76"/>
                  <a:pt x="338" y="76"/>
                  <a:pt x="338" y="76"/>
                </a:cubicBezTo>
                <a:cubicBezTo>
                  <a:pt x="344" y="76"/>
                  <a:pt x="344" y="76"/>
                  <a:pt x="344" y="76"/>
                </a:cubicBezTo>
                <a:lnTo>
                  <a:pt x="316" y="1"/>
                </a:lnTo>
                <a:close/>
                <a:moveTo>
                  <a:pt x="298" y="48"/>
                </a:moveTo>
                <a:cubicBezTo>
                  <a:pt x="311" y="13"/>
                  <a:pt x="311" y="13"/>
                  <a:pt x="311" y="13"/>
                </a:cubicBezTo>
                <a:cubicBezTo>
                  <a:pt x="312" y="12"/>
                  <a:pt x="312" y="10"/>
                  <a:pt x="313" y="7"/>
                </a:cubicBezTo>
                <a:cubicBezTo>
                  <a:pt x="313" y="7"/>
                  <a:pt x="313" y="7"/>
                  <a:pt x="313" y="7"/>
                </a:cubicBezTo>
                <a:cubicBezTo>
                  <a:pt x="313" y="8"/>
                  <a:pt x="313" y="9"/>
                  <a:pt x="314" y="10"/>
                </a:cubicBezTo>
                <a:cubicBezTo>
                  <a:pt x="314" y="11"/>
                  <a:pt x="314" y="12"/>
                  <a:pt x="315" y="13"/>
                </a:cubicBezTo>
                <a:cubicBezTo>
                  <a:pt x="327" y="48"/>
                  <a:pt x="327" y="48"/>
                  <a:pt x="327" y="48"/>
                </a:cubicBezTo>
                <a:lnTo>
                  <a:pt x="298" y="48"/>
                </a:lnTo>
                <a:close/>
                <a:moveTo>
                  <a:pt x="425" y="76"/>
                </a:moveTo>
                <a:cubicBezTo>
                  <a:pt x="393" y="40"/>
                  <a:pt x="393" y="40"/>
                  <a:pt x="393" y="40"/>
                </a:cubicBezTo>
                <a:cubicBezTo>
                  <a:pt x="392" y="39"/>
                  <a:pt x="391" y="39"/>
                  <a:pt x="391" y="38"/>
                </a:cubicBezTo>
                <a:cubicBezTo>
                  <a:pt x="391" y="38"/>
                  <a:pt x="391" y="38"/>
                  <a:pt x="391" y="38"/>
                </a:cubicBezTo>
                <a:cubicBezTo>
                  <a:pt x="391" y="76"/>
                  <a:pt x="391" y="76"/>
                  <a:pt x="391" y="76"/>
                </a:cubicBezTo>
                <a:cubicBezTo>
                  <a:pt x="386" y="76"/>
                  <a:pt x="386" y="76"/>
                  <a:pt x="386" y="76"/>
                </a:cubicBezTo>
                <a:cubicBezTo>
                  <a:pt x="386" y="1"/>
                  <a:pt x="386" y="1"/>
                  <a:pt x="386" y="1"/>
                </a:cubicBezTo>
                <a:cubicBezTo>
                  <a:pt x="391" y="1"/>
                  <a:pt x="391" y="1"/>
                  <a:pt x="391" y="1"/>
                </a:cubicBezTo>
                <a:cubicBezTo>
                  <a:pt x="391" y="36"/>
                  <a:pt x="391" y="36"/>
                  <a:pt x="391" y="36"/>
                </a:cubicBezTo>
                <a:cubicBezTo>
                  <a:pt x="391" y="36"/>
                  <a:pt x="391" y="36"/>
                  <a:pt x="391" y="36"/>
                </a:cubicBezTo>
                <a:cubicBezTo>
                  <a:pt x="392" y="36"/>
                  <a:pt x="392" y="35"/>
                  <a:pt x="393" y="34"/>
                </a:cubicBezTo>
                <a:cubicBezTo>
                  <a:pt x="423" y="1"/>
                  <a:pt x="423" y="1"/>
                  <a:pt x="423" y="1"/>
                </a:cubicBezTo>
                <a:cubicBezTo>
                  <a:pt x="430" y="1"/>
                  <a:pt x="430" y="1"/>
                  <a:pt x="430" y="1"/>
                </a:cubicBezTo>
                <a:cubicBezTo>
                  <a:pt x="397" y="37"/>
                  <a:pt x="397" y="37"/>
                  <a:pt x="397" y="37"/>
                </a:cubicBezTo>
                <a:cubicBezTo>
                  <a:pt x="432" y="76"/>
                  <a:pt x="432" y="76"/>
                  <a:pt x="432" y="76"/>
                </a:cubicBezTo>
                <a:lnTo>
                  <a:pt x="425" y="76"/>
                </a:lnTo>
                <a:close/>
                <a:moveTo>
                  <a:pt x="469" y="1"/>
                </a:moveTo>
                <a:cubicBezTo>
                  <a:pt x="464" y="1"/>
                  <a:pt x="464" y="1"/>
                  <a:pt x="464" y="1"/>
                </a:cubicBezTo>
                <a:cubicBezTo>
                  <a:pt x="436" y="76"/>
                  <a:pt x="436" y="76"/>
                  <a:pt x="436" y="76"/>
                </a:cubicBezTo>
                <a:cubicBezTo>
                  <a:pt x="442" y="76"/>
                  <a:pt x="442" y="76"/>
                  <a:pt x="442" y="76"/>
                </a:cubicBezTo>
                <a:cubicBezTo>
                  <a:pt x="450" y="53"/>
                  <a:pt x="450" y="53"/>
                  <a:pt x="450" y="53"/>
                </a:cubicBezTo>
                <a:cubicBezTo>
                  <a:pt x="483" y="53"/>
                  <a:pt x="483" y="53"/>
                  <a:pt x="483" y="53"/>
                </a:cubicBezTo>
                <a:cubicBezTo>
                  <a:pt x="492" y="76"/>
                  <a:pt x="492" y="76"/>
                  <a:pt x="492" y="76"/>
                </a:cubicBezTo>
                <a:cubicBezTo>
                  <a:pt x="497" y="76"/>
                  <a:pt x="497" y="76"/>
                  <a:pt x="497" y="76"/>
                </a:cubicBezTo>
                <a:lnTo>
                  <a:pt x="469" y="1"/>
                </a:lnTo>
                <a:close/>
                <a:moveTo>
                  <a:pt x="452" y="48"/>
                </a:moveTo>
                <a:cubicBezTo>
                  <a:pt x="465" y="13"/>
                  <a:pt x="465" y="13"/>
                  <a:pt x="465" y="13"/>
                </a:cubicBezTo>
                <a:cubicBezTo>
                  <a:pt x="465" y="12"/>
                  <a:pt x="466" y="10"/>
                  <a:pt x="467" y="7"/>
                </a:cubicBezTo>
                <a:cubicBezTo>
                  <a:pt x="467" y="7"/>
                  <a:pt x="467" y="7"/>
                  <a:pt x="467" y="7"/>
                </a:cubicBezTo>
                <a:cubicBezTo>
                  <a:pt x="467" y="8"/>
                  <a:pt x="467" y="9"/>
                  <a:pt x="468" y="10"/>
                </a:cubicBezTo>
                <a:cubicBezTo>
                  <a:pt x="468" y="11"/>
                  <a:pt x="468" y="12"/>
                  <a:pt x="468" y="13"/>
                </a:cubicBezTo>
                <a:cubicBezTo>
                  <a:pt x="481" y="48"/>
                  <a:pt x="481" y="48"/>
                  <a:pt x="481" y="48"/>
                </a:cubicBezTo>
                <a:lnTo>
                  <a:pt x="452" y="48"/>
                </a:lnTo>
                <a:close/>
                <a:moveTo>
                  <a:pt x="508" y="73"/>
                </a:moveTo>
                <a:cubicBezTo>
                  <a:pt x="508" y="67"/>
                  <a:pt x="508" y="67"/>
                  <a:pt x="508" y="67"/>
                </a:cubicBezTo>
                <a:cubicBezTo>
                  <a:pt x="513" y="71"/>
                  <a:pt x="519" y="73"/>
                  <a:pt x="524" y="73"/>
                </a:cubicBezTo>
                <a:cubicBezTo>
                  <a:pt x="530" y="73"/>
                  <a:pt x="535" y="71"/>
                  <a:pt x="538" y="69"/>
                </a:cubicBezTo>
                <a:cubicBezTo>
                  <a:pt x="541" y="67"/>
                  <a:pt x="542" y="63"/>
                  <a:pt x="542" y="59"/>
                </a:cubicBezTo>
                <a:cubicBezTo>
                  <a:pt x="542" y="55"/>
                  <a:pt x="541" y="52"/>
                  <a:pt x="539" y="50"/>
                </a:cubicBezTo>
                <a:cubicBezTo>
                  <a:pt x="537" y="47"/>
                  <a:pt x="533" y="44"/>
                  <a:pt x="526" y="40"/>
                </a:cubicBezTo>
                <a:cubicBezTo>
                  <a:pt x="518" y="36"/>
                  <a:pt x="513" y="32"/>
                  <a:pt x="511" y="29"/>
                </a:cubicBezTo>
                <a:cubicBezTo>
                  <a:pt x="509" y="26"/>
                  <a:pt x="508" y="23"/>
                  <a:pt x="508" y="19"/>
                </a:cubicBezTo>
                <a:cubicBezTo>
                  <a:pt x="508" y="13"/>
                  <a:pt x="510" y="9"/>
                  <a:pt x="514" y="5"/>
                </a:cubicBezTo>
                <a:cubicBezTo>
                  <a:pt x="519" y="1"/>
                  <a:pt x="524" y="0"/>
                  <a:pt x="531" y="0"/>
                </a:cubicBezTo>
                <a:cubicBezTo>
                  <a:pt x="535" y="0"/>
                  <a:pt x="540" y="0"/>
                  <a:pt x="544" y="2"/>
                </a:cubicBezTo>
                <a:cubicBezTo>
                  <a:pt x="544" y="7"/>
                  <a:pt x="544" y="7"/>
                  <a:pt x="544" y="7"/>
                </a:cubicBezTo>
                <a:cubicBezTo>
                  <a:pt x="540" y="5"/>
                  <a:pt x="535" y="4"/>
                  <a:pt x="530" y="4"/>
                </a:cubicBezTo>
                <a:cubicBezTo>
                  <a:pt x="525" y="4"/>
                  <a:pt x="521" y="6"/>
                  <a:pt x="518" y="8"/>
                </a:cubicBezTo>
                <a:cubicBezTo>
                  <a:pt x="515" y="11"/>
                  <a:pt x="514" y="14"/>
                  <a:pt x="514" y="18"/>
                </a:cubicBezTo>
                <a:cubicBezTo>
                  <a:pt x="514" y="22"/>
                  <a:pt x="515" y="25"/>
                  <a:pt x="517" y="27"/>
                </a:cubicBezTo>
                <a:cubicBezTo>
                  <a:pt x="519" y="29"/>
                  <a:pt x="523" y="33"/>
                  <a:pt x="530" y="36"/>
                </a:cubicBezTo>
                <a:cubicBezTo>
                  <a:pt x="537" y="40"/>
                  <a:pt x="542" y="44"/>
                  <a:pt x="544" y="47"/>
                </a:cubicBezTo>
                <a:cubicBezTo>
                  <a:pt x="546" y="50"/>
                  <a:pt x="547" y="54"/>
                  <a:pt x="547" y="58"/>
                </a:cubicBezTo>
                <a:cubicBezTo>
                  <a:pt x="547" y="64"/>
                  <a:pt x="545" y="68"/>
                  <a:pt x="541" y="72"/>
                </a:cubicBezTo>
                <a:cubicBezTo>
                  <a:pt x="537" y="76"/>
                  <a:pt x="532" y="77"/>
                  <a:pt x="524" y="77"/>
                </a:cubicBezTo>
                <a:cubicBezTo>
                  <a:pt x="522" y="77"/>
                  <a:pt x="519" y="77"/>
                  <a:pt x="516" y="76"/>
                </a:cubicBezTo>
                <a:cubicBezTo>
                  <a:pt x="512" y="75"/>
                  <a:pt x="510" y="74"/>
                  <a:pt x="508" y="73"/>
                </a:cubicBezTo>
                <a:close/>
                <a:moveTo>
                  <a:pt x="564" y="76"/>
                </a:moveTo>
                <a:cubicBezTo>
                  <a:pt x="564" y="1"/>
                  <a:pt x="564" y="1"/>
                  <a:pt x="564" y="1"/>
                </a:cubicBezTo>
                <a:cubicBezTo>
                  <a:pt x="569" y="1"/>
                  <a:pt x="569" y="1"/>
                  <a:pt x="569" y="1"/>
                </a:cubicBezTo>
                <a:cubicBezTo>
                  <a:pt x="569" y="76"/>
                  <a:pt x="569" y="76"/>
                  <a:pt x="569" y="76"/>
                </a:cubicBezTo>
                <a:lnTo>
                  <a:pt x="564" y="76"/>
                </a:lnTo>
                <a:close/>
                <a:moveTo>
                  <a:pt x="636" y="76"/>
                </a:moveTo>
                <a:cubicBezTo>
                  <a:pt x="636" y="40"/>
                  <a:pt x="636" y="40"/>
                  <a:pt x="636" y="40"/>
                </a:cubicBezTo>
                <a:cubicBezTo>
                  <a:pt x="593" y="40"/>
                  <a:pt x="593" y="40"/>
                  <a:pt x="593" y="40"/>
                </a:cubicBezTo>
                <a:cubicBezTo>
                  <a:pt x="593" y="76"/>
                  <a:pt x="593" y="76"/>
                  <a:pt x="593" y="76"/>
                </a:cubicBezTo>
                <a:cubicBezTo>
                  <a:pt x="588" y="76"/>
                  <a:pt x="588" y="76"/>
                  <a:pt x="588" y="76"/>
                </a:cubicBezTo>
                <a:cubicBezTo>
                  <a:pt x="588" y="1"/>
                  <a:pt x="588" y="1"/>
                  <a:pt x="588" y="1"/>
                </a:cubicBezTo>
                <a:cubicBezTo>
                  <a:pt x="593" y="1"/>
                  <a:pt x="593" y="1"/>
                  <a:pt x="593" y="1"/>
                </a:cubicBezTo>
                <a:cubicBezTo>
                  <a:pt x="593" y="35"/>
                  <a:pt x="593" y="35"/>
                  <a:pt x="593" y="35"/>
                </a:cubicBezTo>
                <a:cubicBezTo>
                  <a:pt x="636" y="35"/>
                  <a:pt x="636" y="35"/>
                  <a:pt x="636" y="35"/>
                </a:cubicBezTo>
                <a:cubicBezTo>
                  <a:pt x="636" y="1"/>
                  <a:pt x="636" y="1"/>
                  <a:pt x="636" y="1"/>
                </a:cubicBezTo>
                <a:cubicBezTo>
                  <a:pt x="642" y="1"/>
                  <a:pt x="642" y="1"/>
                  <a:pt x="642" y="1"/>
                </a:cubicBezTo>
                <a:cubicBezTo>
                  <a:pt x="642" y="76"/>
                  <a:pt x="642" y="76"/>
                  <a:pt x="642" y="76"/>
                </a:cubicBezTo>
                <a:lnTo>
                  <a:pt x="636" y="76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8" name="Freeform 233">
            <a:extLst>
              <a:ext uri="{FF2B5EF4-FFF2-40B4-BE49-F238E27FC236}">
                <a16:creationId xmlns:a16="http://schemas.microsoft.com/office/drawing/2014/main" id="{CA5B5D24-E381-CC24-F4F5-A0FCE4C8B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117341" y="4900835"/>
            <a:ext cx="1408983" cy="237614"/>
          </a:xfrm>
          <a:custGeom>
            <a:avLst/>
            <a:gdLst>
              <a:gd name="T0" fmla="*/ 53 w 464"/>
              <a:gd name="T1" fmla="*/ 9 h 78"/>
              <a:gd name="T2" fmla="*/ 51 w 464"/>
              <a:gd name="T3" fmla="*/ 14 h 78"/>
              <a:gd name="T4" fmla="*/ 7 w 464"/>
              <a:gd name="T5" fmla="*/ 15 h 78"/>
              <a:gd name="T6" fmla="*/ 5 w 464"/>
              <a:gd name="T7" fmla="*/ 13 h 78"/>
              <a:gd name="T8" fmla="*/ 0 w 464"/>
              <a:gd name="T9" fmla="*/ 60 h 78"/>
              <a:gd name="T10" fmla="*/ 27 w 464"/>
              <a:gd name="T11" fmla="*/ 45 h 78"/>
              <a:gd name="T12" fmla="*/ 29 w 464"/>
              <a:gd name="T13" fmla="*/ 51 h 78"/>
              <a:gd name="T14" fmla="*/ 52 w 464"/>
              <a:gd name="T15" fmla="*/ 1 h 78"/>
              <a:gd name="T16" fmla="*/ 53 w 464"/>
              <a:gd name="T17" fmla="*/ 60 h 78"/>
              <a:gd name="T18" fmla="*/ 73 w 464"/>
              <a:gd name="T19" fmla="*/ 37 h 78"/>
              <a:gd name="T20" fmla="*/ 78 w 464"/>
              <a:gd name="T21" fmla="*/ 37 h 78"/>
              <a:gd name="T22" fmla="*/ 110 w 464"/>
              <a:gd name="T23" fmla="*/ 37 h 78"/>
              <a:gd name="T24" fmla="*/ 115 w 464"/>
              <a:gd name="T25" fmla="*/ 36 h 78"/>
              <a:gd name="T26" fmla="*/ 135 w 464"/>
              <a:gd name="T27" fmla="*/ 1 h 78"/>
              <a:gd name="T28" fmla="*/ 159 w 464"/>
              <a:gd name="T29" fmla="*/ 60 h 78"/>
              <a:gd name="T30" fmla="*/ 182 w 464"/>
              <a:gd name="T31" fmla="*/ 60 h 78"/>
              <a:gd name="T32" fmla="*/ 159 w 464"/>
              <a:gd name="T33" fmla="*/ 6 h 78"/>
              <a:gd name="T34" fmla="*/ 199 w 464"/>
              <a:gd name="T35" fmla="*/ 6 h 78"/>
              <a:gd name="T36" fmla="*/ 178 w 464"/>
              <a:gd name="T37" fmla="*/ 78 h 78"/>
              <a:gd name="T38" fmla="*/ 178 w 464"/>
              <a:gd name="T39" fmla="*/ 75 h 78"/>
              <a:gd name="T40" fmla="*/ 178 w 464"/>
              <a:gd name="T41" fmla="*/ 68 h 78"/>
              <a:gd name="T42" fmla="*/ 180 w 464"/>
              <a:gd name="T43" fmla="*/ 60 h 78"/>
              <a:gd name="T44" fmla="*/ 189 w 464"/>
              <a:gd name="T45" fmla="*/ 71 h 78"/>
              <a:gd name="T46" fmla="*/ 208 w 464"/>
              <a:gd name="T47" fmla="*/ 37 h 78"/>
              <a:gd name="T48" fmla="*/ 213 w 464"/>
              <a:gd name="T49" fmla="*/ 37 h 78"/>
              <a:gd name="T50" fmla="*/ 245 w 464"/>
              <a:gd name="T51" fmla="*/ 37 h 78"/>
              <a:gd name="T52" fmla="*/ 250 w 464"/>
              <a:gd name="T53" fmla="*/ 36 h 78"/>
              <a:gd name="T54" fmla="*/ 318 w 464"/>
              <a:gd name="T55" fmla="*/ 9 h 78"/>
              <a:gd name="T56" fmla="*/ 316 w 464"/>
              <a:gd name="T57" fmla="*/ 14 h 78"/>
              <a:gd name="T58" fmla="*/ 272 w 464"/>
              <a:gd name="T59" fmla="*/ 15 h 78"/>
              <a:gd name="T60" fmla="*/ 270 w 464"/>
              <a:gd name="T61" fmla="*/ 13 h 78"/>
              <a:gd name="T62" fmla="*/ 265 w 464"/>
              <a:gd name="T63" fmla="*/ 60 h 78"/>
              <a:gd name="T64" fmla="*/ 292 w 464"/>
              <a:gd name="T65" fmla="*/ 45 h 78"/>
              <a:gd name="T66" fmla="*/ 294 w 464"/>
              <a:gd name="T67" fmla="*/ 51 h 78"/>
              <a:gd name="T68" fmla="*/ 317 w 464"/>
              <a:gd name="T69" fmla="*/ 1 h 78"/>
              <a:gd name="T70" fmla="*/ 317 w 464"/>
              <a:gd name="T71" fmla="*/ 60 h 78"/>
              <a:gd name="T72" fmla="*/ 367 w 464"/>
              <a:gd name="T73" fmla="*/ 1 h 78"/>
              <a:gd name="T74" fmla="*/ 344 w 464"/>
              <a:gd name="T75" fmla="*/ 27 h 78"/>
              <a:gd name="T76" fmla="*/ 344 w 464"/>
              <a:gd name="T77" fmla="*/ 32 h 78"/>
              <a:gd name="T78" fmla="*/ 368 w 464"/>
              <a:gd name="T79" fmla="*/ 60 h 78"/>
              <a:gd name="T80" fmla="*/ 382 w 464"/>
              <a:gd name="T81" fmla="*/ 53 h 78"/>
              <a:gd name="T82" fmla="*/ 393 w 464"/>
              <a:gd name="T83" fmla="*/ 56 h 78"/>
              <a:gd name="T84" fmla="*/ 406 w 464"/>
              <a:gd name="T85" fmla="*/ 42 h 78"/>
              <a:gd name="T86" fmla="*/ 393 w 464"/>
              <a:gd name="T87" fmla="*/ 32 h 78"/>
              <a:gd name="T88" fmla="*/ 380 w 464"/>
              <a:gd name="T89" fmla="*/ 20 h 78"/>
              <a:gd name="T90" fmla="*/ 384 w 464"/>
              <a:gd name="T91" fmla="*/ 4 h 78"/>
              <a:gd name="T92" fmla="*/ 410 w 464"/>
              <a:gd name="T93" fmla="*/ 2 h 78"/>
              <a:gd name="T94" fmla="*/ 392 w 464"/>
              <a:gd name="T95" fmla="*/ 5 h 78"/>
              <a:gd name="T96" fmla="*/ 384 w 464"/>
              <a:gd name="T97" fmla="*/ 15 h 78"/>
              <a:gd name="T98" fmla="*/ 391 w 464"/>
              <a:gd name="T99" fmla="*/ 25 h 78"/>
              <a:gd name="T100" fmla="*/ 408 w 464"/>
              <a:gd name="T101" fmla="*/ 36 h 78"/>
              <a:gd name="T102" fmla="*/ 411 w 464"/>
              <a:gd name="T103" fmla="*/ 52 h 78"/>
              <a:gd name="T104" fmla="*/ 393 w 464"/>
              <a:gd name="T105" fmla="*/ 61 h 78"/>
              <a:gd name="T106" fmla="*/ 381 w 464"/>
              <a:gd name="T107" fmla="*/ 59 h 78"/>
              <a:gd name="T108" fmla="*/ 464 w 464"/>
              <a:gd name="T109" fmla="*/ 58 h 78"/>
              <a:gd name="T110" fmla="*/ 428 w 464"/>
              <a:gd name="T111" fmla="*/ 53 h 78"/>
              <a:gd name="T112" fmla="*/ 423 w 464"/>
              <a:gd name="T113" fmla="*/ 19 h 78"/>
              <a:gd name="T114" fmla="*/ 451 w 464"/>
              <a:gd name="T115" fmla="*/ 0 h 78"/>
              <a:gd name="T116" fmla="*/ 451 w 464"/>
              <a:gd name="T117" fmla="*/ 5 h 78"/>
              <a:gd name="T118" fmla="*/ 428 w 464"/>
              <a:gd name="T119" fmla="*/ 21 h 78"/>
              <a:gd name="T120" fmla="*/ 432 w 464"/>
              <a:gd name="T121" fmla="*/ 49 h 78"/>
              <a:gd name="T122" fmla="*/ 464 w 464"/>
              <a:gd name="T123" fmla="*/ 52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64" h="78">
                <a:moveTo>
                  <a:pt x="53" y="60"/>
                </a:moveTo>
                <a:cubicBezTo>
                  <a:pt x="53" y="19"/>
                  <a:pt x="53" y="19"/>
                  <a:pt x="53" y="19"/>
                </a:cubicBezTo>
                <a:cubicBezTo>
                  <a:pt x="53" y="17"/>
                  <a:pt x="53" y="14"/>
                  <a:pt x="53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53" y="10"/>
                  <a:pt x="52" y="11"/>
                  <a:pt x="52" y="12"/>
                </a:cubicBezTo>
                <a:cubicBezTo>
                  <a:pt x="52" y="13"/>
                  <a:pt x="51" y="14"/>
                  <a:pt x="51" y="14"/>
                </a:cubicBezTo>
                <a:cubicBezTo>
                  <a:pt x="30" y="60"/>
                  <a:pt x="30" y="60"/>
                  <a:pt x="30" y="60"/>
                </a:cubicBezTo>
                <a:cubicBezTo>
                  <a:pt x="28" y="60"/>
                  <a:pt x="28" y="60"/>
                  <a:pt x="28" y="60"/>
                </a:cubicBezTo>
                <a:cubicBezTo>
                  <a:pt x="7" y="15"/>
                  <a:pt x="7" y="15"/>
                  <a:pt x="7" y="15"/>
                </a:cubicBezTo>
                <a:cubicBezTo>
                  <a:pt x="7" y="13"/>
                  <a:pt x="6" y="11"/>
                  <a:pt x="5" y="9"/>
                </a:cubicBezTo>
                <a:cubicBezTo>
                  <a:pt x="5" y="9"/>
                  <a:pt x="5" y="9"/>
                  <a:pt x="5" y="9"/>
                </a:cubicBezTo>
                <a:cubicBezTo>
                  <a:pt x="5" y="10"/>
                  <a:pt x="5" y="12"/>
                  <a:pt x="5" y="13"/>
                </a:cubicBezTo>
                <a:cubicBezTo>
                  <a:pt x="6" y="15"/>
                  <a:pt x="6" y="17"/>
                  <a:pt x="6" y="19"/>
                </a:cubicBezTo>
                <a:cubicBezTo>
                  <a:pt x="6" y="60"/>
                  <a:pt x="6" y="60"/>
                  <a:pt x="6" y="60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1"/>
                  <a:pt x="0" y="1"/>
                  <a:pt x="0" y="1"/>
                </a:cubicBezTo>
                <a:cubicBezTo>
                  <a:pt x="7" y="1"/>
                  <a:pt x="7" y="1"/>
                  <a:pt x="7" y="1"/>
                </a:cubicBezTo>
                <a:cubicBezTo>
                  <a:pt x="27" y="45"/>
                  <a:pt x="27" y="45"/>
                  <a:pt x="27" y="45"/>
                </a:cubicBezTo>
                <a:cubicBezTo>
                  <a:pt x="27" y="46"/>
                  <a:pt x="28" y="47"/>
                  <a:pt x="28" y="48"/>
                </a:cubicBezTo>
                <a:cubicBezTo>
                  <a:pt x="28" y="49"/>
                  <a:pt x="29" y="50"/>
                  <a:pt x="29" y="51"/>
                </a:cubicBezTo>
                <a:cubicBezTo>
                  <a:pt x="29" y="51"/>
                  <a:pt x="29" y="51"/>
                  <a:pt x="29" y="51"/>
                </a:cubicBezTo>
                <a:cubicBezTo>
                  <a:pt x="30" y="50"/>
                  <a:pt x="30" y="49"/>
                  <a:pt x="30" y="48"/>
                </a:cubicBezTo>
                <a:cubicBezTo>
                  <a:pt x="31" y="47"/>
                  <a:pt x="31" y="46"/>
                  <a:pt x="32" y="45"/>
                </a:cubicBezTo>
                <a:cubicBezTo>
                  <a:pt x="52" y="1"/>
                  <a:pt x="52" y="1"/>
                  <a:pt x="52" y="1"/>
                </a:cubicBezTo>
                <a:cubicBezTo>
                  <a:pt x="58" y="1"/>
                  <a:pt x="58" y="1"/>
                  <a:pt x="58" y="1"/>
                </a:cubicBezTo>
                <a:cubicBezTo>
                  <a:pt x="58" y="60"/>
                  <a:pt x="58" y="60"/>
                  <a:pt x="58" y="60"/>
                </a:cubicBezTo>
                <a:lnTo>
                  <a:pt x="53" y="60"/>
                </a:lnTo>
                <a:close/>
                <a:moveTo>
                  <a:pt x="115" y="36"/>
                </a:moveTo>
                <a:cubicBezTo>
                  <a:pt x="115" y="53"/>
                  <a:pt x="108" y="61"/>
                  <a:pt x="94" y="61"/>
                </a:cubicBezTo>
                <a:cubicBezTo>
                  <a:pt x="80" y="61"/>
                  <a:pt x="73" y="53"/>
                  <a:pt x="73" y="37"/>
                </a:cubicBezTo>
                <a:cubicBezTo>
                  <a:pt x="73" y="1"/>
                  <a:pt x="73" y="1"/>
                  <a:pt x="73" y="1"/>
                </a:cubicBezTo>
                <a:cubicBezTo>
                  <a:pt x="78" y="1"/>
                  <a:pt x="78" y="1"/>
                  <a:pt x="78" y="1"/>
                </a:cubicBezTo>
                <a:cubicBezTo>
                  <a:pt x="78" y="37"/>
                  <a:pt x="78" y="37"/>
                  <a:pt x="78" y="37"/>
                </a:cubicBezTo>
                <a:cubicBezTo>
                  <a:pt x="78" y="43"/>
                  <a:pt x="80" y="48"/>
                  <a:pt x="82" y="51"/>
                </a:cubicBezTo>
                <a:cubicBezTo>
                  <a:pt x="85" y="54"/>
                  <a:pt x="89" y="56"/>
                  <a:pt x="94" y="56"/>
                </a:cubicBezTo>
                <a:cubicBezTo>
                  <a:pt x="105" y="56"/>
                  <a:pt x="110" y="50"/>
                  <a:pt x="110" y="37"/>
                </a:cubicBezTo>
                <a:cubicBezTo>
                  <a:pt x="110" y="1"/>
                  <a:pt x="110" y="1"/>
                  <a:pt x="110" y="1"/>
                </a:cubicBezTo>
                <a:cubicBezTo>
                  <a:pt x="115" y="1"/>
                  <a:pt x="115" y="1"/>
                  <a:pt x="115" y="1"/>
                </a:cubicBezTo>
                <a:lnTo>
                  <a:pt x="115" y="36"/>
                </a:lnTo>
                <a:close/>
                <a:moveTo>
                  <a:pt x="130" y="60"/>
                </a:moveTo>
                <a:cubicBezTo>
                  <a:pt x="130" y="1"/>
                  <a:pt x="130" y="1"/>
                  <a:pt x="130" y="1"/>
                </a:cubicBezTo>
                <a:cubicBezTo>
                  <a:pt x="135" y="1"/>
                  <a:pt x="135" y="1"/>
                  <a:pt x="135" y="1"/>
                </a:cubicBezTo>
                <a:cubicBezTo>
                  <a:pt x="135" y="55"/>
                  <a:pt x="135" y="55"/>
                  <a:pt x="135" y="55"/>
                </a:cubicBezTo>
                <a:cubicBezTo>
                  <a:pt x="159" y="55"/>
                  <a:pt x="159" y="55"/>
                  <a:pt x="159" y="55"/>
                </a:cubicBezTo>
                <a:cubicBezTo>
                  <a:pt x="159" y="60"/>
                  <a:pt x="159" y="60"/>
                  <a:pt x="159" y="60"/>
                </a:cubicBezTo>
                <a:lnTo>
                  <a:pt x="130" y="60"/>
                </a:lnTo>
                <a:close/>
                <a:moveTo>
                  <a:pt x="182" y="6"/>
                </a:moveTo>
                <a:cubicBezTo>
                  <a:pt x="182" y="60"/>
                  <a:pt x="182" y="60"/>
                  <a:pt x="182" y="60"/>
                </a:cubicBezTo>
                <a:cubicBezTo>
                  <a:pt x="176" y="60"/>
                  <a:pt x="176" y="60"/>
                  <a:pt x="176" y="60"/>
                </a:cubicBezTo>
                <a:cubicBezTo>
                  <a:pt x="176" y="6"/>
                  <a:pt x="176" y="6"/>
                  <a:pt x="176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1"/>
                  <a:pt x="159" y="1"/>
                  <a:pt x="159" y="1"/>
                </a:cubicBezTo>
                <a:cubicBezTo>
                  <a:pt x="199" y="1"/>
                  <a:pt x="199" y="1"/>
                  <a:pt x="199" y="1"/>
                </a:cubicBezTo>
                <a:cubicBezTo>
                  <a:pt x="199" y="6"/>
                  <a:pt x="199" y="6"/>
                  <a:pt x="199" y="6"/>
                </a:cubicBezTo>
                <a:lnTo>
                  <a:pt x="182" y="6"/>
                </a:lnTo>
                <a:close/>
                <a:moveTo>
                  <a:pt x="189" y="71"/>
                </a:moveTo>
                <a:cubicBezTo>
                  <a:pt x="189" y="76"/>
                  <a:pt x="185" y="78"/>
                  <a:pt x="178" y="78"/>
                </a:cubicBezTo>
                <a:cubicBezTo>
                  <a:pt x="177" y="78"/>
                  <a:pt x="176" y="78"/>
                  <a:pt x="175" y="78"/>
                </a:cubicBezTo>
                <a:cubicBezTo>
                  <a:pt x="175" y="74"/>
                  <a:pt x="175" y="74"/>
                  <a:pt x="175" y="74"/>
                </a:cubicBezTo>
                <a:cubicBezTo>
                  <a:pt x="176" y="75"/>
                  <a:pt x="177" y="75"/>
                  <a:pt x="178" y="75"/>
                </a:cubicBezTo>
                <a:cubicBezTo>
                  <a:pt x="182" y="75"/>
                  <a:pt x="184" y="73"/>
                  <a:pt x="184" y="71"/>
                </a:cubicBezTo>
                <a:cubicBezTo>
                  <a:pt x="184" y="69"/>
                  <a:pt x="182" y="67"/>
                  <a:pt x="179" y="67"/>
                </a:cubicBezTo>
                <a:cubicBezTo>
                  <a:pt x="178" y="67"/>
                  <a:pt x="178" y="67"/>
                  <a:pt x="178" y="68"/>
                </a:cubicBezTo>
                <a:cubicBezTo>
                  <a:pt x="177" y="68"/>
                  <a:pt x="177" y="68"/>
                  <a:pt x="176" y="68"/>
                </a:cubicBezTo>
                <a:cubicBezTo>
                  <a:pt x="176" y="60"/>
                  <a:pt x="176" y="60"/>
                  <a:pt x="176" y="60"/>
                </a:cubicBezTo>
                <a:cubicBezTo>
                  <a:pt x="180" y="60"/>
                  <a:pt x="180" y="60"/>
                  <a:pt x="180" y="60"/>
                </a:cubicBezTo>
                <a:cubicBezTo>
                  <a:pt x="180" y="65"/>
                  <a:pt x="180" y="65"/>
                  <a:pt x="180" y="65"/>
                </a:cubicBezTo>
                <a:cubicBezTo>
                  <a:pt x="183" y="65"/>
                  <a:pt x="185" y="65"/>
                  <a:pt x="187" y="66"/>
                </a:cubicBezTo>
                <a:cubicBezTo>
                  <a:pt x="188" y="67"/>
                  <a:pt x="189" y="69"/>
                  <a:pt x="189" y="71"/>
                </a:cubicBezTo>
                <a:close/>
                <a:moveTo>
                  <a:pt x="250" y="36"/>
                </a:moveTo>
                <a:cubicBezTo>
                  <a:pt x="250" y="53"/>
                  <a:pt x="243" y="61"/>
                  <a:pt x="229" y="61"/>
                </a:cubicBezTo>
                <a:cubicBezTo>
                  <a:pt x="215" y="61"/>
                  <a:pt x="208" y="53"/>
                  <a:pt x="208" y="37"/>
                </a:cubicBezTo>
                <a:cubicBezTo>
                  <a:pt x="208" y="1"/>
                  <a:pt x="208" y="1"/>
                  <a:pt x="208" y="1"/>
                </a:cubicBezTo>
                <a:cubicBezTo>
                  <a:pt x="213" y="1"/>
                  <a:pt x="213" y="1"/>
                  <a:pt x="213" y="1"/>
                </a:cubicBezTo>
                <a:cubicBezTo>
                  <a:pt x="213" y="37"/>
                  <a:pt x="213" y="37"/>
                  <a:pt x="213" y="37"/>
                </a:cubicBezTo>
                <a:cubicBezTo>
                  <a:pt x="213" y="43"/>
                  <a:pt x="215" y="48"/>
                  <a:pt x="217" y="51"/>
                </a:cubicBezTo>
                <a:cubicBezTo>
                  <a:pt x="220" y="54"/>
                  <a:pt x="224" y="56"/>
                  <a:pt x="229" y="56"/>
                </a:cubicBezTo>
                <a:cubicBezTo>
                  <a:pt x="240" y="56"/>
                  <a:pt x="245" y="50"/>
                  <a:pt x="245" y="37"/>
                </a:cubicBezTo>
                <a:cubicBezTo>
                  <a:pt x="245" y="1"/>
                  <a:pt x="245" y="1"/>
                  <a:pt x="245" y="1"/>
                </a:cubicBezTo>
                <a:cubicBezTo>
                  <a:pt x="250" y="1"/>
                  <a:pt x="250" y="1"/>
                  <a:pt x="250" y="1"/>
                </a:cubicBezTo>
                <a:lnTo>
                  <a:pt x="250" y="36"/>
                </a:lnTo>
                <a:close/>
                <a:moveTo>
                  <a:pt x="317" y="60"/>
                </a:moveTo>
                <a:cubicBezTo>
                  <a:pt x="317" y="19"/>
                  <a:pt x="317" y="19"/>
                  <a:pt x="317" y="19"/>
                </a:cubicBezTo>
                <a:cubicBezTo>
                  <a:pt x="317" y="17"/>
                  <a:pt x="318" y="14"/>
                  <a:pt x="318" y="9"/>
                </a:cubicBezTo>
                <a:cubicBezTo>
                  <a:pt x="318" y="9"/>
                  <a:pt x="318" y="9"/>
                  <a:pt x="318" y="9"/>
                </a:cubicBezTo>
                <a:cubicBezTo>
                  <a:pt x="317" y="10"/>
                  <a:pt x="317" y="11"/>
                  <a:pt x="317" y="12"/>
                </a:cubicBezTo>
                <a:cubicBezTo>
                  <a:pt x="316" y="13"/>
                  <a:pt x="316" y="14"/>
                  <a:pt x="316" y="14"/>
                </a:cubicBezTo>
                <a:cubicBezTo>
                  <a:pt x="295" y="60"/>
                  <a:pt x="295" y="60"/>
                  <a:pt x="295" y="60"/>
                </a:cubicBezTo>
                <a:cubicBezTo>
                  <a:pt x="293" y="60"/>
                  <a:pt x="293" y="60"/>
                  <a:pt x="293" y="60"/>
                </a:cubicBezTo>
                <a:cubicBezTo>
                  <a:pt x="272" y="15"/>
                  <a:pt x="272" y="15"/>
                  <a:pt x="272" y="15"/>
                </a:cubicBezTo>
                <a:cubicBezTo>
                  <a:pt x="271" y="13"/>
                  <a:pt x="271" y="11"/>
                  <a:pt x="270" y="9"/>
                </a:cubicBezTo>
                <a:cubicBezTo>
                  <a:pt x="270" y="9"/>
                  <a:pt x="270" y="9"/>
                  <a:pt x="270" y="9"/>
                </a:cubicBezTo>
                <a:cubicBezTo>
                  <a:pt x="270" y="10"/>
                  <a:pt x="270" y="12"/>
                  <a:pt x="270" y="13"/>
                </a:cubicBezTo>
                <a:cubicBezTo>
                  <a:pt x="270" y="15"/>
                  <a:pt x="270" y="17"/>
                  <a:pt x="270" y="19"/>
                </a:cubicBezTo>
                <a:cubicBezTo>
                  <a:pt x="270" y="60"/>
                  <a:pt x="270" y="60"/>
                  <a:pt x="270" y="60"/>
                </a:cubicBezTo>
                <a:cubicBezTo>
                  <a:pt x="265" y="60"/>
                  <a:pt x="265" y="60"/>
                  <a:pt x="265" y="60"/>
                </a:cubicBezTo>
                <a:cubicBezTo>
                  <a:pt x="265" y="1"/>
                  <a:pt x="265" y="1"/>
                  <a:pt x="265" y="1"/>
                </a:cubicBezTo>
                <a:cubicBezTo>
                  <a:pt x="271" y="1"/>
                  <a:pt x="271" y="1"/>
                  <a:pt x="271" y="1"/>
                </a:cubicBezTo>
                <a:cubicBezTo>
                  <a:pt x="292" y="45"/>
                  <a:pt x="292" y="45"/>
                  <a:pt x="292" y="45"/>
                </a:cubicBezTo>
                <a:cubicBezTo>
                  <a:pt x="292" y="46"/>
                  <a:pt x="292" y="47"/>
                  <a:pt x="293" y="48"/>
                </a:cubicBezTo>
                <a:cubicBezTo>
                  <a:pt x="293" y="49"/>
                  <a:pt x="294" y="50"/>
                  <a:pt x="294" y="51"/>
                </a:cubicBezTo>
                <a:cubicBezTo>
                  <a:pt x="294" y="51"/>
                  <a:pt x="294" y="51"/>
                  <a:pt x="294" y="51"/>
                </a:cubicBezTo>
                <a:cubicBezTo>
                  <a:pt x="295" y="50"/>
                  <a:pt x="295" y="49"/>
                  <a:pt x="295" y="48"/>
                </a:cubicBezTo>
                <a:cubicBezTo>
                  <a:pt x="296" y="47"/>
                  <a:pt x="296" y="46"/>
                  <a:pt x="296" y="45"/>
                </a:cubicBezTo>
                <a:cubicBezTo>
                  <a:pt x="317" y="1"/>
                  <a:pt x="317" y="1"/>
                  <a:pt x="317" y="1"/>
                </a:cubicBezTo>
                <a:cubicBezTo>
                  <a:pt x="323" y="1"/>
                  <a:pt x="323" y="1"/>
                  <a:pt x="323" y="1"/>
                </a:cubicBezTo>
                <a:cubicBezTo>
                  <a:pt x="323" y="60"/>
                  <a:pt x="323" y="60"/>
                  <a:pt x="323" y="60"/>
                </a:cubicBezTo>
                <a:lnTo>
                  <a:pt x="317" y="60"/>
                </a:lnTo>
                <a:close/>
                <a:moveTo>
                  <a:pt x="338" y="60"/>
                </a:moveTo>
                <a:cubicBezTo>
                  <a:pt x="338" y="1"/>
                  <a:pt x="338" y="1"/>
                  <a:pt x="338" y="1"/>
                </a:cubicBezTo>
                <a:cubicBezTo>
                  <a:pt x="367" y="1"/>
                  <a:pt x="367" y="1"/>
                  <a:pt x="367" y="1"/>
                </a:cubicBezTo>
                <a:cubicBezTo>
                  <a:pt x="367" y="6"/>
                  <a:pt x="367" y="6"/>
                  <a:pt x="367" y="6"/>
                </a:cubicBezTo>
                <a:cubicBezTo>
                  <a:pt x="344" y="6"/>
                  <a:pt x="344" y="6"/>
                  <a:pt x="344" y="6"/>
                </a:cubicBezTo>
                <a:cubicBezTo>
                  <a:pt x="344" y="27"/>
                  <a:pt x="344" y="27"/>
                  <a:pt x="344" y="27"/>
                </a:cubicBezTo>
                <a:cubicBezTo>
                  <a:pt x="365" y="27"/>
                  <a:pt x="365" y="27"/>
                  <a:pt x="365" y="27"/>
                </a:cubicBezTo>
                <a:cubicBezTo>
                  <a:pt x="365" y="32"/>
                  <a:pt x="365" y="32"/>
                  <a:pt x="365" y="32"/>
                </a:cubicBezTo>
                <a:cubicBezTo>
                  <a:pt x="344" y="32"/>
                  <a:pt x="344" y="32"/>
                  <a:pt x="344" y="32"/>
                </a:cubicBezTo>
                <a:cubicBezTo>
                  <a:pt x="344" y="55"/>
                  <a:pt x="344" y="55"/>
                  <a:pt x="344" y="55"/>
                </a:cubicBezTo>
                <a:cubicBezTo>
                  <a:pt x="368" y="55"/>
                  <a:pt x="368" y="55"/>
                  <a:pt x="368" y="55"/>
                </a:cubicBezTo>
                <a:cubicBezTo>
                  <a:pt x="368" y="60"/>
                  <a:pt x="368" y="60"/>
                  <a:pt x="368" y="60"/>
                </a:cubicBezTo>
                <a:lnTo>
                  <a:pt x="338" y="60"/>
                </a:lnTo>
                <a:close/>
                <a:moveTo>
                  <a:pt x="379" y="51"/>
                </a:moveTo>
                <a:cubicBezTo>
                  <a:pt x="380" y="52"/>
                  <a:pt x="381" y="53"/>
                  <a:pt x="382" y="53"/>
                </a:cubicBezTo>
                <a:cubicBezTo>
                  <a:pt x="383" y="54"/>
                  <a:pt x="384" y="54"/>
                  <a:pt x="386" y="55"/>
                </a:cubicBezTo>
                <a:cubicBezTo>
                  <a:pt x="387" y="55"/>
                  <a:pt x="388" y="56"/>
                  <a:pt x="389" y="56"/>
                </a:cubicBezTo>
                <a:cubicBezTo>
                  <a:pt x="391" y="56"/>
                  <a:pt x="392" y="56"/>
                  <a:pt x="393" y="56"/>
                </a:cubicBezTo>
                <a:cubicBezTo>
                  <a:pt x="397" y="56"/>
                  <a:pt x="401" y="55"/>
                  <a:pt x="403" y="53"/>
                </a:cubicBezTo>
                <a:cubicBezTo>
                  <a:pt x="405" y="52"/>
                  <a:pt x="406" y="49"/>
                  <a:pt x="406" y="46"/>
                </a:cubicBezTo>
                <a:cubicBezTo>
                  <a:pt x="406" y="44"/>
                  <a:pt x="406" y="43"/>
                  <a:pt x="406" y="42"/>
                </a:cubicBezTo>
                <a:cubicBezTo>
                  <a:pt x="405" y="41"/>
                  <a:pt x="404" y="40"/>
                  <a:pt x="403" y="39"/>
                </a:cubicBezTo>
                <a:cubicBezTo>
                  <a:pt x="402" y="38"/>
                  <a:pt x="401" y="37"/>
                  <a:pt x="399" y="35"/>
                </a:cubicBezTo>
                <a:cubicBezTo>
                  <a:pt x="397" y="34"/>
                  <a:pt x="395" y="33"/>
                  <a:pt x="393" y="32"/>
                </a:cubicBezTo>
                <a:cubicBezTo>
                  <a:pt x="390" y="31"/>
                  <a:pt x="388" y="29"/>
                  <a:pt x="386" y="28"/>
                </a:cubicBezTo>
                <a:cubicBezTo>
                  <a:pt x="385" y="27"/>
                  <a:pt x="383" y="26"/>
                  <a:pt x="382" y="24"/>
                </a:cubicBezTo>
                <a:cubicBezTo>
                  <a:pt x="381" y="23"/>
                  <a:pt x="380" y="22"/>
                  <a:pt x="380" y="20"/>
                </a:cubicBezTo>
                <a:cubicBezTo>
                  <a:pt x="379" y="19"/>
                  <a:pt x="379" y="17"/>
                  <a:pt x="379" y="15"/>
                </a:cubicBezTo>
                <a:cubicBezTo>
                  <a:pt x="379" y="13"/>
                  <a:pt x="379" y="11"/>
                  <a:pt x="380" y="9"/>
                </a:cubicBezTo>
                <a:cubicBezTo>
                  <a:pt x="381" y="7"/>
                  <a:pt x="383" y="5"/>
                  <a:pt x="384" y="4"/>
                </a:cubicBezTo>
                <a:cubicBezTo>
                  <a:pt x="386" y="3"/>
                  <a:pt x="388" y="1"/>
                  <a:pt x="391" y="1"/>
                </a:cubicBezTo>
                <a:cubicBezTo>
                  <a:pt x="393" y="0"/>
                  <a:pt x="395" y="0"/>
                  <a:pt x="398" y="0"/>
                </a:cubicBezTo>
                <a:cubicBezTo>
                  <a:pt x="403" y="0"/>
                  <a:pt x="407" y="0"/>
                  <a:pt x="410" y="2"/>
                </a:cubicBezTo>
                <a:cubicBezTo>
                  <a:pt x="410" y="8"/>
                  <a:pt x="410" y="8"/>
                  <a:pt x="410" y="8"/>
                </a:cubicBezTo>
                <a:cubicBezTo>
                  <a:pt x="406" y="6"/>
                  <a:pt x="402" y="5"/>
                  <a:pt x="397" y="5"/>
                </a:cubicBezTo>
                <a:cubicBezTo>
                  <a:pt x="396" y="5"/>
                  <a:pt x="394" y="5"/>
                  <a:pt x="392" y="5"/>
                </a:cubicBezTo>
                <a:cubicBezTo>
                  <a:pt x="391" y="6"/>
                  <a:pt x="389" y="6"/>
                  <a:pt x="388" y="7"/>
                </a:cubicBezTo>
                <a:cubicBezTo>
                  <a:pt x="387" y="8"/>
                  <a:pt x="386" y="9"/>
                  <a:pt x="386" y="10"/>
                </a:cubicBezTo>
                <a:cubicBezTo>
                  <a:pt x="385" y="12"/>
                  <a:pt x="384" y="13"/>
                  <a:pt x="384" y="15"/>
                </a:cubicBezTo>
                <a:cubicBezTo>
                  <a:pt x="384" y="16"/>
                  <a:pt x="385" y="17"/>
                  <a:pt x="385" y="19"/>
                </a:cubicBezTo>
                <a:cubicBezTo>
                  <a:pt x="386" y="20"/>
                  <a:pt x="386" y="21"/>
                  <a:pt x="387" y="22"/>
                </a:cubicBezTo>
                <a:cubicBezTo>
                  <a:pt x="388" y="23"/>
                  <a:pt x="390" y="24"/>
                  <a:pt x="391" y="25"/>
                </a:cubicBezTo>
                <a:cubicBezTo>
                  <a:pt x="393" y="26"/>
                  <a:pt x="395" y="27"/>
                  <a:pt x="397" y="28"/>
                </a:cubicBezTo>
                <a:cubicBezTo>
                  <a:pt x="400" y="29"/>
                  <a:pt x="402" y="31"/>
                  <a:pt x="404" y="32"/>
                </a:cubicBezTo>
                <a:cubicBezTo>
                  <a:pt x="406" y="33"/>
                  <a:pt x="407" y="35"/>
                  <a:pt x="408" y="36"/>
                </a:cubicBezTo>
                <a:cubicBezTo>
                  <a:pt x="410" y="37"/>
                  <a:pt x="411" y="39"/>
                  <a:pt x="411" y="40"/>
                </a:cubicBezTo>
                <a:cubicBezTo>
                  <a:pt x="412" y="42"/>
                  <a:pt x="412" y="43"/>
                  <a:pt x="412" y="45"/>
                </a:cubicBezTo>
                <a:cubicBezTo>
                  <a:pt x="412" y="48"/>
                  <a:pt x="412" y="50"/>
                  <a:pt x="411" y="52"/>
                </a:cubicBezTo>
                <a:cubicBezTo>
                  <a:pt x="410" y="54"/>
                  <a:pt x="408" y="56"/>
                  <a:pt x="407" y="57"/>
                </a:cubicBezTo>
                <a:cubicBezTo>
                  <a:pt x="405" y="58"/>
                  <a:pt x="403" y="59"/>
                  <a:pt x="400" y="60"/>
                </a:cubicBezTo>
                <a:cubicBezTo>
                  <a:pt x="398" y="61"/>
                  <a:pt x="395" y="61"/>
                  <a:pt x="393" y="61"/>
                </a:cubicBezTo>
                <a:cubicBezTo>
                  <a:pt x="392" y="61"/>
                  <a:pt x="390" y="61"/>
                  <a:pt x="389" y="61"/>
                </a:cubicBezTo>
                <a:cubicBezTo>
                  <a:pt x="388" y="61"/>
                  <a:pt x="387" y="60"/>
                  <a:pt x="385" y="60"/>
                </a:cubicBezTo>
                <a:cubicBezTo>
                  <a:pt x="384" y="60"/>
                  <a:pt x="383" y="59"/>
                  <a:pt x="381" y="59"/>
                </a:cubicBezTo>
                <a:cubicBezTo>
                  <a:pt x="380" y="59"/>
                  <a:pt x="379" y="58"/>
                  <a:pt x="379" y="58"/>
                </a:cubicBezTo>
                <a:lnTo>
                  <a:pt x="379" y="51"/>
                </a:lnTo>
                <a:close/>
                <a:moveTo>
                  <a:pt x="464" y="58"/>
                </a:moveTo>
                <a:cubicBezTo>
                  <a:pt x="460" y="60"/>
                  <a:pt x="454" y="61"/>
                  <a:pt x="449" y="61"/>
                </a:cubicBezTo>
                <a:cubicBezTo>
                  <a:pt x="444" y="61"/>
                  <a:pt x="441" y="60"/>
                  <a:pt x="437" y="59"/>
                </a:cubicBezTo>
                <a:cubicBezTo>
                  <a:pt x="434" y="57"/>
                  <a:pt x="431" y="55"/>
                  <a:pt x="428" y="53"/>
                </a:cubicBezTo>
                <a:cubicBezTo>
                  <a:pt x="426" y="50"/>
                  <a:pt x="424" y="47"/>
                  <a:pt x="423" y="43"/>
                </a:cubicBezTo>
                <a:cubicBezTo>
                  <a:pt x="422" y="40"/>
                  <a:pt x="421" y="36"/>
                  <a:pt x="421" y="32"/>
                </a:cubicBezTo>
                <a:cubicBezTo>
                  <a:pt x="421" y="27"/>
                  <a:pt x="422" y="23"/>
                  <a:pt x="423" y="19"/>
                </a:cubicBezTo>
                <a:cubicBezTo>
                  <a:pt x="424" y="15"/>
                  <a:pt x="426" y="12"/>
                  <a:pt x="429" y="9"/>
                </a:cubicBezTo>
                <a:cubicBezTo>
                  <a:pt x="432" y="6"/>
                  <a:pt x="435" y="4"/>
                  <a:pt x="438" y="2"/>
                </a:cubicBezTo>
                <a:cubicBezTo>
                  <a:pt x="442" y="1"/>
                  <a:pt x="446" y="0"/>
                  <a:pt x="451" y="0"/>
                </a:cubicBezTo>
                <a:cubicBezTo>
                  <a:pt x="456" y="0"/>
                  <a:pt x="460" y="0"/>
                  <a:pt x="464" y="2"/>
                </a:cubicBezTo>
                <a:cubicBezTo>
                  <a:pt x="464" y="8"/>
                  <a:pt x="464" y="8"/>
                  <a:pt x="464" y="8"/>
                </a:cubicBezTo>
                <a:cubicBezTo>
                  <a:pt x="460" y="6"/>
                  <a:pt x="455" y="5"/>
                  <a:pt x="451" y="5"/>
                </a:cubicBezTo>
                <a:cubicBezTo>
                  <a:pt x="447" y="5"/>
                  <a:pt x="443" y="5"/>
                  <a:pt x="440" y="7"/>
                </a:cubicBezTo>
                <a:cubicBezTo>
                  <a:pt x="437" y="8"/>
                  <a:pt x="435" y="10"/>
                  <a:pt x="433" y="12"/>
                </a:cubicBezTo>
                <a:cubicBezTo>
                  <a:pt x="431" y="15"/>
                  <a:pt x="429" y="17"/>
                  <a:pt x="428" y="21"/>
                </a:cubicBezTo>
                <a:cubicBezTo>
                  <a:pt x="427" y="24"/>
                  <a:pt x="427" y="27"/>
                  <a:pt x="427" y="31"/>
                </a:cubicBezTo>
                <a:cubicBezTo>
                  <a:pt x="427" y="35"/>
                  <a:pt x="427" y="38"/>
                  <a:pt x="428" y="41"/>
                </a:cubicBezTo>
                <a:cubicBezTo>
                  <a:pt x="429" y="44"/>
                  <a:pt x="430" y="46"/>
                  <a:pt x="432" y="49"/>
                </a:cubicBezTo>
                <a:cubicBezTo>
                  <a:pt x="434" y="51"/>
                  <a:pt x="437" y="53"/>
                  <a:pt x="439" y="54"/>
                </a:cubicBezTo>
                <a:cubicBezTo>
                  <a:pt x="442" y="55"/>
                  <a:pt x="445" y="56"/>
                  <a:pt x="449" y="56"/>
                </a:cubicBezTo>
                <a:cubicBezTo>
                  <a:pt x="455" y="56"/>
                  <a:pt x="460" y="55"/>
                  <a:pt x="464" y="52"/>
                </a:cubicBezTo>
                <a:lnTo>
                  <a:pt x="464" y="5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9" name="Freeform 236">
            <a:extLst>
              <a:ext uri="{FF2B5EF4-FFF2-40B4-BE49-F238E27FC236}">
                <a16:creationId xmlns:a16="http://schemas.microsoft.com/office/drawing/2014/main" id="{49CF903A-485B-0E6E-E7E6-030C3DFA0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5403741" y="924350"/>
            <a:ext cx="336945" cy="1680561"/>
          </a:xfrm>
          <a:custGeom>
            <a:avLst/>
            <a:gdLst>
              <a:gd name="T0" fmla="*/ 28 w 103"/>
              <a:gd name="T1" fmla="*/ 6 h 512"/>
              <a:gd name="T2" fmla="*/ 52 w 103"/>
              <a:gd name="T3" fmla="*/ 12 h 512"/>
              <a:gd name="T4" fmla="*/ 64 w 103"/>
              <a:gd name="T5" fmla="*/ 2 h 512"/>
              <a:gd name="T6" fmla="*/ 76 w 103"/>
              <a:gd name="T7" fmla="*/ 37 h 512"/>
              <a:gd name="T8" fmla="*/ 63 w 103"/>
              <a:gd name="T9" fmla="*/ 14 h 512"/>
              <a:gd name="T10" fmla="*/ 56 w 103"/>
              <a:gd name="T11" fmla="*/ 33 h 512"/>
              <a:gd name="T12" fmla="*/ 40 w 103"/>
              <a:gd name="T13" fmla="*/ 12 h 512"/>
              <a:gd name="T14" fmla="*/ 36 w 103"/>
              <a:gd name="T15" fmla="*/ 40 h 512"/>
              <a:gd name="T16" fmla="*/ 66 w 103"/>
              <a:gd name="T17" fmla="*/ 51 h 512"/>
              <a:gd name="T18" fmla="*/ 77 w 103"/>
              <a:gd name="T19" fmla="*/ 44 h 512"/>
              <a:gd name="T20" fmla="*/ 62 w 103"/>
              <a:gd name="T21" fmla="*/ 63 h 512"/>
              <a:gd name="T22" fmla="*/ 37 w 103"/>
              <a:gd name="T23" fmla="*/ 84 h 512"/>
              <a:gd name="T24" fmla="*/ 77 w 103"/>
              <a:gd name="T25" fmla="*/ 93 h 512"/>
              <a:gd name="T26" fmla="*/ 24 w 103"/>
              <a:gd name="T27" fmla="*/ 75 h 512"/>
              <a:gd name="T28" fmla="*/ 60 w 103"/>
              <a:gd name="T29" fmla="*/ 52 h 512"/>
              <a:gd name="T30" fmla="*/ 4 w 103"/>
              <a:gd name="T31" fmla="*/ 146 h 512"/>
              <a:gd name="T32" fmla="*/ 1 w 103"/>
              <a:gd name="T33" fmla="*/ 116 h 512"/>
              <a:gd name="T34" fmla="*/ 61 w 103"/>
              <a:gd name="T35" fmla="*/ 117 h 512"/>
              <a:gd name="T36" fmla="*/ 78 w 103"/>
              <a:gd name="T37" fmla="*/ 106 h 512"/>
              <a:gd name="T38" fmla="*/ 70 w 103"/>
              <a:gd name="T39" fmla="*/ 125 h 512"/>
              <a:gd name="T40" fmla="*/ 77 w 103"/>
              <a:gd name="T41" fmla="*/ 157 h 512"/>
              <a:gd name="T42" fmla="*/ 10 w 103"/>
              <a:gd name="T43" fmla="*/ 156 h 512"/>
              <a:gd name="T44" fmla="*/ 66 w 103"/>
              <a:gd name="T45" fmla="*/ 204 h 512"/>
              <a:gd name="T46" fmla="*/ 70 w 103"/>
              <a:gd name="T47" fmla="*/ 168 h 512"/>
              <a:gd name="T48" fmla="*/ 24 w 103"/>
              <a:gd name="T49" fmla="*/ 183 h 512"/>
              <a:gd name="T50" fmla="*/ 24 w 103"/>
              <a:gd name="T51" fmla="*/ 215 h 512"/>
              <a:gd name="T52" fmla="*/ 34 w 103"/>
              <a:gd name="T53" fmla="*/ 219 h 512"/>
              <a:gd name="T54" fmla="*/ 77 w 103"/>
              <a:gd name="T55" fmla="*/ 220 h 512"/>
              <a:gd name="T56" fmla="*/ 52 w 103"/>
              <a:gd name="T57" fmla="*/ 200 h 512"/>
              <a:gd name="T58" fmla="*/ 33 w 103"/>
              <a:gd name="T59" fmla="*/ 185 h 512"/>
              <a:gd name="T60" fmla="*/ 64 w 103"/>
              <a:gd name="T61" fmla="*/ 177 h 512"/>
              <a:gd name="T62" fmla="*/ 52 w 103"/>
              <a:gd name="T63" fmla="*/ 200 h 512"/>
              <a:gd name="T64" fmla="*/ 5 w 103"/>
              <a:gd name="T65" fmla="*/ 230 h 512"/>
              <a:gd name="T66" fmla="*/ 29 w 103"/>
              <a:gd name="T67" fmla="*/ 242 h 512"/>
              <a:gd name="T68" fmla="*/ 52 w 103"/>
              <a:gd name="T69" fmla="*/ 281 h 512"/>
              <a:gd name="T70" fmla="*/ 71 w 103"/>
              <a:gd name="T71" fmla="*/ 237 h 512"/>
              <a:gd name="T72" fmla="*/ 33 w 103"/>
              <a:gd name="T73" fmla="*/ 255 h 512"/>
              <a:gd name="T74" fmla="*/ 52 w 103"/>
              <a:gd name="T75" fmla="*/ 242 h 512"/>
              <a:gd name="T76" fmla="*/ 64 w 103"/>
              <a:gd name="T77" fmla="*/ 265 h 512"/>
              <a:gd name="T78" fmla="*/ 40 w 103"/>
              <a:gd name="T79" fmla="*/ 294 h 512"/>
              <a:gd name="T80" fmla="*/ 41 w 103"/>
              <a:gd name="T81" fmla="*/ 306 h 512"/>
              <a:gd name="T82" fmla="*/ 26 w 103"/>
              <a:gd name="T83" fmla="*/ 315 h 512"/>
              <a:gd name="T84" fmla="*/ 24 w 103"/>
              <a:gd name="T85" fmla="*/ 347 h 512"/>
              <a:gd name="T86" fmla="*/ 68 w 103"/>
              <a:gd name="T87" fmla="*/ 365 h 512"/>
              <a:gd name="T88" fmla="*/ 77 w 103"/>
              <a:gd name="T89" fmla="*/ 348 h 512"/>
              <a:gd name="T90" fmla="*/ 50 w 103"/>
              <a:gd name="T91" fmla="*/ 360 h 512"/>
              <a:gd name="T92" fmla="*/ 38 w 103"/>
              <a:gd name="T93" fmla="*/ 337 h 512"/>
              <a:gd name="T94" fmla="*/ 68 w 103"/>
              <a:gd name="T95" fmla="*/ 354 h 512"/>
              <a:gd name="T96" fmla="*/ 41 w 103"/>
              <a:gd name="T97" fmla="*/ 412 h 512"/>
              <a:gd name="T98" fmla="*/ 26 w 103"/>
              <a:gd name="T99" fmla="*/ 424 h 512"/>
              <a:gd name="T100" fmla="*/ 68 w 103"/>
              <a:gd name="T101" fmla="*/ 401 h 512"/>
              <a:gd name="T102" fmla="*/ 73 w 103"/>
              <a:gd name="T103" fmla="*/ 382 h 512"/>
              <a:gd name="T104" fmla="*/ 68 w 103"/>
              <a:gd name="T105" fmla="*/ 432 h 512"/>
              <a:gd name="T106" fmla="*/ 24 w 103"/>
              <a:gd name="T107" fmla="*/ 459 h 512"/>
              <a:gd name="T108" fmla="*/ 77 w 103"/>
              <a:gd name="T109" fmla="*/ 444 h 512"/>
              <a:gd name="T110" fmla="*/ 37 w 103"/>
              <a:gd name="T111" fmla="*/ 452 h 512"/>
              <a:gd name="T112" fmla="*/ 63 w 103"/>
              <a:gd name="T113" fmla="*/ 469 h 512"/>
              <a:gd name="T114" fmla="*/ 34 w 103"/>
              <a:gd name="T115" fmla="*/ 491 h 512"/>
              <a:gd name="T116" fmla="*/ 77 w 103"/>
              <a:gd name="T117" fmla="*/ 493 h 512"/>
              <a:gd name="T118" fmla="*/ 30 w 103"/>
              <a:gd name="T119" fmla="*/ 507 h 512"/>
              <a:gd name="T120" fmla="*/ 103 w 103"/>
              <a:gd name="T121" fmla="*/ 485 h 512"/>
              <a:gd name="T122" fmla="*/ 103 w 103"/>
              <a:gd name="T123" fmla="*/ 474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03" h="512">
                <a:moveTo>
                  <a:pt x="26" y="40"/>
                </a:moveTo>
                <a:cubicBezTo>
                  <a:pt x="24" y="35"/>
                  <a:pt x="24" y="29"/>
                  <a:pt x="24" y="22"/>
                </a:cubicBezTo>
                <a:cubicBezTo>
                  <a:pt x="24" y="15"/>
                  <a:pt x="25" y="10"/>
                  <a:pt x="28" y="6"/>
                </a:cubicBezTo>
                <a:cubicBezTo>
                  <a:pt x="31" y="2"/>
                  <a:pt x="34" y="0"/>
                  <a:pt x="39" y="0"/>
                </a:cubicBezTo>
                <a:cubicBezTo>
                  <a:pt x="42" y="0"/>
                  <a:pt x="45" y="1"/>
                  <a:pt x="47" y="3"/>
                </a:cubicBezTo>
                <a:cubicBezTo>
                  <a:pt x="50" y="6"/>
                  <a:pt x="51" y="9"/>
                  <a:pt x="52" y="12"/>
                </a:cubicBezTo>
                <a:cubicBezTo>
                  <a:pt x="52" y="12"/>
                  <a:pt x="52" y="12"/>
                  <a:pt x="52" y="12"/>
                </a:cubicBezTo>
                <a:cubicBezTo>
                  <a:pt x="53" y="9"/>
                  <a:pt x="54" y="7"/>
                  <a:pt x="56" y="5"/>
                </a:cubicBezTo>
                <a:cubicBezTo>
                  <a:pt x="58" y="3"/>
                  <a:pt x="61" y="2"/>
                  <a:pt x="64" y="2"/>
                </a:cubicBezTo>
                <a:cubicBezTo>
                  <a:pt x="68" y="2"/>
                  <a:pt x="72" y="4"/>
                  <a:pt x="75" y="8"/>
                </a:cubicBezTo>
                <a:cubicBezTo>
                  <a:pt x="77" y="11"/>
                  <a:pt x="79" y="16"/>
                  <a:pt x="79" y="23"/>
                </a:cubicBezTo>
                <a:cubicBezTo>
                  <a:pt x="79" y="28"/>
                  <a:pt x="78" y="33"/>
                  <a:pt x="76" y="37"/>
                </a:cubicBezTo>
                <a:cubicBezTo>
                  <a:pt x="66" y="37"/>
                  <a:pt x="66" y="37"/>
                  <a:pt x="66" y="37"/>
                </a:cubicBezTo>
                <a:cubicBezTo>
                  <a:pt x="69" y="33"/>
                  <a:pt x="70" y="28"/>
                  <a:pt x="70" y="24"/>
                </a:cubicBezTo>
                <a:cubicBezTo>
                  <a:pt x="70" y="17"/>
                  <a:pt x="68" y="14"/>
                  <a:pt x="63" y="14"/>
                </a:cubicBezTo>
                <a:cubicBezTo>
                  <a:pt x="61" y="14"/>
                  <a:pt x="59" y="15"/>
                  <a:pt x="58" y="18"/>
                </a:cubicBezTo>
                <a:cubicBezTo>
                  <a:pt x="57" y="20"/>
                  <a:pt x="56" y="23"/>
                  <a:pt x="56" y="27"/>
                </a:cubicBezTo>
                <a:cubicBezTo>
                  <a:pt x="56" y="29"/>
                  <a:pt x="56" y="31"/>
                  <a:pt x="56" y="33"/>
                </a:cubicBezTo>
                <a:cubicBezTo>
                  <a:pt x="47" y="33"/>
                  <a:pt x="47" y="33"/>
                  <a:pt x="47" y="33"/>
                </a:cubicBezTo>
                <a:cubicBezTo>
                  <a:pt x="47" y="30"/>
                  <a:pt x="48" y="28"/>
                  <a:pt x="48" y="25"/>
                </a:cubicBezTo>
                <a:cubicBezTo>
                  <a:pt x="48" y="16"/>
                  <a:pt x="45" y="12"/>
                  <a:pt x="40" y="12"/>
                </a:cubicBezTo>
                <a:cubicBezTo>
                  <a:pt x="38" y="12"/>
                  <a:pt x="36" y="13"/>
                  <a:pt x="34" y="15"/>
                </a:cubicBezTo>
                <a:cubicBezTo>
                  <a:pt x="33" y="17"/>
                  <a:pt x="32" y="20"/>
                  <a:pt x="32" y="24"/>
                </a:cubicBezTo>
                <a:cubicBezTo>
                  <a:pt x="32" y="30"/>
                  <a:pt x="34" y="35"/>
                  <a:pt x="36" y="40"/>
                </a:cubicBezTo>
                <a:lnTo>
                  <a:pt x="26" y="40"/>
                </a:lnTo>
                <a:close/>
                <a:moveTo>
                  <a:pt x="60" y="52"/>
                </a:moveTo>
                <a:cubicBezTo>
                  <a:pt x="63" y="52"/>
                  <a:pt x="65" y="51"/>
                  <a:pt x="66" y="51"/>
                </a:cubicBezTo>
                <a:cubicBezTo>
                  <a:pt x="68" y="50"/>
                  <a:pt x="68" y="49"/>
                  <a:pt x="68" y="47"/>
                </a:cubicBezTo>
                <a:cubicBezTo>
                  <a:pt x="68" y="46"/>
                  <a:pt x="68" y="45"/>
                  <a:pt x="68" y="44"/>
                </a:cubicBezTo>
                <a:cubicBezTo>
                  <a:pt x="77" y="44"/>
                  <a:pt x="77" y="44"/>
                  <a:pt x="77" y="44"/>
                </a:cubicBezTo>
                <a:cubicBezTo>
                  <a:pt x="78" y="46"/>
                  <a:pt x="78" y="49"/>
                  <a:pt x="78" y="51"/>
                </a:cubicBezTo>
                <a:cubicBezTo>
                  <a:pt x="78" y="56"/>
                  <a:pt x="77" y="59"/>
                  <a:pt x="74" y="61"/>
                </a:cubicBezTo>
                <a:cubicBezTo>
                  <a:pt x="72" y="63"/>
                  <a:pt x="68" y="63"/>
                  <a:pt x="62" y="63"/>
                </a:cubicBezTo>
                <a:cubicBezTo>
                  <a:pt x="49" y="63"/>
                  <a:pt x="49" y="63"/>
                  <a:pt x="49" y="63"/>
                </a:cubicBezTo>
                <a:cubicBezTo>
                  <a:pt x="39" y="63"/>
                  <a:pt x="34" y="67"/>
                  <a:pt x="34" y="76"/>
                </a:cubicBezTo>
                <a:cubicBezTo>
                  <a:pt x="34" y="79"/>
                  <a:pt x="35" y="82"/>
                  <a:pt x="37" y="84"/>
                </a:cubicBezTo>
                <a:cubicBezTo>
                  <a:pt x="40" y="86"/>
                  <a:pt x="44" y="87"/>
                  <a:pt x="49" y="87"/>
                </a:cubicBezTo>
                <a:cubicBezTo>
                  <a:pt x="59" y="87"/>
                  <a:pt x="68" y="85"/>
                  <a:pt x="77" y="81"/>
                </a:cubicBezTo>
                <a:cubicBezTo>
                  <a:pt x="77" y="93"/>
                  <a:pt x="77" y="93"/>
                  <a:pt x="77" y="93"/>
                </a:cubicBezTo>
                <a:cubicBezTo>
                  <a:pt x="69" y="97"/>
                  <a:pt x="59" y="99"/>
                  <a:pt x="49" y="99"/>
                </a:cubicBezTo>
                <a:cubicBezTo>
                  <a:pt x="41" y="99"/>
                  <a:pt x="35" y="97"/>
                  <a:pt x="30" y="93"/>
                </a:cubicBezTo>
                <a:cubicBezTo>
                  <a:pt x="26" y="89"/>
                  <a:pt x="24" y="83"/>
                  <a:pt x="24" y="75"/>
                </a:cubicBezTo>
                <a:cubicBezTo>
                  <a:pt x="24" y="68"/>
                  <a:pt x="26" y="62"/>
                  <a:pt x="30" y="58"/>
                </a:cubicBezTo>
                <a:cubicBezTo>
                  <a:pt x="34" y="54"/>
                  <a:pt x="40" y="52"/>
                  <a:pt x="47" y="52"/>
                </a:cubicBezTo>
                <a:lnTo>
                  <a:pt x="60" y="52"/>
                </a:lnTo>
                <a:close/>
                <a:moveTo>
                  <a:pt x="1" y="160"/>
                </a:moveTo>
                <a:cubicBezTo>
                  <a:pt x="1" y="158"/>
                  <a:pt x="0" y="156"/>
                  <a:pt x="0" y="154"/>
                </a:cubicBezTo>
                <a:cubicBezTo>
                  <a:pt x="0" y="151"/>
                  <a:pt x="1" y="148"/>
                  <a:pt x="4" y="146"/>
                </a:cubicBezTo>
                <a:cubicBezTo>
                  <a:pt x="6" y="144"/>
                  <a:pt x="9" y="141"/>
                  <a:pt x="15" y="139"/>
                </a:cubicBezTo>
                <a:cubicBezTo>
                  <a:pt x="32" y="131"/>
                  <a:pt x="32" y="131"/>
                  <a:pt x="32" y="131"/>
                </a:cubicBezTo>
                <a:cubicBezTo>
                  <a:pt x="1" y="116"/>
                  <a:pt x="1" y="116"/>
                  <a:pt x="1" y="116"/>
                </a:cubicBezTo>
                <a:cubicBezTo>
                  <a:pt x="1" y="103"/>
                  <a:pt x="1" y="103"/>
                  <a:pt x="1" y="103"/>
                </a:cubicBezTo>
                <a:cubicBezTo>
                  <a:pt x="43" y="126"/>
                  <a:pt x="43" y="126"/>
                  <a:pt x="43" y="126"/>
                </a:cubicBezTo>
                <a:cubicBezTo>
                  <a:pt x="61" y="117"/>
                  <a:pt x="61" y="117"/>
                  <a:pt x="61" y="117"/>
                </a:cubicBezTo>
                <a:cubicBezTo>
                  <a:pt x="66" y="115"/>
                  <a:pt x="69" y="113"/>
                  <a:pt x="69" y="111"/>
                </a:cubicBezTo>
                <a:cubicBezTo>
                  <a:pt x="69" y="109"/>
                  <a:pt x="68" y="107"/>
                  <a:pt x="68" y="106"/>
                </a:cubicBezTo>
                <a:cubicBezTo>
                  <a:pt x="78" y="106"/>
                  <a:pt x="78" y="106"/>
                  <a:pt x="78" y="106"/>
                </a:cubicBezTo>
                <a:cubicBezTo>
                  <a:pt x="78" y="107"/>
                  <a:pt x="79" y="109"/>
                  <a:pt x="79" y="112"/>
                </a:cubicBezTo>
                <a:cubicBezTo>
                  <a:pt x="79" y="115"/>
                  <a:pt x="78" y="118"/>
                  <a:pt x="77" y="119"/>
                </a:cubicBezTo>
                <a:cubicBezTo>
                  <a:pt x="75" y="121"/>
                  <a:pt x="73" y="123"/>
                  <a:pt x="70" y="125"/>
                </a:cubicBezTo>
                <a:cubicBezTo>
                  <a:pt x="53" y="132"/>
                  <a:pt x="53" y="132"/>
                  <a:pt x="53" y="132"/>
                </a:cubicBezTo>
                <a:cubicBezTo>
                  <a:pt x="77" y="144"/>
                  <a:pt x="77" y="144"/>
                  <a:pt x="77" y="144"/>
                </a:cubicBezTo>
                <a:cubicBezTo>
                  <a:pt x="77" y="157"/>
                  <a:pt x="77" y="157"/>
                  <a:pt x="77" y="157"/>
                </a:cubicBezTo>
                <a:cubicBezTo>
                  <a:pt x="42" y="138"/>
                  <a:pt x="42" y="138"/>
                  <a:pt x="42" y="138"/>
                </a:cubicBezTo>
                <a:cubicBezTo>
                  <a:pt x="17" y="149"/>
                  <a:pt x="17" y="149"/>
                  <a:pt x="17" y="149"/>
                </a:cubicBezTo>
                <a:cubicBezTo>
                  <a:pt x="13" y="151"/>
                  <a:pt x="10" y="153"/>
                  <a:pt x="10" y="156"/>
                </a:cubicBezTo>
                <a:cubicBezTo>
                  <a:pt x="10" y="157"/>
                  <a:pt x="11" y="159"/>
                  <a:pt x="11" y="160"/>
                </a:cubicBezTo>
                <a:lnTo>
                  <a:pt x="1" y="160"/>
                </a:lnTo>
                <a:close/>
                <a:moveTo>
                  <a:pt x="66" y="204"/>
                </a:moveTo>
                <a:cubicBezTo>
                  <a:pt x="70" y="202"/>
                  <a:pt x="73" y="200"/>
                  <a:pt x="75" y="197"/>
                </a:cubicBezTo>
                <a:cubicBezTo>
                  <a:pt x="77" y="194"/>
                  <a:pt x="79" y="190"/>
                  <a:pt x="79" y="186"/>
                </a:cubicBezTo>
                <a:cubicBezTo>
                  <a:pt x="79" y="179"/>
                  <a:pt x="76" y="173"/>
                  <a:pt x="70" y="168"/>
                </a:cubicBezTo>
                <a:cubicBezTo>
                  <a:pt x="65" y="164"/>
                  <a:pt x="58" y="162"/>
                  <a:pt x="50" y="162"/>
                </a:cubicBezTo>
                <a:cubicBezTo>
                  <a:pt x="42" y="162"/>
                  <a:pt x="36" y="164"/>
                  <a:pt x="31" y="167"/>
                </a:cubicBezTo>
                <a:cubicBezTo>
                  <a:pt x="26" y="171"/>
                  <a:pt x="24" y="176"/>
                  <a:pt x="24" y="183"/>
                </a:cubicBezTo>
                <a:cubicBezTo>
                  <a:pt x="24" y="191"/>
                  <a:pt x="28" y="198"/>
                  <a:pt x="38" y="203"/>
                </a:cubicBezTo>
                <a:cubicBezTo>
                  <a:pt x="38" y="203"/>
                  <a:pt x="38" y="203"/>
                  <a:pt x="38" y="203"/>
                </a:cubicBezTo>
                <a:cubicBezTo>
                  <a:pt x="29" y="205"/>
                  <a:pt x="24" y="209"/>
                  <a:pt x="24" y="215"/>
                </a:cubicBezTo>
                <a:cubicBezTo>
                  <a:pt x="24" y="217"/>
                  <a:pt x="25" y="219"/>
                  <a:pt x="25" y="221"/>
                </a:cubicBezTo>
                <a:cubicBezTo>
                  <a:pt x="35" y="222"/>
                  <a:pt x="35" y="222"/>
                  <a:pt x="35" y="222"/>
                </a:cubicBezTo>
                <a:cubicBezTo>
                  <a:pt x="35" y="221"/>
                  <a:pt x="34" y="220"/>
                  <a:pt x="34" y="219"/>
                </a:cubicBezTo>
                <a:cubicBezTo>
                  <a:pt x="34" y="217"/>
                  <a:pt x="36" y="215"/>
                  <a:pt x="38" y="214"/>
                </a:cubicBezTo>
                <a:cubicBezTo>
                  <a:pt x="40" y="212"/>
                  <a:pt x="45" y="211"/>
                  <a:pt x="51" y="210"/>
                </a:cubicBezTo>
                <a:cubicBezTo>
                  <a:pt x="77" y="220"/>
                  <a:pt x="77" y="220"/>
                  <a:pt x="77" y="220"/>
                </a:cubicBezTo>
                <a:cubicBezTo>
                  <a:pt x="77" y="208"/>
                  <a:pt x="77" y="208"/>
                  <a:pt x="77" y="208"/>
                </a:cubicBezTo>
                <a:cubicBezTo>
                  <a:pt x="66" y="204"/>
                  <a:pt x="66" y="204"/>
                  <a:pt x="66" y="204"/>
                </a:cubicBezTo>
                <a:close/>
                <a:moveTo>
                  <a:pt x="52" y="200"/>
                </a:moveTo>
                <a:cubicBezTo>
                  <a:pt x="50" y="200"/>
                  <a:pt x="50" y="200"/>
                  <a:pt x="50" y="200"/>
                </a:cubicBezTo>
                <a:cubicBezTo>
                  <a:pt x="44" y="198"/>
                  <a:pt x="40" y="196"/>
                  <a:pt x="38" y="193"/>
                </a:cubicBezTo>
                <a:cubicBezTo>
                  <a:pt x="35" y="191"/>
                  <a:pt x="33" y="188"/>
                  <a:pt x="33" y="185"/>
                </a:cubicBezTo>
                <a:cubicBezTo>
                  <a:pt x="33" y="182"/>
                  <a:pt x="35" y="179"/>
                  <a:pt x="38" y="177"/>
                </a:cubicBezTo>
                <a:cubicBezTo>
                  <a:pt x="41" y="175"/>
                  <a:pt x="45" y="174"/>
                  <a:pt x="50" y="174"/>
                </a:cubicBezTo>
                <a:cubicBezTo>
                  <a:pt x="56" y="174"/>
                  <a:pt x="60" y="175"/>
                  <a:pt x="64" y="177"/>
                </a:cubicBezTo>
                <a:cubicBezTo>
                  <a:pt x="67" y="180"/>
                  <a:pt x="69" y="183"/>
                  <a:pt x="69" y="187"/>
                </a:cubicBezTo>
                <a:cubicBezTo>
                  <a:pt x="69" y="190"/>
                  <a:pt x="68" y="193"/>
                  <a:pt x="65" y="195"/>
                </a:cubicBezTo>
                <a:cubicBezTo>
                  <a:pt x="62" y="197"/>
                  <a:pt x="57" y="199"/>
                  <a:pt x="52" y="200"/>
                </a:cubicBezTo>
                <a:close/>
                <a:moveTo>
                  <a:pt x="71" y="237"/>
                </a:moveTo>
                <a:cubicBezTo>
                  <a:pt x="67" y="232"/>
                  <a:pt x="60" y="230"/>
                  <a:pt x="51" y="230"/>
                </a:cubicBezTo>
                <a:cubicBezTo>
                  <a:pt x="5" y="230"/>
                  <a:pt x="5" y="230"/>
                  <a:pt x="5" y="230"/>
                </a:cubicBezTo>
                <a:cubicBezTo>
                  <a:pt x="5" y="242"/>
                  <a:pt x="5" y="242"/>
                  <a:pt x="5" y="242"/>
                </a:cubicBezTo>
                <a:cubicBezTo>
                  <a:pt x="29" y="242"/>
                  <a:pt x="29" y="242"/>
                  <a:pt x="29" y="242"/>
                </a:cubicBezTo>
                <a:cubicBezTo>
                  <a:pt x="29" y="242"/>
                  <a:pt x="29" y="242"/>
                  <a:pt x="29" y="242"/>
                </a:cubicBezTo>
                <a:cubicBezTo>
                  <a:pt x="26" y="246"/>
                  <a:pt x="24" y="251"/>
                  <a:pt x="24" y="257"/>
                </a:cubicBezTo>
                <a:cubicBezTo>
                  <a:pt x="24" y="265"/>
                  <a:pt x="26" y="271"/>
                  <a:pt x="31" y="275"/>
                </a:cubicBezTo>
                <a:cubicBezTo>
                  <a:pt x="36" y="279"/>
                  <a:pt x="43" y="281"/>
                  <a:pt x="52" y="281"/>
                </a:cubicBezTo>
                <a:cubicBezTo>
                  <a:pt x="59" y="281"/>
                  <a:pt x="66" y="279"/>
                  <a:pt x="71" y="274"/>
                </a:cubicBezTo>
                <a:cubicBezTo>
                  <a:pt x="76" y="269"/>
                  <a:pt x="79" y="263"/>
                  <a:pt x="79" y="255"/>
                </a:cubicBezTo>
                <a:cubicBezTo>
                  <a:pt x="79" y="247"/>
                  <a:pt x="76" y="241"/>
                  <a:pt x="71" y="237"/>
                </a:cubicBezTo>
                <a:close/>
                <a:moveTo>
                  <a:pt x="64" y="265"/>
                </a:moveTo>
                <a:cubicBezTo>
                  <a:pt x="61" y="268"/>
                  <a:pt x="56" y="269"/>
                  <a:pt x="51" y="269"/>
                </a:cubicBezTo>
                <a:cubicBezTo>
                  <a:pt x="39" y="269"/>
                  <a:pt x="33" y="264"/>
                  <a:pt x="33" y="255"/>
                </a:cubicBezTo>
                <a:cubicBezTo>
                  <a:pt x="33" y="252"/>
                  <a:pt x="34" y="250"/>
                  <a:pt x="35" y="247"/>
                </a:cubicBezTo>
                <a:cubicBezTo>
                  <a:pt x="36" y="245"/>
                  <a:pt x="37" y="243"/>
                  <a:pt x="39" y="242"/>
                </a:cubicBezTo>
                <a:cubicBezTo>
                  <a:pt x="52" y="242"/>
                  <a:pt x="52" y="242"/>
                  <a:pt x="52" y="242"/>
                </a:cubicBezTo>
                <a:cubicBezTo>
                  <a:pt x="58" y="242"/>
                  <a:pt x="62" y="243"/>
                  <a:pt x="65" y="245"/>
                </a:cubicBezTo>
                <a:cubicBezTo>
                  <a:pt x="68" y="248"/>
                  <a:pt x="69" y="251"/>
                  <a:pt x="69" y="255"/>
                </a:cubicBezTo>
                <a:cubicBezTo>
                  <a:pt x="69" y="259"/>
                  <a:pt x="67" y="263"/>
                  <a:pt x="64" y="265"/>
                </a:cubicBezTo>
                <a:close/>
                <a:moveTo>
                  <a:pt x="26" y="315"/>
                </a:moveTo>
                <a:cubicBezTo>
                  <a:pt x="25" y="313"/>
                  <a:pt x="24" y="310"/>
                  <a:pt x="24" y="308"/>
                </a:cubicBezTo>
                <a:cubicBezTo>
                  <a:pt x="24" y="299"/>
                  <a:pt x="29" y="294"/>
                  <a:pt x="40" y="294"/>
                </a:cubicBezTo>
                <a:cubicBezTo>
                  <a:pt x="77" y="294"/>
                  <a:pt x="77" y="294"/>
                  <a:pt x="77" y="294"/>
                </a:cubicBezTo>
                <a:cubicBezTo>
                  <a:pt x="77" y="306"/>
                  <a:pt x="77" y="306"/>
                  <a:pt x="77" y="306"/>
                </a:cubicBezTo>
                <a:cubicBezTo>
                  <a:pt x="41" y="306"/>
                  <a:pt x="41" y="306"/>
                  <a:pt x="41" y="306"/>
                </a:cubicBezTo>
                <a:cubicBezTo>
                  <a:pt x="36" y="306"/>
                  <a:pt x="34" y="307"/>
                  <a:pt x="34" y="311"/>
                </a:cubicBezTo>
                <a:cubicBezTo>
                  <a:pt x="34" y="312"/>
                  <a:pt x="34" y="314"/>
                  <a:pt x="35" y="315"/>
                </a:cubicBezTo>
                <a:lnTo>
                  <a:pt x="26" y="315"/>
                </a:lnTo>
                <a:close/>
                <a:moveTo>
                  <a:pt x="51" y="321"/>
                </a:moveTo>
                <a:cubicBezTo>
                  <a:pt x="42" y="321"/>
                  <a:pt x="36" y="323"/>
                  <a:pt x="31" y="328"/>
                </a:cubicBezTo>
                <a:cubicBezTo>
                  <a:pt x="26" y="333"/>
                  <a:pt x="24" y="339"/>
                  <a:pt x="24" y="347"/>
                </a:cubicBezTo>
                <a:cubicBezTo>
                  <a:pt x="24" y="354"/>
                  <a:pt x="26" y="360"/>
                  <a:pt x="31" y="365"/>
                </a:cubicBezTo>
                <a:cubicBezTo>
                  <a:pt x="36" y="369"/>
                  <a:pt x="42" y="372"/>
                  <a:pt x="50" y="372"/>
                </a:cubicBezTo>
                <a:cubicBezTo>
                  <a:pt x="57" y="372"/>
                  <a:pt x="63" y="369"/>
                  <a:pt x="68" y="365"/>
                </a:cubicBezTo>
                <a:cubicBezTo>
                  <a:pt x="68" y="378"/>
                  <a:pt x="68" y="378"/>
                  <a:pt x="68" y="378"/>
                </a:cubicBezTo>
                <a:cubicBezTo>
                  <a:pt x="77" y="378"/>
                  <a:pt x="77" y="378"/>
                  <a:pt x="77" y="378"/>
                </a:cubicBezTo>
                <a:cubicBezTo>
                  <a:pt x="77" y="348"/>
                  <a:pt x="77" y="348"/>
                  <a:pt x="77" y="348"/>
                </a:cubicBezTo>
                <a:cubicBezTo>
                  <a:pt x="77" y="330"/>
                  <a:pt x="68" y="321"/>
                  <a:pt x="51" y="321"/>
                </a:cubicBezTo>
                <a:close/>
                <a:moveTo>
                  <a:pt x="68" y="354"/>
                </a:moveTo>
                <a:cubicBezTo>
                  <a:pt x="63" y="358"/>
                  <a:pt x="57" y="360"/>
                  <a:pt x="50" y="360"/>
                </a:cubicBezTo>
                <a:cubicBezTo>
                  <a:pt x="45" y="360"/>
                  <a:pt x="41" y="358"/>
                  <a:pt x="38" y="356"/>
                </a:cubicBezTo>
                <a:cubicBezTo>
                  <a:pt x="35" y="354"/>
                  <a:pt x="33" y="351"/>
                  <a:pt x="33" y="347"/>
                </a:cubicBezTo>
                <a:cubicBezTo>
                  <a:pt x="33" y="343"/>
                  <a:pt x="35" y="339"/>
                  <a:pt x="38" y="337"/>
                </a:cubicBezTo>
                <a:cubicBezTo>
                  <a:pt x="41" y="334"/>
                  <a:pt x="45" y="333"/>
                  <a:pt x="50" y="333"/>
                </a:cubicBezTo>
                <a:cubicBezTo>
                  <a:pt x="62" y="333"/>
                  <a:pt x="68" y="338"/>
                  <a:pt x="68" y="349"/>
                </a:cubicBezTo>
                <a:lnTo>
                  <a:pt x="68" y="354"/>
                </a:lnTo>
                <a:close/>
                <a:moveTo>
                  <a:pt x="68" y="432"/>
                </a:moveTo>
                <a:cubicBezTo>
                  <a:pt x="68" y="412"/>
                  <a:pt x="68" y="412"/>
                  <a:pt x="68" y="412"/>
                </a:cubicBezTo>
                <a:cubicBezTo>
                  <a:pt x="41" y="412"/>
                  <a:pt x="41" y="412"/>
                  <a:pt x="41" y="412"/>
                </a:cubicBezTo>
                <a:cubicBezTo>
                  <a:pt x="36" y="412"/>
                  <a:pt x="34" y="414"/>
                  <a:pt x="34" y="418"/>
                </a:cubicBezTo>
                <a:cubicBezTo>
                  <a:pt x="34" y="420"/>
                  <a:pt x="34" y="422"/>
                  <a:pt x="35" y="424"/>
                </a:cubicBezTo>
                <a:cubicBezTo>
                  <a:pt x="26" y="424"/>
                  <a:pt x="26" y="424"/>
                  <a:pt x="26" y="424"/>
                </a:cubicBezTo>
                <a:cubicBezTo>
                  <a:pt x="25" y="421"/>
                  <a:pt x="24" y="418"/>
                  <a:pt x="24" y="415"/>
                </a:cubicBezTo>
                <a:cubicBezTo>
                  <a:pt x="24" y="405"/>
                  <a:pt x="29" y="401"/>
                  <a:pt x="40" y="401"/>
                </a:cubicBezTo>
                <a:cubicBezTo>
                  <a:pt x="68" y="401"/>
                  <a:pt x="68" y="401"/>
                  <a:pt x="68" y="401"/>
                </a:cubicBezTo>
                <a:cubicBezTo>
                  <a:pt x="68" y="394"/>
                  <a:pt x="68" y="394"/>
                  <a:pt x="68" y="394"/>
                </a:cubicBezTo>
                <a:cubicBezTo>
                  <a:pt x="68" y="390"/>
                  <a:pt x="67" y="386"/>
                  <a:pt x="63" y="382"/>
                </a:cubicBezTo>
                <a:cubicBezTo>
                  <a:pt x="73" y="382"/>
                  <a:pt x="73" y="382"/>
                  <a:pt x="73" y="382"/>
                </a:cubicBezTo>
                <a:cubicBezTo>
                  <a:pt x="76" y="384"/>
                  <a:pt x="77" y="389"/>
                  <a:pt x="77" y="395"/>
                </a:cubicBezTo>
                <a:cubicBezTo>
                  <a:pt x="77" y="432"/>
                  <a:pt x="77" y="432"/>
                  <a:pt x="77" y="432"/>
                </a:cubicBezTo>
                <a:lnTo>
                  <a:pt x="68" y="432"/>
                </a:lnTo>
                <a:close/>
                <a:moveTo>
                  <a:pt x="34" y="475"/>
                </a:moveTo>
                <a:cubicBezTo>
                  <a:pt x="34" y="475"/>
                  <a:pt x="34" y="475"/>
                  <a:pt x="34" y="475"/>
                </a:cubicBezTo>
                <a:cubicBezTo>
                  <a:pt x="27" y="471"/>
                  <a:pt x="24" y="466"/>
                  <a:pt x="24" y="459"/>
                </a:cubicBezTo>
                <a:cubicBezTo>
                  <a:pt x="24" y="452"/>
                  <a:pt x="26" y="447"/>
                  <a:pt x="30" y="443"/>
                </a:cubicBezTo>
                <a:cubicBezTo>
                  <a:pt x="35" y="439"/>
                  <a:pt x="41" y="438"/>
                  <a:pt x="49" y="438"/>
                </a:cubicBezTo>
                <a:cubicBezTo>
                  <a:pt x="57" y="438"/>
                  <a:pt x="67" y="440"/>
                  <a:pt x="77" y="444"/>
                </a:cubicBezTo>
                <a:cubicBezTo>
                  <a:pt x="77" y="457"/>
                  <a:pt x="77" y="457"/>
                  <a:pt x="77" y="457"/>
                </a:cubicBezTo>
                <a:cubicBezTo>
                  <a:pt x="67" y="452"/>
                  <a:pt x="57" y="449"/>
                  <a:pt x="49" y="449"/>
                </a:cubicBezTo>
                <a:cubicBezTo>
                  <a:pt x="44" y="449"/>
                  <a:pt x="40" y="450"/>
                  <a:pt x="37" y="452"/>
                </a:cubicBezTo>
                <a:cubicBezTo>
                  <a:pt x="35" y="454"/>
                  <a:pt x="34" y="456"/>
                  <a:pt x="34" y="459"/>
                </a:cubicBezTo>
                <a:cubicBezTo>
                  <a:pt x="34" y="466"/>
                  <a:pt x="39" y="469"/>
                  <a:pt x="49" y="469"/>
                </a:cubicBezTo>
                <a:cubicBezTo>
                  <a:pt x="63" y="469"/>
                  <a:pt x="63" y="469"/>
                  <a:pt x="63" y="469"/>
                </a:cubicBezTo>
                <a:cubicBezTo>
                  <a:pt x="63" y="481"/>
                  <a:pt x="63" y="481"/>
                  <a:pt x="63" y="481"/>
                </a:cubicBezTo>
                <a:cubicBezTo>
                  <a:pt x="49" y="481"/>
                  <a:pt x="49" y="481"/>
                  <a:pt x="49" y="481"/>
                </a:cubicBezTo>
                <a:cubicBezTo>
                  <a:pt x="39" y="481"/>
                  <a:pt x="34" y="484"/>
                  <a:pt x="34" y="491"/>
                </a:cubicBezTo>
                <a:cubicBezTo>
                  <a:pt x="34" y="494"/>
                  <a:pt x="35" y="496"/>
                  <a:pt x="37" y="498"/>
                </a:cubicBezTo>
                <a:cubicBezTo>
                  <a:pt x="40" y="500"/>
                  <a:pt x="44" y="501"/>
                  <a:pt x="49" y="501"/>
                </a:cubicBezTo>
                <a:cubicBezTo>
                  <a:pt x="57" y="501"/>
                  <a:pt x="67" y="498"/>
                  <a:pt x="77" y="493"/>
                </a:cubicBezTo>
                <a:cubicBezTo>
                  <a:pt x="77" y="506"/>
                  <a:pt x="77" y="506"/>
                  <a:pt x="77" y="506"/>
                </a:cubicBezTo>
                <a:cubicBezTo>
                  <a:pt x="67" y="510"/>
                  <a:pt x="57" y="512"/>
                  <a:pt x="49" y="512"/>
                </a:cubicBezTo>
                <a:cubicBezTo>
                  <a:pt x="41" y="512"/>
                  <a:pt x="35" y="510"/>
                  <a:pt x="30" y="507"/>
                </a:cubicBezTo>
                <a:cubicBezTo>
                  <a:pt x="26" y="503"/>
                  <a:pt x="24" y="498"/>
                  <a:pt x="24" y="491"/>
                </a:cubicBezTo>
                <a:cubicBezTo>
                  <a:pt x="24" y="484"/>
                  <a:pt x="27" y="479"/>
                  <a:pt x="34" y="475"/>
                </a:cubicBezTo>
                <a:close/>
                <a:moveTo>
                  <a:pt x="103" y="485"/>
                </a:moveTo>
                <a:cubicBezTo>
                  <a:pt x="85" y="475"/>
                  <a:pt x="85" y="475"/>
                  <a:pt x="85" y="475"/>
                </a:cubicBezTo>
                <a:cubicBezTo>
                  <a:pt x="85" y="469"/>
                  <a:pt x="85" y="469"/>
                  <a:pt x="85" y="469"/>
                </a:cubicBezTo>
                <a:cubicBezTo>
                  <a:pt x="103" y="474"/>
                  <a:pt x="103" y="474"/>
                  <a:pt x="103" y="474"/>
                </a:cubicBezTo>
                <a:lnTo>
                  <a:pt x="103" y="485"/>
                </a:lnTo>
                <a:close/>
              </a:path>
            </a:pathLst>
          </a:custGeom>
          <a:solidFill>
            <a:srgbClr val="F8BB2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0" name="Freeform 237">
            <a:extLst>
              <a:ext uri="{FF2B5EF4-FFF2-40B4-BE49-F238E27FC236}">
                <a16:creationId xmlns:a16="http://schemas.microsoft.com/office/drawing/2014/main" id="{FE4A729E-CE14-45B1-4A3B-A8949ECE8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173040" y="4828318"/>
            <a:ext cx="3322733" cy="350641"/>
          </a:xfrm>
          <a:custGeom>
            <a:avLst/>
            <a:gdLst>
              <a:gd name="T0" fmla="*/ 57 w 1094"/>
              <a:gd name="T1" fmla="*/ 47 h 115"/>
              <a:gd name="T2" fmla="*/ 39 w 1094"/>
              <a:gd name="T3" fmla="*/ 24 h 115"/>
              <a:gd name="T4" fmla="*/ 4 w 1094"/>
              <a:gd name="T5" fmla="*/ 24 h 115"/>
              <a:gd name="T6" fmla="*/ 14 w 1094"/>
              <a:gd name="T7" fmla="*/ 105 h 115"/>
              <a:gd name="T8" fmla="*/ 68 w 1094"/>
              <a:gd name="T9" fmla="*/ 56 h 115"/>
              <a:gd name="T10" fmla="*/ 99 w 1094"/>
              <a:gd name="T11" fmla="*/ 79 h 115"/>
              <a:gd name="T12" fmla="*/ 35 w 1094"/>
              <a:gd name="T13" fmla="*/ 88 h 115"/>
              <a:gd name="T14" fmla="*/ 42 w 1094"/>
              <a:gd name="T15" fmla="*/ 82 h 115"/>
              <a:gd name="T16" fmla="*/ 134 w 1094"/>
              <a:gd name="T17" fmla="*/ 17 h 115"/>
              <a:gd name="T18" fmla="*/ 133 w 1094"/>
              <a:gd name="T19" fmla="*/ 71 h 115"/>
              <a:gd name="T20" fmla="*/ 188 w 1094"/>
              <a:gd name="T21" fmla="*/ 54 h 115"/>
              <a:gd name="T22" fmla="*/ 190 w 1094"/>
              <a:gd name="T23" fmla="*/ 10 h 115"/>
              <a:gd name="T24" fmla="*/ 282 w 1094"/>
              <a:gd name="T25" fmla="*/ 66 h 115"/>
              <a:gd name="T26" fmla="*/ 257 w 1094"/>
              <a:gd name="T27" fmla="*/ 103 h 115"/>
              <a:gd name="T28" fmla="*/ 218 w 1094"/>
              <a:gd name="T29" fmla="*/ 111 h 115"/>
              <a:gd name="T30" fmla="*/ 236 w 1094"/>
              <a:gd name="T31" fmla="*/ 38 h 115"/>
              <a:gd name="T32" fmla="*/ 293 w 1094"/>
              <a:gd name="T33" fmla="*/ 26 h 115"/>
              <a:gd name="T34" fmla="*/ 291 w 1094"/>
              <a:gd name="T35" fmla="*/ 30 h 115"/>
              <a:gd name="T36" fmla="*/ 311 w 1094"/>
              <a:gd name="T37" fmla="*/ 22 h 115"/>
              <a:gd name="T38" fmla="*/ 408 w 1094"/>
              <a:gd name="T39" fmla="*/ 46 h 115"/>
              <a:gd name="T40" fmla="*/ 372 w 1094"/>
              <a:gd name="T41" fmla="*/ 112 h 115"/>
              <a:gd name="T42" fmla="*/ 367 w 1094"/>
              <a:gd name="T43" fmla="*/ 11 h 115"/>
              <a:gd name="T44" fmla="*/ 482 w 1094"/>
              <a:gd name="T45" fmla="*/ 38 h 115"/>
              <a:gd name="T46" fmla="*/ 502 w 1094"/>
              <a:gd name="T47" fmla="*/ 67 h 115"/>
              <a:gd name="T48" fmla="*/ 449 w 1094"/>
              <a:gd name="T49" fmla="*/ 7 h 115"/>
              <a:gd name="T50" fmla="*/ 615 w 1094"/>
              <a:gd name="T51" fmla="*/ 104 h 115"/>
              <a:gd name="T52" fmla="*/ 553 w 1094"/>
              <a:gd name="T53" fmla="*/ 60 h 115"/>
              <a:gd name="T54" fmla="*/ 615 w 1094"/>
              <a:gd name="T55" fmla="*/ 104 h 115"/>
              <a:gd name="T56" fmla="*/ 538 w 1094"/>
              <a:gd name="T57" fmla="*/ 22 h 115"/>
              <a:gd name="T58" fmla="*/ 567 w 1094"/>
              <a:gd name="T59" fmla="*/ 47 h 115"/>
              <a:gd name="T60" fmla="*/ 619 w 1094"/>
              <a:gd name="T61" fmla="*/ 56 h 115"/>
              <a:gd name="T62" fmla="*/ 631 w 1094"/>
              <a:gd name="T63" fmla="*/ 45 h 115"/>
              <a:gd name="T64" fmla="*/ 716 w 1094"/>
              <a:gd name="T65" fmla="*/ 78 h 115"/>
              <a:gd name="T66" fmla="*/ 671 w 1094"/>
              <a:gd name="T67" fmla="*/ 40 h 115"/>
              <a:gd name="T68" fmla="*/ 685 w 1094"/>
              <a:gd name="T69" fmla="*/ 7 h 115"/>
              <a:gd name="T70" fmla="*/ 740 w 1094"/>
              <a:gd name="T71" fmla="*/ 32 h 115"/>
              <a:gd name="T72" fmla="*/ 671 w 1094"/>
              <a:gd name="T73" fmla="*/ 73 h 115"/>
              <a:gd name="T74" fmla="*/ 716 w 1094"/>
              <a:gd name="T75" fmla="*/ 3 h 115"/>
              <a:gd name="T76" fmla="*/ 733 w 1094"/>
              <a:gd name="T77" fmla="*/ 0 h 115"/>
              <a:gd name="T78" fmla="*/ 776 w 1094"/>
              <a:gd name="T79" fmla="*/ 20 h 115"/>
              <a:gd name="T80" fmla="*/ 806 w 1094"/>
              <a:gd name="T81" fmla="*/ 72 h 115"/>
              <a:gd name="T82" fmla="*/ 764 w 1094"/>
              <a:gd name="T83" fmla="*/ 18 h 115"/>
              <a:gd name="T84" fmla="*/ 865 w 1094"/>
              <a:gd name="T85" fmla="*/ 73 h 115"/>
              <a:gd name="T86" fmla="*/ 932 w 1094"/>
              <a:gd name="T87" fmla="*/ 52 h 115"/>
              <a:gd name="T88" fmla="*/ 932 w 1094"/>
              <a:gd name="T89" fmla="*/ 9 h 115"/>
              <a:gd name="T90" fmla="*/ 881 w 1094"/>
              <a:gd name="T91" fmla="*/ 23 h 115"/>
              <a:gd name="T92" fmla="*/ 916 w 1094"/>
              <a:gd name="T93" fmla="*/ 53 h 115"/>
              <a:gd name="T94" fmla="*/ 913 w 1094"/>
              <a:gd name="T95" fmla="*/ 60 h 115"/>
              <a:gd name="T96" fmla="*/ 912 w 1094"/>
              <a:gd name="T97" fmla="*/ 112 h 115"/>
              <a:gd name="T98" fmla="*/ 933 w 1094"/>
              <a:gd name="T99" fmla="*/ 80 h 115"/>
              <a:gd name="T100" fmla="*/ 926 w 1094"/>
              <a:gd name="T101" fmla="*/ 85 h 115"/>
              <a:gd name="T102" fmla="*/ 1058 w 1094"/>
              <a:gd name="T103" fmla="*/ 6 h 115"/>
              <a:gd name="T104" fmla="*/ 991 w 1094"/>
              <a:gd name="T105" fmla="*/ 33 h 115"/>
              <a:gd name="T106" fmla="*/ 1034 w 1094"/>
              <a:gd name="T107" fmla="*/ 87 h 115"/>
              <a:gd name="T108" fmla="*/ 1056 w 1094"/>
              <a:gd name="T109" fmla="*/ 80 h 115"/>
              <a:gd name="T110" fmla="*/ 1094 w 1094"/>
              <a:gd name="T111" fmla="*/ 23 h 115"/>
              <a:gd name="T112" fmla="*/ 1048 w 1094"/>
              <a:gd name="T113" fmla="*/ 66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94" h="115">
                <a:moveTo>
                  <a:pt x="70" y="48"/>
                </a:moveTo>
                <a:cubicBezTo>
                  <a:pt x="71" y="47"/>
                  <a:pt x="71" y="45"/>
                  <a:pt x="72" y="43"/>
                </a:cubicBezTo>
                <a:cubicBezTo>
                  <a:pt x="63" y="41"/>
                  <a:pt x="63" y="41"/>
                  <a:pt x="63" y="41"/>
                </a:cubicBezTo>
                <a:cubicBezTo>
                  <a:pt x="63" y="43"/>
                  <a:pt x="62" y="45"/>
                  <a:pt x="62" y="47"/>
                </a:cubicBezTo>
                <a:cubicBezTo>
                  <a:pt x="60" y="47"/>
                  <a:pt x="59" y="47"/>
                  <a:pt x="57" y="47"/>
                </a:cubicBezTo>
                <a:cubicBezTo>
                  <a:pt x="55" y="47"/>
                  <a:pt x="47" y="47"/>
                  <a:pt x="39" y="50"/>
                </a:cubicBezTo>
                <a:cubicBezTo>
                  <a:pt x="39" y="44"/>
                  <a:pt x="39" y="38"/>
                  <a:pt x="39" y="32"/>
                </a:cubicBezTo>
                <a:cubicBezTo>
                  <a:pt x="53" y="31"/>
                  <a:pt x="76" y="30"/>
                  <a:pt x="89" y="27"/>
                </a:cubicBezTo>
                <a:cubicBezTo>
                  <a:pt x="88" y="19"/>
                  <a:pt x="88" y="19"/>
                  <a:pt x="88" y="19"/>
                </a:cubicBezTo>
                <a:cubicBezTo>
                  <a:pt x="75" y="22"/>
                  <a:pt x="53" y="24"/>
                  <a:pt x="39" y="24"/>
                </a:cubicBezTo>
                <a:cubicBezTo>
                  <a:pt x="40" y="19"/>
                  <a:pt x="40" y="14"/>
                  <a:pt x="40" y="9"/>
                </a:cubicBezTo>
                <a:cubicBezTo>
                  <a:pt x="42" y="9"/>
                  <a:pt x="43" y="8"/>
                  <a:pt x="44" y="7"/>
                </a:cubicBezTo>
                <a:cubicBezTo>
                  <a:pt x="31" y="6"/>
                  <a:pt x="31" y="6"/>
                  <a:pt x="31" y="6"/>
                </a:cubicBezTo>
                <a:cubicBezTo>
                  <a:pt x="31" y="12"/>
                  <a:pt x="31" y="19"/>
                  <a:pt x="31" y="24"/>
                </a:cubicBezTo>
                <a:cubicBezTo>
                  <a:pt x="21" y="24"/>
                  <a:pt x="10" y="24"/>
                  <a:pt x="4" y="24"/>
                </a:cubicBezTo>
                <a:cubicBezTo>
                  <a:pt x="4" y="32"/>
                  <a:pt x="4" y="32"/>
                  <a:pt x="4" y="32"/>
                </a:cubicBezTo>
                <a:cubicBezTo>
                  <a:pt x="8" y="32"/>
                  <a:pt x="10" y="32"/>
                  <a:pt x="31" y="32"/>
                </a:cubicBezTo>
                <a:cubicBezTo>
                  <a:pt x="31" y="39"/>
                  <a:pt x="31" y="46"/>
                  <a:pt x="31" y="52"/>
                </a:cubicBezTo>
                <a:cubicBezTo>
                  <a:pt x="13" y="59"/>
                  <a:pt x="0" y="72"/>
                  <a:pt x="0" y="89"/>
                </a:cubicBezTo>
                <a:cubicBezTo>
                  <a:pt x="0" y="98"/>
                  <a:pt x="5" y="105"/>
                  <a:pt x="14" y="105"/>
                </a:cubicBezTo>
                <a:cubicBezTo>
                  <a:pt x="20" y="105"/>
                  <a:pt x="27" y="103"/>
                  <a:pt x="37" y="96"/>
                </a:cubicBezTo>
                <a:cubicBezTo>
                  <a:pt x="38" y="98"/>
                  <a:pt x="39" y="100"/>
                  <a:pt x="40" y="102"/>
                </a:cubicBezTo>
                <a:cubicBezTo>
                  <a:pt x="47" y="97"/>
                  <a:pt x="47" y="97"/>
                  <a:pt x="47" y="97"/>
                </a:cubicBezTo>
                <a:cubicBezTo>
                  <a:pt x="46" y="96"/>
                  <a:pt x="45" y="93"/>
                  <a:pt x="44" y="91"/>
                </a:cubicBezTo>
                <a:cubicBezTo>
                  <a:pt x="54" y="82"/>
                  <a:pt x="62" y="69"/>
                  <a:pt x="68" y="56"/>
                </a:cubicBezTo>
                <a:cubicBezTo>
                  <a:pt x="81" y="58"/>
                  <a:pt x="90" y="65"/>
                  <a:pt x="90" y="79"/>
                </a:cubicBezTo>
                <a:cubicBezTo>
                  <a:pt x="90" y="79"/>
                  <a:pt x="90" y="79"/>
                  <a:pt x="90" y="79"/>
                </a:cubicBezTo>
                <a:cubicBezTo>
                  <a:pt x="90" y="95"/>
                  <a:pt x="75" y="104"/>
                  <a:pt x="50" y="106"/>
                </a:cubicBezTo>
                <a:cubicBezTo>
                  <a:pt x="51" y="108"/>
                  <a:pt x="52" y="111"/>
                  <a:pt x="53" y="113"/>
                </a:cubicBezTo>
                <a:cubicBezTo>
                  <a:pt x="83" y="110"/>
                  <a:pt x="99" y="98"/>
                  <a:pt x="99" y="79"/>
                </a:cubicBezTo>
                <a:cubicBezTo>
                  <a:pt x="99" y="65"/>
                  <a:pt x="91" y="52"/>
                  <a:pt x="70" y="48"/>
                </a:cubicBezTo>
                <a:close/>
                <a:moveTo>
                  <a:pt x="16" y="97"/>
                </a:moveTo>
                <a:cubicBezTo>
                  <a:pt x="12" y="97"/>
                  <a:pt x="8" y="95"/>
                  <a:pt x="8" y="88"/>
                </a:cubicBezTo>
                <a:cubicBezTo>
                  <a:pt x="8" y="76"/>
                  <a:pt x="18" y="66"/>
                  <a:pt x="31" y="60"/>
                </a:cubicBezTo>
                <a:cubicBezTo>
                  <a:pt x="32" y="71"/>
                  <a:pt x="33" y="81"/>
                  <a:pt x="35" y="88"/>
                </a:cubicBezTo>
                <a:cubicBezTo>
                  <a:pt x="28" y="93"/>
                  <a:pt x="22" y="97"/>
                  <a:pt x="16" y="97"/>
                </a:cubicBezTo>
                <a:close/>
                <a:moveTo>
                  <a:pt x="42" y="82"/>
                </a:moveTo>
                <a:cubicBezTo>
                  <a:pt x="40" y="75"/>
                  <a:pt x="39" y="67"/>
                  <a:pt x="39" y="57"/>
                </a:cubicBezTo>
                <a:cubicBezTo>
                  <a:pt x="48" y="54"/>
                  <a:pt x="57" y="54"/>
                  <a:pt x="59" y="55"/>
                </a:cubicBezTo>
                <a:cubicBezTo>
                  <a:pt x="55" y="65"/>
                  <a:pt x="49" y="75"/>
                  <a:pt x="42" y="82"/>
                </a:cubicBezTo>
                <a:close/>
                <a:moveTo>
                  <a:pt x="125" y="75"/>
                </a:moveTo>
                <a:cubicBezTo>
                  <a:pt x="123" y="68"/>
                  <a:pt x="122" y="59"/>
                  <a:pt x="122" y="52"/>
                </a:cubicBezTo>
                <a:cubicBezTo>
                  <a:pt x="122" y="41"/>
                  <a:pt x="123" y="28"/>
                  <a:pt x="126" y="13"/>
                </a:cubicBezTo>
                <a:cubicBezTo>
                  <a:pt x="138" y="15"/>
                  <a:pt x="138" y="15"/>
                  <a:pt x="138" y="15"/>
                </a:cubicBezTo>
                <a:cubicBezTo>
                  <a:pt x="137" y="16"/>
                  <a:pt x="136" y="17"/>
                  <a:pt x="134" y="17"/>
                </a:cubicBezTo>
                <a:cubicBezTo>
                  <a:pt x="132" y="27"/>
                  <a:pt x="130" y="42"/>
                  <a:pt x="130" y="52"/>
                </a:cubicBezTo>
                <a:cubicBezTo>
                  <a:pt x="130" y="54"/>
                  <a:pt x="130" y="57"/>
                  <a:pt x="131" y="58"/>
                </a:cubicBezTo>
                <a:cubicBezTo>
                  <a:pt x="133" y="52"/>
                  <a:pt x="137" y="44"/>
                  <a:pt x="140" y="40"/>
                </a:cubicBezTo>
                <a:cubicBezTo>
                  <a:pt x="141" y="41"/>
                  <a:pt x="143" y="44"/>
                  <a:pt x="145" y="45"/>
                </a:cubicBezTo>
                <a:cubicBezTo>
                  <a:pt x="136" y="61"/>
                  <a:pt x="133" y="65"/>
                  <a:pt x="133" y="71"/>
                </a:cubicBezTo>
                <a:cubicBezTo>
                  <a:pt x="133" y="71"/>
                  <a:pt x="133" y="72"/>
                  <a:pt x="133" y="74"/>
                </a:cubicBezTo>
                <a:lnTo>
                  <a:pt x="125" y="75"/>
                </a:lnTo>
                <a:close/>
                <a:moveTo>
                  <a:pt x="190" y="10"/>
                </a:moveTo>
                <a:cubicBezTo>
                  <a:pt x="189" y="11"/>
                  <a:pt x="188" y="12"/>
                  <a:pt x="186" y="12"/>
                </a:cubicBezTo>
                <a:cubicBezTo>
                  <a:pt x="187" y="23"/>
                  <a:pt x="188" y="40"/>
                  <a:pt x="188" y="54"/>
                </a:cubicBezTo>
                <a:cubicBezTo>
                  <a:pt x="188" y="77"/>
                  <a:pt x="180" y="98"/>
                  <a:pt x="144" y="113"/>
                </a:cubicBezTo>
                <a:cubicBezTo>
                  <a:pt x="142" y="111"/>
                  <a:pt x="140" y="108"/>
                  <a:pt x="138" y="106"/>
                </a:cubicBezTo>
                <a:cubicBezTo>
                  <a:pt x="171" y="94"/>
                  <a:pt x="179" y="74"/>
                  <a:pt x="179" y="54"/>
                </a:cubicBezTo>
                <a:cubicBezTo>
                  <a:pt x="179" y="39"/>
                  <a:pt x="178" y="22"/>
                  <a:pt x="177" y="9"/>
                </a:cubicBezTo>
                <a:lnTo>
                  <a:pt x="190" y="10"/>
                </a:lnTo>
                <a:close/>
                <a:moveTo>
                  <a:pt x="253" y="10"/>
                </a:moveTo>
                <a:cubicBezTo>
                  <a:pt x="253" y="11"/>
                  <a:pt x="252" y="12"/>
                  <a:pt x="249" y="12"/>
                </a:cubicBezTo>
                <a:cubicBezTo>
                  <a:pt x="248" y="19"/>
                  <a:pt x="246" y="30"/>
                  <a:pt x="244" y="38"/>
                </a:cubicBezTo>
                <a:cubicBezTo>
                  <a:pt x="250" y="37"/>
                  <a:pt x="255" y="37"/>
                  <a:pt x="258" y="37"/>
                </a:cubicBezTo>
                <a:cubicBezTo>
                  <a:pt x="276" y="36"/>
                  <a:pt x="282" y="48"/>
                  <a:pt x="282" y="66"/>
                </a:cubicBezTo>
                <a:cubicBezTo>
                  <a:pt x="282" y="75"/>
                  <a:pt x="281" y="86"/>
                  <a:pt x="278" y="93"/>
                </a:cubicBezTo>
                <a:cubicBezTo>
                  <a:pt x="274" y="106"/>
                  <a:pt x="267" y="111"/>
                  <a:pt x="257" y="111"/>
                </a:cubicBezTo>
                <a:cubicBezTo>
                  <a:pt x="252" y="111"/>
                  <a:pt x="245" y="109"/>
                  <a:pt x="235" y="101"/>
                </a:cubicBezTo>
                <a:cubicBezTo>
                  <a:pt x="236" y="99"/>
                  <a:pt x="237" y="96"/>
                  <a:pt x="238" y="94"/>
                </a:cubicBezTo>
                <a:cubicBezTo>
                  <a:pt x="248" y="101"/>
                  <a:pt x="253" y="103"/>
                  <a:pt x="257" y="103"/>
                </a:cubicBezTo>
                <a:cubicBezTo>
                  <a:pt x="264" y="103"/>
                  <a:pt x="268" y="99"/>
                  <a:pt x="270" y="91"/>
                </a:cubicBezTo>
                <a:cubicBezTo>
                  <a:pt x="273" y="83"/>
                  <a:pt x="274" y="72"/>
                  <a:pt x="274" y="66"/>
                </a:cubicBezTo>
                <a:cubicBezTo>
                  <a:pt x="274" y="52"/>
                  <a:pt x="269" y="44"/>
                  <a:pt x="257" y="44"/>
                </a:cubicBezTo>
                <a:cubicBezTo>
                  <a:pt x="254" y="44"/>
                  <a:pt x="249" y="45"/>
                  <a:pt x="243" y="46"/>
                </a:cubicBezTo>
                <a:cubicBezTo>
                  <a:pt x="237" y="70"/>
                  <a:pt x="230" y="91"/>
                  <a:pt x="218" y="111"/>
                </a:cubicBezTo>
                <a:cubicBezTo>
                  <a:pt x="210" y="107"/>
                  <a:pt x="210" y="107"/>
                  <a:pt x="210" y="107"/>
                </a:cubicBezTo>
                <a:cubicBezTo>
                  <a:pt x="222" y="88"/>
                  <a:pt x="228" y="69"/>
                  <a:pt x="234" y="47"/>
                </a:cubicBezTo>
                <a:cubicBezTo>
                  <a:pt x="228" y="47"/>
                  <a:pt x="219" y="48"/>
                  <a:pt x="213" y="49"/>
                </a:cubicBezTo>
                <a:cubicBezTo>
                  <a:pt x="212" y="41"/>
                  <a:pt x="212" y="41"/>
                  <a:pt x="212" y="41"/>
                </a:cubicBezTo>
                <a:cubicBezTo>
                  <a:pt x="218" y="40"/>
                  <a:pt x="228" y="39"/>
                  <a:pt x="236" y="38"/>
                </a:cubicBezTo>
                <a:cubicBezTo>
                  <a:pt x="237" y="30"/>
                  <a:pt x="239" y="19"/>
                  <a:pt x="241" y="8"/>
                </a:cubicBezTo>
                <a:lnTo>
                  <a:pt x="253" y="10"/>
                </a:lnTo>
                <a:close/>
                <a:moveTo>
                  <a:pt x="281" y="6"/>
                </a:moveTo>
                <a:cubicBezTo>
                  <a:pt x="287" y="11"/>
                  <a:pt x="294" y="18"/>
                  <a:pt x="297" y="23"/>
                </a:cubicBezTo>
                <a:cubicBezTo>
                  <a:pt x="293" y="26"/>
                  <a:pt x="293" y="26"/>
                  <a:pt x="293" y="26"/>
                </a:cubicBezTo>
                <a:cubicBezTo>
                  <a:pt x="289" y="21"/>
                  <a:pt x="282" y="14"/>
                  <a:pt x="277" y="10"/>
                </a:cubicBezTo>
                <a:lnTo>
                  <a:pt x="281" y="6"/>
                </a:lnTo>
                <a:close/>
                <a:moveTo>
                  <a:pt x="308" y="76"/>
                </a:moveTo>
                <a:cubicBezTo>
                  <a:pt x="304" y="59"/>
                  <a:pt x="295" y="44"/>
                  <a:pt x="284" y="35"/>
                </a:cubicBezTo>
                <a:cubicBezTo>
                  <a:pt x="291" y="30"/>
                  <a:pt x="291" y="30"/>
                  <a:pt x="291" y="30"/>
                </a:cubicBezTo>
                <a:cubicBezTo>
                  <a:pt x="302" y="40"/>
                  <a:pt x="313" y="55"/>
                  <a:pt x="317" y="73"/>
                </a:cubicBezTo>
                <a:lnTo>
                  <a:pt x="308" y="76"/>
                </a:lnTo>
                <a:close/>
                <a:moveTo>
                  <a:pt x="299" y="1"/>
                </a:moveTo>
                <a:cubicBezTo>
                  <a:pt x="305" y="6"/>
                  <a:pt x="312" y="13"/>
                  <a:pt x="316" y="18"/>
                </a:cubicBezTo>
                <a:cubicBezTo>
                  <a:pt x="311" y="22"/>
                  <a:pt x="311" y="22"/>
                  <a:pt x="311" y="22"/>
                </a:cubicBezTo>
                <a:cubicBezTo>
                  <a:pt x="308" y="16"/>
                  <a:pt x="300" y="9"/>
                  <a:pt x="295" y="5"/>
                </a:cubicBezTo>
                <a:lnTo>
                  <a:pt x="299" y="1"/>
                </a:lnTo>
                <a:close/>
                <a:moveTo>
                  <a:pt x="411" y="47"/>
                </a:moveTo>
                <a:cubicBezTo>
                  <a:pt x="411" y="47"/>
                  <a:pt x="411" y="47"/>
                  <a:pt x="410" y="47"/>
                </a:cubicBezTo>
                <a:cubicBezTo>
                  <a:pt x="409" y="47"/>
                  <a:pt x="408" y="47"/>
                  <a:pt x="408" y="46"/>
                </a:cubicBezTo>
                <a:cubicBezTo>
                  <a:pt x="372" y="57"/>
                  <a:pt x="340" y="72"/>
                  <a:pt x="340" y="88"/>
                </a:cubicBezTo>
                <a:cubicBezTo>
                  <a:pt x="340" y="100"/>
                  <a:pt x="353" y="104"/>
                  <a:pt x="372" y="104"/>
                </a:cubicBezTo>
                <a:cubicBezTo>
                  <a:pt x="391" y="104"/>
                  <a:pt x="406" y="102"/>
                  <a:pt x="415" y="101"/>
                </a:cubicBezTo>
                <a:cubicBezTo>
                  <a:pt x="415" y="110"/>
                  <a:pt x="415" y="110"/>
                  <a:pt x="415" y="110"/>
                </a:cubicBezTo>
                <a:cubicBezTo>
                  <a:pt x="404" y="111"/>
                  <a:pt x="386" y="112"/>
                  <a:pt x="372" y="112"/>
                </a:cubicBezTo>
                <a:cubicBezTo>
                  <a:pt x="349" y="112"/>
                  <a:pt x="331" y="107"/>
                  <a:pt x="331" y="89"/>
                </a:cubicBezTo>
                <a:cubicBezTo>
                  <a:pt x="331" y="76"/>
                  <a:pt x="344" y="65"/>
                  <a:pt x="363" y="55"/>
                </a:cubicBezTo>
                <a:cubicBezTo>
                  <a:pt x="359" y="48"/>
                  <a:pt x="357" y="34"/>
                  <a:pt x="357" y="7"/>
                </a:cubicBezTo>
                <a:cubicBezTo>
                  <a:pt x="370" y="8"/>
                  <a:pt x="370" y="8"/>
                  <a:pt x="370" y="8"/>
                </a:cubicBezTo>
                <a:cubicBezTo>
                  <a:pt x="370" y="9"/>
                  <a:pt x="369" y="10"/>
                  <a:pt x="367" y="11"/>
                </a:cubicBezTo>
                <a:cubicBezTo>
                  <a:pt x="367" y="32"/>
                  <a:pt x="367" y="45"/>
                  <a:pt x="371" y="51"/>
                </a:cubicBezTo>
                <a:cubicBezTo>
                  <a:pt x="382" y="46"/>
                  <a:pt x="395" y="41"/>
                  <a:pt x="408" y="37"/>
                </a:cubicBezTo>
                <a:lnTo>
                  <a:pt x="411" y="47"/>
                </a:lnTo>
                <a:close/>
                <a:moveTo>
                  <a:pt x="432" y="48"/>
                </a:moveTo>
                <a:cubicBezTo>
                  <a:pt x="450" y="43"/>
                  <a:pt x="473" y="38"/>
                  <a:pt x="482" y="38"/>
                </a:cubicBezTo>
                <a:cubicBezTo>
                  <a:pt x="500" y="38"/>
                  <a:pt x="511" y="48"/>
                  <a:pt x="511" y="66"/>
                </a:cubicBezTo>
                <a:cubicBezTo>
                  <a:pt x="511" y="67"/>
                  <a:pt x="511" y="67"/>
                  <a:pt x="511" y="67"/>
                </a:cubicBezTo>
                <a:cubicBezTo>
                  <a:pt x="510" y="89"/>
                  <a:pt x="493" y="105"/>
                  <a:pt x="459" y="114"/>
                </a:cubicBezTo>
                <a:cubicBezTo>
                  <a:pt x="458" y="112"/>
                  <a:pt x="455" y="109"/>
                  <a:pt x="453" y="107"/>
                </a:cubicBezTo>
                <a:cubicBezTo>
                  <a:pt x="484" y="99"/>
                  <a:pt x="502" y="85"/>
                  <a:pt x="502" y="67"/>
                </a:cubicBezTo>
                <a:cubicBezTo>
                  <a:pt x="502" y="55"/>
                  <a:pt x="496" y="47"/>
                  <a:pt x="482" y="47"/>
                </a:cubicBezTo>
                <a:cubicBezTo>
                  <a:pt x="472" y="47"/>
                  <a:pt x="453" y="51"/>
                  <a:pt x="438" y="56"/>
                </a:cubicBezTo>
                <a:cubicBezTo>
                  <a:pt x="438" y="57"/>
                  <a:pt x="437" y="58"/>
                  <a:pt x="436" y="59"/>
                </a:cubicBezTo>
                <a:lnTo>
                  <a:pt x="432" y="48"/>
                </a:lnTo>
                <a:close/>
                <a:moveTo>
                  <a:pt x="449" y="7"/>
                </a:moveTo>
                <a:cubicBezTo>
                  <a:pt x="466" y="8"/>
                  <a:pt x="485" y="12"/>
                  <a:pt x="497" y="16"/>
                </a:cubicBezTo>
                <a:cubicBezTo>
                  <a:pt x="495" y="24"/>
                  <a:pt x="495" y="24"/>
                  <a:pt x="495" y="24"/>
                </a:cubicBezTo>
                <a:cubicBezTo>
                  <a:pt x="482" y="20"/>
                  <a:pt x="463" y="16"/>
                  <a:pt x="447" y="15"/>
                </a:cubicBezTo>
                <a:lnTo>
                  <a:pt x="449" y="7"/>
                </a:lnTo>
                <a:close/>
                <a:moveTo>
                  <a:pt x="615" y="104"/>
                </a:moveTo>
                <a:cubicBezTo>
                  <a:pt x="604" y="105"/>
                  <a:pt x="590" y="106"/>
                  <a:pt x="578" y="106"/>
                </a:cubicBezTo>
                <a:cubicBezTo>
                  <a:pt x="568" y="106"/>
                  <a:pt x="559" y="106"/>
                  <a:pt x="555" y="105"/>
                </a:cubicBezTo>
                <a:cubicBezTo>
                  <a:pt x="540" y="102"/>
                  <a:pt x="534" y="92"/>
                  <a:pt x="534" y="82"/>
                </a:cubicBezTo>
                <a:cubicBezTo>
                  <a:pt x="534" y="73"/>
                  <a:pt x="539" y="63"/>
                  <a:pt x="546" y="56"/>
                </a:cubicBezTo>
                <a:cubicBezTo>
                  <a:pt x="553" y="60"/>
                  <a:pt x="553" y="60"/>
                  <a:pt x="553" y="60"/>
                </a:cubicBezTo>
                <a:cubicBezTo>
                  <a:pt x="546" y="67"/>
                  <a:pt x="542" y="74"/>
                  <a:pt x="542" y="81"/>
                </a:cubicBezTo>
                <a:cubicBezTo>
                  <a:pt x="542" y="88"/>
                  <a:pt x="547" y="94"/>
                  <a:pt x="557" y="97"/>
                </a:cubicBezTo>
                <a:cubicBezTo>
                  <a:pt x="561" y="98"/>
                  <a:pt x="568" y="98"/>
                  <a:pt x="577" y="98"/>
                </a:cubicBezTo>
                <a:cubicBezTo>
                  <a:pt x="588" y="98"/>
                  <a:pt x="602" y="97"/>
                  <a:pt x="614" y="95"/>
                </a:cubicBezTo>
                <a:lnTo>
                  <a:pt x="615" y="104"/>
                </a:lnTo>
                <a:close/>
                <a:moveTo>
                  <a:pt x="561" y="43"/>
                </a:moveTo>
                <a:cubicBezTo>
                  <a:pt x="567" y="38"/>
                  <a:pt x="575" y="32"/>
                  <a:pt x="582" y="29"/>
                </a:cubicBezTo>
                <a:cubicBezTo>
                  <a:pt x="582" y="29"/>
                  <a:pt x="582" y="29"/>
                  <a:pt x="582" y="29"/>
                </a:cubicBezTo>
                <a:cubicBezTo>
                  <a:pt x="573" y="30"/>
                  <a:pt x="552" y="30"/>
                  <a:pt x="539" y="30"/>
                </a:cubicBezTo>
                <a:cubicBezTo>
                  <a:pt x="539" y="28"/>
                  <a:pt x="539" y="24"/>
                  <a:pt x="538" y="22"/>
                </a:cubicBezTo>
                <a:cubicBezTo>
                  <a:pt x="545" y="22"/>
                  <a:pt x="545" y="22"/>
                  <a:pt x="545" y="22"/>
                </a:cubicBezTo>
                <a:cubicBezTo>
                  <a:pt x="560" y="22"/>
                  <a:pt x="592" y="22"/>
                  <a:pt x="607" y="18"/>
                </a:cubicBezTo>
                <a:cubicBezTo>
                  <a:pt x="608" y="27"/>
                  <a:pt x="608" y="27"/>
                  <a:pt x="608" y="27"/>
                </a:cubicBezTo>
                <a:cubicBezTo>
                  <a:pt x="604" y="27"/>
                  <a:pt x="601" y="28"/>
                  <a:pt x="595" y="30"/>
                </a:cubicBezTo>
                <a:cubicBezTo>
                  <a:pt x="589" y="33"/>
                  <a:pt x="577" y="40"/>
                  <a:pt x="567" y="47"/>
                </a:cubicBezTo>
                <a:lnTo>
                  <a:pt x="561" y="43"/>
                </a:lnTo>
                <a:close/>
                <a:moveTo>
                  <a:pt x="614" y="60"/>
                </a:moveTo>
                <a:cubicBezTo>
                  <a:pt x="611" y="55"/>
                  <a:pt x="604" y="48"/>
                  <a:pt x="598" y="44"/>
                </a:cubicBezTo>
                <a:cubicBezTo>
                  <a:pt x="602" y="40"/>
                  <a:pt x="602" y="40"/>
                  <a:pt x="602" y="40"/>
                </a:cubicBezTo>
                <a:cubicBezTo>
                  <a:pt x="608" y="44"/>
                  <a:pt x="615" y="51"/>
                  <a:pt x="619" y="56"/>
                </a:cubicBezTo>
                <a:lnTo>
                  <a:pt x="614" y="60"/>
                </a:lnTo>
                <a:close/>
                <a:moveTo>
                  <a:pt x="627" y="49"/>
                </a:moveTo>
                <a:cubicBezTo>
                  <a:pt x="624" y="44"/>
                  <a:pt x="617" y="37"/>
                  <a:pt x="611" y="32"/>
                </a:cubicBezTo>
                <a:cubicBezTo>
                  <a:pt x="615" y="29"/>
                  <a:pt x="615" y="29"/>
                  <a:pt x="615" y="29"/>
                </a:cubicBezTo>
                <a:cubicBezTo>
                  <a:pt x="621" y="33"/>
                  <a:pt x="628" y="40"/>
                  <a:pt x="631" y="45"/>
                </a:cubicBezTo>
                <a:lnTo>
                  <a:pt x="627" y="49"/>
                </a:lnTo>
                <a:close/>
                <a:moveTo>
                  <a:pt x="740" y="32"/>
                </a:moveTo>
                <a:cubicBezTo>
                  <a:pt x="729" y="35"/>
                  <a:pt x="714" y="38"/>
                  <a:pt x="700" y="39"/>
                </a:cubicBezTo>
                <a:cubicBezTo>
                  <a:pt x="704" y="55"/>
                  <a:pt x="710" y="65"/>
                  <a:pt x="722" y="71"/>
                </a:cubicBezTo>
                <a:cubicBezTo>
                  <a:pt x="716" y="78"/>
                  <a:pt x="716" y="78"/>
                  <a:pt x="716" y="78"/>
                </a:cubicBezTo>
                <a:cubicBezTo>
                  <a:pt x="710" y="73"/>
                  <a:pt x="702" y="70"/>
                  <a:pt x="689" y="70"/>
                </a:cubicBezTo>
                <a:cubicBezTo>
                  <a:pt x="688" y="63"/>
                  <a:pt x="688" y="63"/>
                  <a:pt x="688" y="63"/>
                </a:cubicBezTo>
                <a:cubicBezTo>
                  <a:pt x="694" y="63"/>
                  <a:pt x="698" y="64"/>
                  <a:pt x="701" y="64"/>
                </a:cubicBezTo>
                <a:cubicBezTo>
                  <a:pt x="698" y="60"/>
                  <a:pt x="694" y="50"/>
                  <a:pt x="691" y="40"/>
                </a:cubicBezTo>
                <a:cubicBezTo>
                  <a:pt x="686" y="40"/>
                  <a:pt x="678" y="40"/>
                  <a:pt x="671" y="40"/>
                </a:cubicBezTo>
                <a:cubicBezTo>
                  <a:pt x="663" y="40"/>
                  <a:pt x="650" y="40"/>
                  <a:pt x="643" y="40"/>
                </a:cubicBezTo>
                <a:cubicBezTo>
                  <a:pt x="643" y="32"/>
                  <a:pt x="643" y="32"/>
                  <a:pt x="643" y="32"/>
                </a:cubicBezTo>
                <a:cubicBezTo>
                  <a:pt x="650" y="32"/>
                  <a:pt x="660" y="32"/>
                  <a:pt x="671" y="32"/>
                </a:cubicBezTo>
                <a:cubicBezTo>
                  <a:pt x="677" y="32"/>
                  <a:pt x="684" y="32"/>
                  <a:pt x="689" y="32"/>
                </a:cubicBezTo>
                <a:cubicBezTo>
                  <a:pt x="688" y="25"/>
                  <a:pt x="686" y="16"/>
                  <a:pt x="685" y="7"/>
                </a:cubicBezTo>
                <a:cubicBezTo>
                  <a:pt x="698" y="7"/>
                  <a:pt x="698" y="7"/>
                  <a:pt x="698" y="7"/>
                </a:cubicBezTo>
                <a:cubicBezTo>
                  <a:pt x="698" y="9"/>
                  <a:pt x="697" y="10"/>
                  <a:pt x="695" y="10"/>
                </a:cubicBezTo>
                <a:cubicBezTo>
                  <a:pt x="695" y="17"/>
                  <a:pt x="696" y="24"/>
                  <a:pt x="698" y="31"/>
                </a:cubicBezTo>
                <a:cubicBezTo>
                  <a:pt x="712" y="30"/>
                  <a:pt x="727" y="27"/>
                  <a:pt x="738" y="24"/>
                </a:cubicBezTo>
                <a:lnTo>
                  <a:pt x="740" y="32"/>
                </a:lnTo>
                <a:close/>
                <a:moveTo>
                  <a:pt x="719" y="112"/>
                </a:moveTo>
                <a:cubicBezTo>
                  <a:pt x="713" y="112"/>
                  <a:pt x="707" y="112"/>
                  <a:pt x="696" y="112"/>
                </a:cubicBezTo>
                <a:cubicBezTo>
                  <a:pt x="671" y="112"/>
                  <a:pt x="653" y="104"/>
                  <a:pt x="653" y="88"/>
                </a:cubicBezTo>
                <a:cubicBezTo>
                  <a:pt x="653" y="81"/>
                  <a:pt x="658" y="74"/>
                  <a:pt x="664" y="68"/>
                </a:cubicBezTo>
                <a:cubicBezTo>
                  <a:pt x="671" y="73"/>
                  <a:pt x="671" y="73"/>
                  <a:pt x="671" y="73"/>
                </a:cubicBezTo>
                <a:cubicBezTo>
                  <a:pt x="665" y="77"/>
                  <a:pt x="662" y="83"/>
                  <a:pt x="662" y="88"/>
                </a:cubicBezTo>
                <a:cubicBezTo>
                  <a:pt x="662" y="100"/>
                  <a:pt x="677" y="104"/>
                  <a:pt x="697" y="104"/>
                </a:cubicBezTo>
                <a:cubicBezTo>
                  <a:pt x="707" y="104"/>
                  <a:pt x="713" y="104"/>
                  <a:pt x="719" y="103"/>
                </a:cubicBezTo>
                <a:lnTo>
                  <a:pt x="719" y="112"/>
                </a:lnTo>
                <a:close/>
                <a:moveTo>
                  <a:pt x="716" y="3"/>
                </a:moveTo>
                <a:cubicBezTo>
                  <a:pt x="721" y="8"/>
                  <a:pt x="727" y="14"/>
                  <a:pt x="730" y="19"/>
                </a:cubicBezTo>
                <a:cubicBezTo>
                  <a:pt x="725" y="23"/>
                  <a:pt x="725" y="23"/>
                  <a:pt x="725" y="23"/>
                </a:cubicBezTo>
                <a:cubicBezTo>
                  <a:pt x="722" y="17"/>
                  <a:pt x="716" y="11"/>
                  <a:pt x="712" y="6"/>
                </a:cubicBezTo>
                <a:lnTo>
                  <a:pt x="716" y="3"/>
                </a:lnTo>
                <a:close/>
                <a:moveTo>
                  <a:pt x="733" y="0"/>
                </a:moveTo>
                <a:cubicBezTo>
                  <a:pt x="738" y="5"/>
                  <a:pt x="744" y="11"/>
                  <a:pt x="747" y="16"/>
                </a:cubicBezTo>
                <a:cubicBezTo>
                  <a:pt x="742" y="20"/>
                  <a:pt x="742" y="20"/>
                  <a:pt x="742" y="20"/>
                </a:cubicBezTo>
                <a:cubicBezTo>
                  <a:pt x="739" y="15"/>
                  <a:pt x="733" y="8"/>
                  <a:pt x="728" y="3"/>
                </a:cubicBezTo>
                <a:lnTo>
                  <a:pt x="733" y="0"/>
                </a:lnTo>
                <a:close/>
                <a:moveTo>
                  <a:pt x="776" y="20"/>
                </a:moveTo>
                <a:cubicBezTo>
                  <a:pt x="776" y="21"/>
                  <a:pt x="775" y="22"/>
                  <a:pt x="773" y="22"/>
                </a:cubicBezTo>
                <a:cubicBezTo>
                  <a:pt x="772" y="31"/>
                  <a:pt x="771" y="42"/>
                  <a:pt x="771" y="52"/>
                </a:cubicBezTo>
                <a:cubicBezTo>
                  <a:pt x="771" y="57"/>
                  <a:pt x="771" y="61"/>
                  <a:pt x="771" y="65"/>
                </a:cubicBezTo>
                <a:cubicBezTo>
                  <a:pt x="773" y="85"/>
                  <a:pt x="781" y="98"/>
                  <a:pt x="790" y="97"/>
                </a:cubicBezTo>
                <a:cubicBezTo>
                  <a:pt x="795" y="97"/>
                  <a:pt x="801" y="85"/>
                  <a:pt x="806" y="72"/>
                </a:cubicBezTo>
                <a:cubicBezTo>
                  <a:pt x="807" y="73"/>
                  <a:pt x="811" y="76"/>
                  <a:pt x="813" y="77"/>
                </a:cubicBezTo>
                <a:cubicBezTo>
                  <a:pt x="807" y="93"/>
                  <a:pt x="800" y="106"/>
                  <a:pt x="790" y="107"/>
                </a:cubicBezTo>
                <a:cubicBezTo>
                  <a:pt x="775" y="107"/>
                  <a:pt x="764" y="88"/>
                  <a:pt x="763" y="65"/>
                </a:cubicBezTo>
                <a:cubicBezTo>
                  <a:pt x="762" y="61"/>
                  <a:pt x="762" y="56"/>
                  <a:pt x="762" y="50"/>
                </a:cubicBezTo>
                <a:cubicBezTo>
                  <a:pt x="762" y="40"/>
                  <a:pt x="763" y="28"/>
                  <a:pt x="764" y="18"/>
                </a:cubicBezTo>
                <a:lnTo>
                  <a:pt x="776" y="20"/>
                </a:lnTo>
                <a:close/>
                <a:moveTo>
                  <a:pt x="856" y="76"/>
                </a:moveTo>
                <a:cubicBezTo>
                  <a:pt x="853" y="55"/>
                  <a:pt x="842" y="40"/>
                  <a:pt x="826" y="31"/>
                </a:cubicBezTo>
                <a:cubicBezTo>
                  <a:pt x="831" y="24"/>
                  <a:pt x="831" y="24"/>
                  <a:pt x="831" y="24"/>
                </a:cubicBezTo>
                <a:cubicBezTo>
                  <a:pt x="849" y="34"/>
                  <a:pt x="862" y="51"/>
                  <a:pt x="865" y="73"/>
                </a:cubicBezTo>
                <a:lnTo>
                  <a:pt x="856" y="76"/>
                </a:lnTo>
                <a:close/>
                <a:moveTo>
                  <a:pt x="932" y="60"/>
                </a:moveTo>
                <a:cubicBezTo>
                  <a:pt x="944" y="59"/>
                  <a:pt x="957" y="58"/>
                  <a:pt x="967" y="56"/>
                </a:cubicBezTo>
                <a:cubicBezTo>
                  <a:pt x="966" y="48"/>
                  <a:pt x="966" y="48"/>
                  <a:pt x="966" y="48"/>
                </a:cubicBezTo>
                <a:cubicBezTo>
                  <a:pt x="957" y="50"/>
                  <a:pt x="944" y="52"/>
                  <a:pt x="932" y="52"/>
                </a:cubicBezTo>
                <a:cubicBezTo>
                  <a:pt x="932" y="45"/>
                  <a:pt x="932" y="38"/>
                  <a:pt x="932" y="30"/>
                </a:cubicBezTo>
                <a:cubicBezTo>
                  <a:pt x="947" y="30"/>
                  <a:pt x="961" y="28"/>
                  <a:pt x="973" y="26"/>
                </a:cubicBezTo>
                <a:cubicBezTo>
                  <a:pt x="972" y="18"/>
                  <a:pt x="972" y="18"/>
                  <a:pt x="972" y="18"/>
                </a:cubicBezTo>
                <a:cubicBezTo>
                  <a:pt x="960" y="21"/>
                  <a:pt x="946" y="22"/>
                  <a:pt x="932" y="23"/>
                </a:cubicBezTo>
                <a:cubicBezTo>
                  <a:pt x="932" y="21"/>
                  <a:pt x="932" y="11"/>
                  <a:pt x="932" y="9"/>
                </a:cubicBezTo>
                <a:cubicBezTo>
                  <a:pt x="934" y="9"/>
                  <a:pt x="935" y="8"/>
                  <a:pt x="935" y="7"/>
                </a:cubicBezTo>
                <a:cubicBezTo>
                  <a:pt x="923" y="6"/>
                  <a:pt x="923" y="6"/>
                  <a:pt x="923" y="6"/>
                </a:cubicBezTo>
                <a:cubicBezTo>
                  <a:pt x="923" y="10"/>
                  <a:pt x="923" y="17"/>
                  <a:pt x="923" y="23"/>
                </a:cubicBezTo>
                <a:cubicBezTo>
                  <a:pt x="918" y="23"/>
                  <a:pt x="912" y="23"/>
                  <a:pt x="907" y="23"/>
                </a:cubicBezTo>
                <a:cubicBezTo>
                  <a:pt x="898" y="23"/>
                  <a:pt x="888" y="23"/>
                  <a:pt x="881" y="23"/>
                </a:cubicBezTo>
                <a:cubicBezTo>
                  <a:pt x="881" y="31"/>
                  <a:pt x="881" y="31"/>
                  <a:pt x="881" y="31"/>
                </a:cubicBezTo>
                <a:cubicBezTo>
                  <a:pt x="888" y="31"/>
                  <a:pt x="899" y="31"/>
                  <a:pt x="907" y="31"/>
                </a:cubicBezTo>
                <a:cubicBezTo>
                  <a:pt x="912" y="31"/>
                  <a:pt x="918" y="31"/>
                  <a:pt x="923" y="31"/>
                </a:cubicBezTo>
                <a:cubicBezTo>
                  <a:pt x="924" y="53"/>
                  <a:pt x="924" y="53"/>
                  <a:pt x="924" y="53"/>
                </a:cubicBezTo>
                <a:cubicBezTo>
                  <a:pt x="922" y="53"/>
                  <a:pt x="919" y="53"/>
                  <a:pt x="916" y="53"/>
                </a:cubicBezTo>
                <a:cubicBezTo>
                  <a:pt x="901" y="53"/>
                  <a:pt x="895" y="52"/>
                  <a:pt x="895" y="49"/>
                </a:cubicBezTo>
                <a:cubicBezTo>
                  <a:pt x="895" y="46"/>
                  <a:pt x="898" y="44"/>
                  <a:pt x="904" y="41"/>
                </a:cubicBezTo>
                <a:cubicBezTo>
                  <a:pt x="898" y="37"/>
                  <a:pt x="898" y="37"/>
                  <a:pt x="898" y="37"/>
                </a:cubicBezTo>
                <a:cubicBezTo>
                  <a:pt x="890" y="42"/>
                  <a:pt x="887" y="46"/>
                  <a:pt x="887" y="50"/>
                </a:cubicBezTo>
                <a:cubicBezTo>
                  <a:pt x="887" y="57"/>
                  <a:pt x="892" y="60"/>
                  <a:pt x="913" y="60"/>
                </a:cubicBezTo>
                <a:cubicBezTo>
                  <a:pt x="916" y="60"/>
                  <a:pt x="921" y="60"/>
                  <a:pt x="925" y="60"/>
                </a:cubicBezTo>
                <a:cubicBezTo>
                  <a:pt x="925" y="67"/>
                  <a:pt x="925" y="73"/>
                  <a:pt x="925" y="78"/>
                </a:cubicBezTo>
                <a:cubicBezTo>
                  <a:pt x="921" y="77"/>
                  <a:pt x="916" y="77"/>
                  <a:pt x="912" y="77"/>
                </a:cubicBezTo>
                <a:cubicBezTo>
                  <a:pt x="899" y="77"/>
                  <a:pt x="886" y="83"/>
                  <a:pt x="886" y="94"/>
                </a:cubicBezTo>
                <a:cubicBezTo>
                  <a:pt x="886" y="106"/>
                  <a:pt x="897" y="112"/>
                  <a:pt x="912" y="112"/>
                </a:cubicBezTo>
                <a:cubicBezTo>
                  <a:pt x="927" y="112"/>
                  <a:pt x="934" y="105"/>
                  <a:pt x="934" y="94"/>
                </a:cubicBezTo>
                <a:cubicBezTo>
                  <a:pt x="934" y="92"/>
                  <a:pt x="934" y="90"/>
                  <a:pt x="934" y="88"/>
                </a:cubicBezTo>
                <a:cubicBezTo>
                  <a:pt x="942" y="92"/>
                  <a:pt x="953" y="97"/>
                  <a:pt x="963" y="106"/>
                </a:cubicBezTo>
                <a:cubicBezTo>
                  <a:pt x="969" y="99"/>
                  <a:pt x="969" y="99"/>
                  <a:pt x="969" y="99"/>
                </a:cubicBezTo>
                <a:cubicBezTo>
                  <a:pt x="956" y="90"/>
                  <a:pt x="944" y="83"/>
                  <a:pt x="933" y="80"/>
                </a:cubicBezTo>
                <a:lnTo>
                  <a:pt x="932" y="60"/>
                </a:lnTo>
                <a:close/>
                <a:moveTo>
                  <a:pt x="913" y="105"/>
                </a:moveTo>
                <a:cubicBezTo>
                  <a:pt x="902" y="105"/>
                  <a:pt x="894" y="101"/>
                  <a:pt x="894" y="94"/>
                </a:cubicBezTo>
                <a:cubicBezTo>
                  <a:pt x="894" y="87"/>
                  <a:pt x="903" y="83"/>
                  <a:pt x="912" y="83"/>
                </a:cubicBezTo>
                <a:cubicBezTo>
                  <a:pt x="916" y="83"/>
                  <a:pt x="921" y="84"/>
                  <a:pt x="926" y="85"/>
                </a:cubicBezTo>
                <a:cubicBezTo>
                  <a:pt x="926" y="92"/>
                  <a:pt x="926" y="92"/>
                  <a:pt x="926" y="92"/>
                </a:cubicBezTo>
                <a:cubicBezTo>
                  <a:pt x="926" y="101"/>
                  <a:pt x="922" y="105"/>
                  <a:pt x="913" y="105"/>
                </a:cubicBezTo>
                <a:close/>
                <a:moveTo>
                  <a:pt x="1055" y="24"/>
                </a:moveTo>
                <a:cubicBezTo>
                  <a:pt x="1055" y="11"/>
                  <a:pt x="1055" y="10"/>
                  <a:pt x="1055" y="8"/>
                </a:cubicBezTo>
                <a:cubicBezTo>
                  <a:pt x="1057" y="8"/>
                  <a:pt x="1058" y="7"/>
                  <a:pt x="1058" y="6"/>
                </a:cubicBezTo>
                <a:cubicBezTo>
                  <a:pt x="1045" y="5"/>
                  <a:pt x="1045" y="5"/>
                  <a:pt x="1045" y="5"/>
                </a:cubicBezTo>
                <a:cubicBezTo>
                  <a:pt x="1046" y="8"/>
                  <a:pt x="1046" y="21"/>
                  <a:pt x="1046" y="24"/>
                </a:cubicBezTo>
                <a:cubicBezTo>
                  <a:pt x="1018" y="25"/>
                  <a:pt x="1018" y="25"/>
                  <a:pt x="1018" y="25"/>
                </a:cubicBezTo>
                <a:cubicBezTo>
                  <a:pt x="991" y="26"/>
                  <a:pt x="991" y="26"/>
                  <a:pt x="991" y="26"/>
                </a:cubicBezTo>
                <a:cubicBezTo>
                  <a:pt x="991" y="33"/>
                  <a:pt x="991" y="33"/>
                  <a:pt x="991" y="33"/>
                </a:cubicBezTo>
                <a:cubicBezTo>
                  <a:pt x="996" y="33"/>
                  <a:pt x="1034" y="32"/>
                  <a:pt x="1046" y="32"/>
                </a:cubicBezTo>
                <a:cubicBezTo>
                  <a:pt x="1047" y="37"/>
                  <a:pt x="1047" y="45"/>
                  <a:pt x="1047" y="47"/>
                </a:cubicBezTo>
                <a:cubicBezTo>
                  <a:pt x="1044" y="45"/>
                  <a:pt x="1040" y="43"/>
                  <a:pt x="1036" y="43"/>
                </a:cubicBezTo>
                <a:cubicBezTo>
                  <a:pt x="1024" y="43"/>
                  <a:pt x="1014" y="53"/>
                  <a:pt x="1014" y="66"/>
                </a:cubicBezTo>
                <a:cubicBezTo>
                  <a:pt x="1014" y="78"/>
                  <a:pt x="1024" y="87"/>
                  <a:pt x="1034" y="87"/>
                </a:cubicBezTo>
                <a:cubicBezTo>
                  <a:pt x="1040" y="87"/>
                  <a:pt x="1044" y="84"/>
                  <a:pt x="1047" y="80"/>
                </a:cubicBezTo>
                <a:cubicBezTo>
                  <a:pt x="1047" y="80"/>
                  <a:pt x="1047" y="80"/>
                  <a:pt x="1047" y="80"/>
                </a:cubicBezTo>
                <a:cubicBezTo>
                  <a:pt x="1044" y="92"/>
                  <a:pt x="1034" y="102"/>
                  <a:pt x="1016" y="108"/>
                </a:cubicBezTo>
                <a:cubicBezTo>
                  <a:pt x="1017" y="110"/>
                  <a:pt x="1020" y="113"/>
                  <a:pt x="1022" y="115"/>
                </a:cubicBezTo>
                <a:cubicBezTo>
                  <a:pt x="1043" y="107"/>
                  <a:pt x="1053" y="94"/>
                  <a:pt x="1056" y="80"/>
                </a:cubicBezTo>
                <a:cubicBezTo>
                  <a:pt x="1057" y="77"/>
                  <a:pt x="1057" y="73"/>
                  <a:pt x="1057" y="69"/>
                </a:cubicBezTo>
                <a:cubicBezTo>
                  <a:pt x="1057" y="64"/>
                  <a:pt x="1057" y="60"/>
                  <a:pt x="1056" y="56"/>
                </a:cubicBezTo>
                <a:cubicBezTo>
                  <a:pt x="1056" y="49"/>
                  <a:pt x="1055" y="41"/>
                  <a:pt x="1055" y="31"/>
                </a:cubicBezTo>
                <a:cubicBezTo>
                  <a:pt x="1069" y="31"/>
                  <a:pt x="1084" y="31"/>
                  <a:pt x="1094" y="31"/>
                </a:cubicBezTo>
                <a:cubicBezTo>
                  <a:pt x="1094" y="23"/>
                  <a:pt x="1094" y="23"/>
                  <a:pt x="1094" y="23"/>
                </a:cubicBezTo>
                <a:cubicBezTo>
                  <a:pt x="1085" y="23"/>
                  <a:pt x="1070" y="23"/>
                  <a:pt x="1055" y="24"/>
                </a:cubicBezTo>
                <a:close/>
                <a:moveTo>
                  <a:pt x="1035" y="80"/>
                </a:moveTo>
                <a:cubicBezTo>
                  <a:pt x="1028" y="80"/>
                  <a:pt x="1022" y="74"/>
                  <a:pt x="1022" y="66"/>
                </a:cubicBezTo>
                <a:cubicBezTo>
                  <a:pt x="1022" y="57"/>
                  <a:pt x="1028" y="51"/>
                  <a:pt x="1036" y="50"/>
                </a:cubicBezTo>
                <a:cubicBezTo>
                  <a:pt x="1048" y="50"/>
                  <a:pt x="1048" y="61"/>
                  <a:pt x="1048" y="66"/>
                </a:cubicBezTo>
                <a:cubicBezTo>
                  <a:pt x="1048" y="73"/>
                  <a:pt x="1044" y="80"/>
                  <a:pt x="1035" y="80"/>
                </a:cubicBezTo>
                <a:close/>
              </a:path>
            </a:pathLst>
          </a:custGeom>
          <a:solidFill>
            <a:srgbClr val="002050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1" name="Freeform 238">
            <a:extLst>
              <a:ext uri="{FF2B5EF4-FFF2-40B4-BE49-F238E27FC236}">
                <a16:creationId xmlns:a16="http://schemas.microsoft.com/office/drawing/2014/main" id="{151E0D84-7273-CAFC-23CE-C964AF4E5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463400" y="4130170"/>
            <a:ext cx="1448800" cy="464951"/>
          </a:xfrm>
          <a:custGeom>
            <a:avLst/>
            <a:gdLst>
              <a:gd name="T0" fmla="*/ 0 w 477"/>
              <a:gd name="T1" fmla="*/ 37 h 153"/>
              <a:gd name="T2" fmla="*/ 30 w 477"/>
              <a:gd name="T3" fmla="*/ 151 h 153"/>
              <a:gd name="T4" fmla="*/ 92 w 477"/>
              <a:gd name="T5" fmla="*/ 93 h 153"/>
              <a:gd name="T6" fmla="*/ 65 w 477"/>
              <a:gd name="T7" fmla="*/ 127 h 153"/>
              <a:gd name="T8" fmla="*/ 13 w 477"/>
              <a:gd name="T9" fmla="*/ 139 h 153"/>
              <a:gd name="T10" fmla="*/ 31 w 477"/>
              <a:gd name="T11" fmla="*/ 49 h 153"/>
              <a:gd name="T12" fmla="*/ 65 w 477"/>
              <a:gd name="T13" fmla="*/ 127 h 153"/>
              <a:gd name="T14" fmla="*/ 115 w 477"/>
              <a:gd name="T15" fmla="*/ 151 h 153"/>
              <a:gd name="T16" fmla="*/ 173 w 477"/>
              <a:gd name="T17" fmla="*/ 37 h 153"/>
              <a:gd name="T18" fmla="*/ 128 w 477"/>
              <a:gd name="T19" fmla="*/ 49 h 153"/>
              <a:gd name="T20" fmla="*/ 169 w 477"/>
              <a:gd name="T21" fmla="*/ 87 h 153"/>
              <a:gd name="T22" fmla="*/ 128 w 477"/>
              <a:gd name="T23" fmla="*/ 99 h 153"/>
              <a:gd name="T24" fmla="*/ 175 w 477"/>
              <a:gd name="T25" fmla="*/ 139 h 153"/>
              <a:gd name="T26" fmla="*/ 167 w 477"/>
              <a:gd name="T27" fmla="*/ 0 h 153"/>
              <a:gd name="T28" fmla="*/ 139 w 477"/>
              <a:gd name="T29" fmla="*/ 26 h 153"/>
              <a:gd name="T30" fmla="*/ 131 w 477"/>
              <a:gd name="T31" fmla="*/ 0 h 153"/>
              <a:gd name="T32" fmla="*/ 157 w 477"/>
              <a:gd name="T33" fmla="*/ 0 h 153"/>
              <a:gd name="T34" fmla="*/ 277 w 477"/>
              <a:gd name="T35" fmla="*/ 151 h 153"/>
              <a:gd name="T36" fmla="*/ 214 w 477"/>
              <a:gd name="T37" fmla="*/ 99 h 153"/>
              <a:gd name="T38" fmla="*/ 211 w 477"/>
              <a:gd name="T39" fmla="*/ 95 h 153"/>
              <a:gd name="T40" fmla="*/ 198 w 477"/>
              <a:gd name="T41" fmla="*/ 151 h 153"/>
              <a:gd name="T42" fmla="*/ 211 w 477"/>
              <a:gd name="T43" fmla="*/ 37 h 153"/>
              <a:gd name="T44" fmla="*/ 211 w 477"/>
              <a:gd name="T45" fmla="*/ 91 h 153"/>
              <a:gd name="T46" fmla="*/ 257 w 477"/>
              <a:gd name="T47" fmla="*/ 37 h 153"/>
              <a:gd name="T48" fmla="*/ 225 w 477"/>
              <a:gd name="T49" fmla="*/ 92 h 153"/>
              <a:gd name="T50" fmla="*/ 377 w 477"/>
              <a:gd name="T51" fmla="*/ 105 h 153"/>
              <a:gd name="T52" fmla="*/ 291 w 477"/>
              <a:gd name="T53" fmla="*/ 107 h 153"/>
              <a:gd name="T54" fmla="*/ 305 w 477"/>
              <a:gd name="T55" fmla="*/ 37 h 153"/>
              <a:gd name="T56" fmla="*/ 334 w 477"/>
              <a:gd name="T57" fmla="*/ 141 h 153"/>
              <a:gd name="T58" fmla="*/ 363 w 477"/>
              <a:gd name="T59" fmla="*/ 37 h 153"/>
              <a:gd name="T60" fmla="*/ 377 w 477"/>
              <a:gd name="T61" fmla="*/ 105 h 153"/>
              <a:gd name="T62" fmla="*/ 426 w 477"/>
              <a:gd name="T63" fmla="*/ 142 h 153"/>
              <a:gd name="T64" fmla="*/ 392 w 477"/>
              <a:gd name="T65" fmla="*/ 151 h 153"/>
              <a:gd name="T66" fmla="*/ 403 w 477"/>
              <a:gd name="T67" fmla="*/ 141 h 153"/>
              <a:gd name="T68" fmla="*/ 421 w 477"/>
              <a:gd name="T69" fmla="*/ 37 h 153"/>
              <a:gd name="T70" fmla="*/ 435 w 477"/>
              <a:gd name="T71" fmla="*/ 110 h 153"/>
              <a:gd name="T72" fmla="*/ 464 w 477"/>
              <a:gd name="T73" fmla="*/ 151 h 153"/>
              <a:gd name="T74" fmla="*/ 477 w 477"/>
              <a:gd name="T75" fmla="*/ 37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477" h="153">
                <a:moveTo>
                  <a:pt x="31" y="37"/>
                </a:moveTo>
                <a:cubicBezTo>
                  <a:pt x="0" y="37"/>
                  <a:pt x="0" y="37"/>
                  <a:pt x="0" y="37"/>
                </a:cubicBezTo>
                <a:cubicBezTo>
                  <a:pt x="0" y="151"/>
                  <a:pt x="0" y="151"/>
                  <a:pt x="0" y="151"/>
                </a:cubicBezTo>
                <a:cubicBezTo>
                  <a:pt x="30" y="151"/>
                  <a:pt x="30" y="151"/>
                  <a:pt x="30" y="151"/>
                </a:cubicBezTo>
                <a:cubicBezTo>
                  <a:pt x="49" y="151"/>
                  <a:pt x="64" y="146"/>
                  <a:pt x="75" y="135"/>
                </a:cubicBezTo>
                <a:cubicBezTo>
                  <a:pt x="86" y="124"/>
                  <a:pt x="92" y="110"/>
                  <a:pt x="92" y="93"/>
                </a:cubicBezTo>
                <a:cubicBezTo>
                  <a:pt x="92" y="55"/>
                  <a:pt x="72" y="37"/>
                  <a:pt x="31" y="37"/>
                </a:cubicBezTo>
                <a:close/>
                <a:moveTo>
                  <a:pt x="65" y="127"/>
                </a:moveTo>
                <a:cubicBezTo>
                  <a:pt x="57" y="135"/>
                  <a:pt x="45" y="139"/>
                  <a:pt x="30" y="139"/>
                </a:cubicBezTo>
                <a:cubicBezTo>
                  <a:pt x="13" y="139"/>
                  <a:pt x="13" y="139"/>
                  <a:pt x="13" y="139"/>
                </a:cubicBezTo>
                <a:cubicBezTo>
                  <a:pt x="13" y="49"/>
                  <a:pt x="13" y="49"/>
                  <a:pt x="13" y="49"/>
                </a:cubicBezTo>
                <a:cubicBezTo>
                  <a:pt x="31" y="49"/>
                  <a:pt x="31" y="49"/>
                  <a:pt x="31" y="49"/>
                </a:cubicBezTo>
                <a:cubicBezTo>
                  <a:pt x="62" y="49"/>
                  <a:pt x="78" y="63"/>
                  <a:pt x="78" y="93"/>
                </a:cubicBezTo>
                <a:cubicBezTo>
                  <a:pt x="78" y="108"/>
                  <a:pt x="74" y="119"/>
                  <a:pt x="65" y="127"/>
                </a:cubicBezTo>
                <a:close/>
                <a:moveTo>
                  <a:pt x="175" y="151"/>
                </a:moveTo>
                <a:cubicBezTo>
                  <a:pt x="115" y="151"/>
                  <a:pt x="115" y="151"/>
                  <a:pt x="115" y="151"/>
                </a:cubicBezTo>
                <a:cubicBezTo>
                  <a:pt x="115" y="37"/>
                  <a:pt x="115" y="37"/>
                  <a:pt x="115" y="37"/>
                </a:cubicBezTo>
                <a:cubicBezTo>
                  <a:pt x="173" y="37"/>
                  <a:pt x="173" y="37"/>
                  <a:pt x="173" y="37"/>
                </a:cubicBezTo>
                <a:cubicBezTo>
                  <a:pt x="173" y="49"/>
                  <a:pt x="173" y="49"/>
                  <a:pt x="173" y="49"/>
                </a:cubicBezTo>
                <a:cubicBezTo>
                  <a:pt x="128" y="49"/>
                  <a:pt x="128" y="49"/>
                  <a:pt x="128" y="49"/>
                </a:cubicBezTo>
                <a:cubicBezTo>
                  <a:pt x="128" y="87"/>
                  <a:pt x="128" y="87"/>
                  <a:pt x="128" y="87"/>
                </a:cubicBezTo>
                <a:cubicBezTo>
                  <a:pt x="169" y="87"/>
                  <a:pt x="169" y="87"/>
                  <a:pt x="169" y="87"/>
                </a:cubicBezTo>
                <a:cubicBezTo>
                  <a:pt x="169" y="99"/>
                  <a:pt x="169" y="99"/>
                  <a:pt x="169" y="99"/>
                </a:cubicBezTo>
                <a:cubicBezTo>
                  <a:pt x="128" y="99"/>
                  <a:pt x="128" y="99"/>
                  <a:pt x="128" y="99"/>
                </a:cubicBezTo>
                <a:cubicBezTo>
                  <a:pt x="128" y="139"/>
                  <a:pt x="128" y="139"/>
                  <a:pt x="128" y="139"/>
                </a:cubicBezTo>
                <a:cubicBezTo>
                  <a:pt x="175" y="139"/>
                  <a:pt x="175" y="139"/>
                  <a:pt x="175" y="139"/>
                </a:cubicBezTo>
                <a:lnTo>
                  <a:pt x="175" y="151"/>
                </a:lnTo>
                <a:close/>
                <a:moveTo>
                  <a:pt x="167" y="0"/>
                </a:moveTo>
                <a:cubicBezTo>
                  <a:pt x="150" y="26"/>
                  <a:pt x="150" y="26"/>
                  <a:pt x="150" y="26"/>
                </a:cubicBezTo>
                <a:cubicBezTo>
                  <a:pt x="139" y="26"/>
                  <a:pt x="139" y="26"/>
                  <a:pt x="139" y="26"/>
                </a:cubicBezTo>
                <a:cubicBezTo>
                  <a:pt x="122" y="0"/>
                  <a:pt x="122" y="0"/>
                  <a:pt x="122" y="0"/>
                </a:cubicBezTo>
                <a:cubicBezTo>
                  <a:pt x="131" y="0"/>
                  <a:pt x="131" y="0"/>
                  <a:pt x="131" y="0"/>
                </a:cubicBezTo>
                <a:cubicBezTo>
                  <a:pt x="144" y="18"/>
                  <a:pt x="144" y="18"/>
                  <a:pt x="144" y="18"/>
                </a:cubicBezTo>
                <a:cubicBezTo>
                  <a:pt x="157" y="0"/>
                  <a:pt x="157" y="0"/>
                  <a:pt x="157" y="0"/>
                </a:cubicBezTo>
                <a:lnTo>
                  <a:pt x="167" y="0"/>
                </a:lnTo>
                <a:close/>
                <a:moveTo>
                  <a:pt x="277" y="151"/>
                </a:moveTo>
                <a:cubicBezTo>
                  <a:pt x="259" y="151"/>
                  <a:pt x="259" y="151"/>
                  <a:pt x="259" y="151"/>
                </a:cubicBezTo>
                <a:cubicBezTo>
                  <a:pt x="214" y="99"/>
                  <a:pt x="214" y="99"/>
                  <a:pt x="214" y="99"/>
                </a:cubicBezTo>
                <a:cubicBezTo>
                  <a:pt x="213" y="97"/>
                  <a:pt x="212" y="96"/>
                  <a:pt x="211" y="95"/>
                </a:cubicBezTo>
                <a:cubicBezTo>
                  <a:pt x="211" y="95"/>
                  <a:pt x="211" y="95"/>
                  <a:pt x="211" y="95"/>
                </a:cubicBezTo>
                <a:cubicBezTo>
                  <a:pt x="211" y="151"/>
                  <a:pt x="211" y="151"/>
                  <a:pt x="211" y="151"/>
                </a:cubicBezTo>
                <a:cubicBezTo>
                  <a:pt x="198" y="151"/>
                  <a:pt x="198" y="151"/>
                  <a:pt x="198" y="151"/>
                </a:cubicBezTo>
                <a:cubicBezTo>
                  <a:pt x="198" y="37"/>
                  <a:pt x="198" y="37"/>
                  <a:pt x="198" y="37"/>
                </a:cubicBezTo>
                <a:cubicBezTo>
                  <a:pt x="211" y="37"/>
                  <a:pt x="211" y="37"/>
                  <a:pt x="211" y="37"/>
                </a:cubicBezTo>
                <a:cubicBezTo>
                  <a:pt x="211" y="91"/>
                  <a:pt x="211" y="91"/>
                  <a:pt x="211" y="91"/>
                </a:cubicBezTo>
                <a:cubicBezTo>
                  <a:pt x="211" y="91"/>
                  <a:pt x="211" y="91"/>
                  <a:pt x="211" y="91"/>
                </a:cubicBezTo>
                <a:cubicBezTo>
                  <a:pt x="212" y="89"/>
                  <a:pt x="213" y="88"/>
                  <a:pt x="214" y="87"/>
                </a:cubicBezTo>
                <a:cubicBezTo>
                  <a:pt x="257" y="37"/>
                  <a:pt x="257" y="37"/>
                  <a:pt x="257" y="37"/>
                </a:cubicBezTo>
                <a:cubicBezTo>
                  <a:pt x="274" y="37"/>
                  <a:pt x="274" y="37"/>
                  <a:pt x="274" y="37"/>
                </a:cubicBezTo>
                <a:cubicBezTo>
                  <a:pt x="225" y="92"/>
                  <a:pt x="225" y="92"/>
                  <a:pt x="225" y="92"/>
                </a:cubicBezTo>
                <a:lnTo>
                  <a:pt x="277" y="151"/>
                </a:lnTo>
                <a:close/>
                <a:moveTo>
                  <a:pt x="377" y="105"/>
                </a:moveTo>
                <a:cubicBezTo>
                  <a:pt x="377" y="137"/>
                  <a:pt x="362" y="153"/>
                  <a:pt x="333" y="153"/>
                </a:cubicBezTo>
                <a:cubicBezTo>
                  <a:pt x="305" y="153"/>
                  <a:pt x="291" y="138"/>
                  <a:pt x="291" y="107"/>
                </a:cubicBezTo>
                <a:cubicBezTo>
                  <a:pt x="291" y="37"/>
                  <a:pt x="291" y="37"/>
                  <a:pt x="291" y="37"/>
                </a:cubicBezTo>
                <a:cubicBezTo>
                  <a:pt x="305" y="37"/>
                  <a:pt x="305" y="37"/>
                  <a:pt x="305" y="37"/>
                </a:cubicBezTo>
                <a:cubicBezTo>
                  <a:pt x="305" y="106"/>
                  <a:pt x="305" y="106"/>
                  <a:pt x="305" y="106"/>
                </a:cubicBezTo>
                <a:cubicBezTo>
                  <a:pt x="305" y="129"/>
                  <a:pt x="315" y="141"/>
                  <a:pt x="334" y="141"/>
                </a:cubicBezTo>
                <a:cubicBezTo>
                  <a:pt x="354" y="141"/>
                  <a:pt x="363" y="130"/>
                  <a:pt x="363" y="107"/>
                </a:cubicBezTo>
                <a:cubicBezTo>
                  <a:pt x="363" y="37"/>
                  <a:pt x="363" y="37"/>
                  <a:pt x="363" y="37"/>
                </a:cubicBezTo>
                <a:cubicBezTo>
                  <a:pt x="377" y="37"/>
                  <a:pt x="377" y="37"/>
                  <a:pt x="377" y="37"/>
                </a:cubicBezTo>
                <a:lnTo>
                  <a:pt x="377" y="105"/>
                </a:lnTo>
                <a:close/>
                <a:moveTo>
                  <a:pt x="435" y="110"/>
                </a:moveTo>
                <a:cubicBezTo>
                  <a:pt x="435" y="124"/>
                  <a:pt x="432" y="134"/>
                  <a:pt x="426" y="142"/>
                </a:cubicBezTo>
                <a:cubicBezTo>
                  <a:pt x="420" y="150"/>
                  <a:pt x="413" y="153"/>
                  <a:pt x="403" y="153"/>
                </a:cubicBezTo>
                <a:cubicBezTo>
                  <a:pt x="398" y="153"/>
                  <a:pt x="395" y="153"/>
                  <a:pt x="392" y="151"/>
                </a:cubicBezTo>
                <a:cubicBezTo>
                  <a:pt x="392" y="138"/>
                  <a:pt x="392" y="138"/>
                  <a:pt x="392" y="138"/>
                </a:cubicBezTo>
                <a:cubicBezTo>
                  <a:pt x="395" y="140"/>
                  <a:pt x="398" y="141"/>
                  <a:pt x="403" y="141"/>
                </a:cubicBezTo>
                <a:cubicBezTo>
                  <a:pt x="415" y="141"/>
                  <a:pt x="421" y="131"/>
                  <a:pt x="421" y="110"/>
                </a:cubicBezTo>
                <a:cubicBezTo>
                  <a:pt x="421" y="37"/>
                  <a:pt x="421" y="37"/>
                  <a:pt x="421" y="37"/>
                </a:cubicBezTo>
                <a:cubicBezTo>
                  <a:pt x="435" y="37"/>
                  <a:pt x="435" y="37"/>
                  <a:pt x="435" y="37"/>
                </a:cubicBezTo>
                <a:lnTo>
                  <a:pt x="435" y="110"/>
                </a:lnTo>
                <a:close/>
                <a:moveTo>
                  <a:pt x="477" y="151"/>
                </a:moveTo>
                <a:cubicBezTo>
                  <a:pt x="464" y="151"/>
                  <a:pt x="464" y="151"/>
                  <a:pt x="464" y="151"/>
                </a:cubicBezTo>
                <a:cubicBezTo>
                  <a:pt x="464" y="37"/>
                  <a:pt x="464" y="37"/>
                  <a:pt x="464" y="37"/>
                </a:cubicBezTo>
                <a:cubicBezTo>
                  <a:pt x="477" y="37"/>
                  <a:pt x="477" y="37"/>
                  <a:pt x="477" y="37"/>
                </a:cubicBezTo>
                <a:lnTo>
                  <a:pt x="477" y="151"/>
                </a:lnTo>
                <a:close/>
              </a:path>
            </a:pathLst>
          </a:custGeom>
          <a:solidFill>
            <a:srgbClr val="0078D7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2" name="Freeform 239">
            <a:extLst>
              <a:ext uri="{FF2B5EF4-FFF2-40B4-BE49-F238E27FC236}">
                <a16:creationId xmlns:a16="http://schemas.microsoft.com/office/drawing/2014/main" id="{D5A8FA7A-BD98-84C5-B563-798A883C0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751887" y="1596158"/>
            <a:ext cx="852840" cy="273577"/>
          </a:xfrm>
          <a:custGeom>
            <a:avLst/>
            <a:gdLst>
              <a:gd name="T0" fmla="*/ 60 w 281"/>
              <a:gd name="T1" fmla="*/ 11 h 90"/>
              <a:gd name="T2" fmla="*/ 35 w 281"/>
              <a:gd name="T3" fmla="*/ 11 h 90"/>
              <a:gd name="T4" fmla="*/ 35 w 281"/>
              <a:gd name="T5" fmla="*/ 89 h 90"/>
              <a:gd name="T6" fmla="*/ 25 w 281"/>
              <a:gd name="T7" fmla="*/ 89 h 90"/>
              <a:gd name="T8" fmla="*/ 25 w 281"/>
              <a:gd name="T9" fmla="*/ 11 h 90"/>
              <a:gd name="T10" fmla="*/ 0 w 281"/>
              <a:gd name="T11" fmla="*/ 11 h 90"/>
              <a:gd name="T12" fmla="*/ 0 w 281"/>
              <a:gd name="T13" fmla="*/ 2 h 90"/>
              <a:gd name="T14" fmla="*/ 60 w 281"/>
              <a:gd name="T15" fmla="*/ 2 h 90"/>
              <a:gd name="T16" fmla="*/ 60 w 281"/>
              <a:gd name="T17" fmla="*/ 11 h 90"/>
              <a:gd name="T18" fmla="*/ 99 w 281"/>
              <a:gd name="T19" fmla="*/ 2 h 90"/>
              <a:gd name="T20" fmla="*/ 88 w 281"/>
              <a:gd name="T21" fmla="*/ 2 h 90"/>
              <a:gd name="T22" fmla="*/ 55 w 281"/>
              <a:gd name="T23" fmla="*/ 89 h 90"/>
              <a:gd name="T24" fmla="*/ 66 w 281"/>
              <a:gd name="T25" fmla="*/ 89 h 90"/>
              <a:gd name="T26" fmla="*/ 75 w 281"/>
              <a:gd name="T27" fmla="*/ 64 h 90"/>
              <a:gd name="T28" fmla="*/ 112 w 281"/>
              <a:gd name="T29" fmla="*/ 64 h 90"/>
              <a:gd name="T30" fmla="*/ 121 w 281"/>
              <a:gd name="T31" fmla="*/ 89 h 90"/>
              <a:gd name="T32" fmla="*/ 132 w 281"/>
              <a:gd name="T33" fmla="*/ 89 h 90"/>
              <a:gd name="T34" fmla="*/ 99 w 281"/>
              <a:gd name="T35" fmla="*/ 2 h 90"/>
              <a:gd name="T36" fmla="*/ 78 w 281"/>
              <a:gd name="T37" fmla="*/ 55 h 90"/>
              <a:gd name="T38" fmla="*/ 92 w 281"/>
              <a:gd name="T39" fmla="*/ 18 h 90"/>
              <a:gd name="T40" fmla="*/ 93 w 281"/>
              <a:gd name="T41" fmla="*/ 12 h 90"/>
              <a:gd name="T42" fmla="*/ 93 w 281"/>
              <a:gd name="T43" fmla="*/ 12 h 90"/>
              <a:gd name="T44" fmla="*/ 95 w 281"/>
              <a:gd name="T45" fmla="*/ 18 h 90"/>
              <a:gd name="T46" fmla="*/ 108 w 281"/>
              <a:gd name="T47" fmla="*/ 55 h 90"/>
              <a:gd name="T48" fmla="*/ 78 w 281"/>
              <a:gd name="T49" fmla="*/ 55 h 90"/>
              <a:gd name="T50" fmla="*/ 203 w 281"/>
              <a:gd name="T51" fmla="*/ 85 h 90"/>
              <a:gd name="T52" fmla="*/ 179 w 281"/>
              <a:gd name="T53" fmla="*/ 90 h 90"/>
              <a:gd name="T54" fmla="*/ 149 w 281"/>
              <a:gd name="T55" fmla="*/ 78 h 90"/>
              <a:gd name="T56" fmla="*/ 138 w 281"/>
              <a:gd name="T57" fmla="*/ 47 h 90"/>
              <a:gd name="T58" fmla="*/ 150 w 281"/>
              <a:gd name="T59" fmla="*/ 13 h 90"/>
              <a:gd name="T60" fmla="*/ 182 w 281"/>
              <a:gd name="T61" fmla="*/ 0 h 90"/>
              <a:gd name="T62" fmla="*/ 203 w 281"/>
              <a:gd name="T63" fmla="*/ 4 h 90"/>
              <a:gd name="T64" fmla="*/ 203 w 281"/>
              <a:gd name="T65" fmla="*/ 15 h 90"/>
              <a:gd name="T66" fmla="*/ 182 w 281"/>
              <a:gd name="T67" fmla="*/ 9 h 90"/>
              <a:gd name="T68" fmla="*/ 158 w 281"/>
              <a:gd name="T69" fmla="*/ 19 h 90"/>
              <a:gd name="T70" fmla="*/ 148 w 281"/>
              <a:gd name="T71" fmla="*/ 46 h 90"/>
              <a:gd name="T72" fmla="*/ 157 w 281"/>
              <a:gd name="T73" fmla="*/ 72 h 90"/>
              <a:gd name="T74" fmla="*/ 180 w 281"/>
              <a:gd name="T75" fmla="*/ 81 h 90"/>
              <a:gd name="T76" fmla="*/ 203 w 281"/>
              <a:gd name="T77" fmla="*/ 75 h 90"/>
              <a:gd name="T78" fmla="*/ 203 w 281"/>
              <a:gd name="T79" fmla="*/ 85 h 90"/>
              <a:gd name="T80" fmla="*/ 281 w 281"/>
              <a:gd name="T81" fmla="*/ 89 h 90"/>
              <a:gd name="T82" fmla="*/ 267 w 281"/>
              <a:gd name="T83" fmla="*/ 89 h 90"/>
              <a:gd name="T84" fmla="*/ 233 w 281"/>
              <a:gd name="T85" fmla="*/ 49 h 90"/>
              <a:gd name="T86" fmla="*/ 231 w 281"/>
              <a:gd name="T87" fmla="*/ 46 h 90"/>
              <a:gd name="T88" fmla="*/ 231 w 281"/>
              <a:gd name="T89" fmla="*/ 46 h 90"/>
              <a:gd name="T90" fmla="*/ 231 w 281"/>
              <a:gd name="T91" fmla="*/ 89 h 90"/>
              <a:gd name="T92" fmla="*/ 220 w 281"/>
              <a:gd name="T93" fmla="*/ 89 h 90"/>
              <a:gd name="T94" fmla="*/ 220 w 281"/>
              <a:gd name="T95" fmla="*/ 2 h 90"/>
              <a:gd name="T96" fmla="*/ 231 w 281"/>
              <a:gd name="T97" fmla="*/ 2 h 90"/>
              <a:gd name="T98" fmla="*/ 231 w 281"/>
              <a:gd name="T99" fmla="*/ 43 h 90"/>
              <a:gd name="T100" fmla="*/ 231 w 281"/>
              <a:gd name="T101" fmla="*/ 43 h 90"/>
              <a:gd name="T102" fmla="*/ 233 w 281"/>
              <a:gd name="T103" fmla="*/ 40 h 90"/>
              <a:gd name="T104" fmla="*/ 266 w 281"/>
              <a:gd name="T105" fmla="*/ 2 h 90"/>
              <a:gd name="T106" fmla="*/ 278 w 281"/>
              <a:gd name="T107" fmla="*/ 2 h 90"/>
              <a:gd name="T108" fmla="*/ 241 w 281"/>
              <a:gd name="T109" fmla="*/ 43 h 90"/>
              <a:gd name="T110" fmla="*/ 281 w 281"/>
              <a:gd name="T111" fmla="*/ 89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81" h="90">
                <a:moveTo>
                  <a:pt x="60" y="11"/>
                </a:moveTo>
                <a:cubicBezTo>
                  <a:pt x="35" y="11"/>
                  <a:pt x="35" y="11"/>
                  <a:pt x="35" y="11"/>
                </a:cubicBezTo>
                <a:cubicBezTo>
                  <a:pt x="35" y="89"/>
                  <a:pt x="35" y="89"/>
                  <a:pt x="35" y="89"/>
                </a:cubicBezTo>
                <a:cubicBezTo>
                  <a:pt x="25" y="89"/>
                  <a:pt x="25" y="89"/>
                  <a:pt x="25" y="89"/>
                </a:cubicBezTo>
                <a:cubicBezTo>
                  <a:pt x="25" y="11"/>
                  <a:pt x="25" y="11"/>
                  <a:pt x="25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2"/>
                  <a:pt x="0" y="2"/>
                  <a:pt x="0" y="2"/>
                </a:cubicBezTo>
                <a:cubicBezTo>
                  <a:pt x="60" y="2"/>
                  <a:pt x="60" y="2"/>
                  <a:pt x="60" y="2"/>
                </a:cubicBezTo>
                <a:lnTo>
                  <a:pt x="60" y="11"/>
                </a:lnTo>
                <a:close/>
                <a:moveTo>
                  <a:pt x="99" y="2"/>
                </a:moveTo>
                <a:cubicBezTo>
                  <a:pt x="88" y="2"/>
                  <a:pt x="88" y="2"/>
                  <a:pt x="88" y="2"/>
                </a:cubicBezTo>
                <a:cubicBezTo>
                  <a:pt x="55" y="89"/>
                  <a:pt x="55" y="89"/>
                  <a:pt x="55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75" y="64"/>
                  <a:pt x="75" y="64"/>
                  <a:pt x="75" y="64"/>
                </a:cubicBezTo>
                <a:cubicBezTo>
                  <a:pt x="112" y="64"/>
                  <a:pt x="112" y="64"/>
                  <a:pt x="112" y="64"/>
                </a:cubicBezTo>
                <a:cubicBezTo>
                  <a:pt x="121" y="89"/>
                  <a:pt x="121" y="89"/>
                  <a:pt x="121" y="89"/>
                </a:cubicBezTo>
                <a:cubicBezTo>
                  <a:pt x="132" y="89"/>
                  <a:pt x="132" y="89"/>
                  <a:pt x="132" y="89"/>
                </a:cubicBezTo>
                <a:lnTo>
                  <a:pt x="99" y="2"/>
                </a:lnTo>
                <a:close/>
                <a:moveTo>
                  <a:pt x="78" y="55"/>
                </a:moveTo>
                <a:cubicBezTo>
                  <a:pt x="92" y="18"/>
                  <a:pt x="92" y="18"/>
                  <a:pt x="92" y="18"/>
                </a:cubicBezTo>
                <a:cubicBezTo>
                  <a:pt x="92" y="17"/>
                  <a:pt x="93" y="15"/>
                  <a:pt x="93" y="12"/>
                </a:cubicBezTo>
                <a:cubicBezTo>
                  <a:pt x="93" y="12"/>
                  <a:pt x="93" y="12"/>
                  <a:pt x="93" y="12"/>
                </a:cubicBezTo>
                <a:cubicBezTo>
                  <a:pt x="94" y="15"/>
                  <a:pt x="94" y="17"/>
                  <a:pt x="95" y="18"/>
                </a:cubicBezTo>
                <a:cubicBezTo>
                  <a:pt x="108" y="55"/>
                  <a:pt x="108" y="55"/>
                  <a:pt x="108" y="55"/>
                </a:cubicBezTo>
                <a:lnTo>
                  <a:pt x="78" y="55"/>
                </a:lnTo>
                <a:close/>
                <a:moveTo>
                  <a:pt x="203" y="85"/>
                </a:moveTo>
                <a:cubicBezTo>
                  <a:pt x="196" y="89"/>
                  <a:pt x="188" y="90"/>
                  <a:pt x="179" y="90"/>
                </a:cubicBezTo>
                <a:cubicBezTo>
                  <a:pt x="166" y="90"/>
                  <a:pt x="156" y="86"/>
                  <a:pt x="149" y="78"/>
                </a:cubicBezTo>
                <a:cubicBezTo>
                  <a:pt x="141" y="70"/>
                  <a:pt x="138" y="60"/>
                  <a:pt x="138" y="47"/>
                </a:cubicBezTo>
                <a:cubicBezTo>
                  <a:pt x="138" y="33"/>
                  <a:pt x="142" y="22"/>
                  <a:pt x="150" y="13"/>
                </a:cubicBezTo>
                <a:cubicBezTo>
                  <a:pt x="159" y="5"/>
                  <a:pt x="169" y="0"/>
                  <a:pt x="182" y="0"/>
                </a:cubicBezTo>
                <a:cubicBezTo>
                  <a:pt x="190" y="0"/>
                  <a:pt x="197" y="1"/>
                  <a:pt x="203" y="4"/>
                </a:cubicBezTo>
                <a:cubicBezTo>
                  <a:pt x="203" y="15"/>
                  <a:pt x="203" y="15"/>
                  <a:pt x="203" y="15"/>
                </a:cubicBezTo>
                <a:cubicBezTo>
                  <a:pt x="196" y="11"/>
                  <a:pt x="190" y="9"/>
                  <a:pt x="182" y="9"/>
                </a:cubicBezTo>
                <a:cubicBezTo>
                  <a:pt x="172" y="9"/>
                  <a:pt x="164" y="13"/>
                  <a:pt x="158" y="19"/>
                </a:cubicBezTo>
                <a:cubicBezTo>
                  <a:pt x="151" y="26"/>
                  <a:pt x="148" y="35"/>
                  <a:pt x="148" y="46"/>
                </a:cubicBezTo>
                <a:cubicBezTo>
                  <a:pt x="148" y="57"/>
                  <a:pt x="151" y="65"/>
                  <a:pt x="157" y="72"/>
                </a:cubicBezTo>
                <a:cubicBezTo>
                  <a:pt x="163" y="78"/>
                  <a:pt x="171" y="81"/>
                  <a:pt x="180" y="81"/>
                </a:cubicBezTo>
                <a:cubicBezTo>
                  <a:pt x="189" y="81"/>
                  <a:pt x="196" y="79"/>
                  <a:pt x="203" y="75"/>
                </a:cubicBezTo>
                <a:lnTo>
                  <a:pt x="203" y="85"/>
                </a:lnTo>
                <a:close/>
                <a:moveTo>
                  <a:pt x="281" y="89"/>
                </a:moveTo>
                <a:cubicBezTo>
                  <a:pt x="267" y="89"/>
                  <a:pt x="267" y="89"/>
                  <a:pt x="267" y="89"/>
                </a:cubicBezTo>
                <a:cubicBezTo>
                  <a:pt x="233" y="49"/>
                  <a:pt x="233" y="49"/>
                  <a:pt x="233" y="49"/>
                </a:cubicBezTo>
                <a:cubicBezTo>
                  <a:pt x="232" y="47"/>
                  <a:pt x="231" y="46"/>
                  <a:pt x="231" y="46"/>
                </a:cubicBezTo>
                <a:cubicBezTo>
                  <a:pt x="231" y="46"/>
                  <a:pt x="231" y="46"/>
                  <a:pt x="231" y="46"/>
                </a:cubicBezTo>
                <a:cubicBezTo>
                  <a:pt x="231" y="89"/>
                  <a:pt x="231" y="89"/>
                  <a:pt x="231" y="89"/>
                </a:cubicBezTo>
                <a:cubicBezTo>
                  <a:pt x="220" y="89"/>
                  <a:pt x="220" y="89"/>
                  <a:pt x="220" y="89"/>
                </a:cubicBezTo>
                <a:cubicBezTo>
                  <a:pt x="220" y="2"/>
                  <a:pt x="220" y="2"/>
                  <a:pt x="220" y="2"/>
                </a:cubicBezTo>
                <a:cubicBezTo>
                  <a:pt x="231" y="2"/>
                  <a:pt x="231" y="2"/>
                  <a:pt x="231" y="2"/>
                </a:cubicBezTo>
                <a:cubicBezTo>
                  <a:pt x="231" y="43"/>
                  <a:pt x="231" y="43"/>
                  <a:pt x="231" y="43"/>
                </a:cubicBezTo>
                <a:cubicBezTo>
                  <a:pt x="231" y="43"/>
                  <a:pt x="231" y="43"/>
                  <a:pt x="231" y="43"/>
                </a:cubicBezTo>
                <a:cubicBezTo>
                  <a:pt x="231" y="42"/>
                  <a:pt x="232" y="41"/>
                  <a:pt x="233" y="40"/>
                </a:cubicBezTo>
                <a:cubicBezTo>
                  <a:pt x="266" y="2"/>
                  <a:pt x="266" y="2"/>
                  <a:pt x="266" y="2"/>
                </a:cubicBezTo>
                <a:cubicBezTo>
                  <a:pt x="278" y="2"/>
                  <a:pt x="278" y="2"/>
                  <a:pt x="278" y="2"/>
                </a:cubicBezTo>
                <a:cubicBezTo>
                  <a:pt x="241" y="43"/>
                  <a:pt x="241" y="43"/>
                  <a:pt x="241" y="43"/>
                </a:cubicBezTo>
                <a:lnTo>
                  <a:pt x="281" y="89"/>
                </a:lnTo>
                <a:close/>
              </a:path>
            </a:pathLst>
          </a:custGeom>
          <a:solidFill>
            <a:srgbClr val="0078D7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3" name="Freeform 240">
            <a:extLst>
              <a:ext uri="{FF2B5EF4-FFF2-40B4-BE49-F238E27FC236}">
                <a16:creationId xmlns:a16="http://schemas.microsoft.com/office/drawing/2014/main" id="{CD5115CE-7BE4-F02A-3BBB-E6AAF2000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879062" y="4632201"/>
            <a:ext cx="1114855" cy="464951"/>
          </a:xfrm>
          <a:custGeom>
            <a:avLst/>
            <a:gdLst>
              <a:gd name="T0" fmla="*/ 336 w 367"/>
              <a:gd name="T1" fmla="*/ 11 h 153"/>
              <a:gd name="T2" fmla="*/ 285 w 367"/>
              <a:gd name="T3" fmla="*/ 48 h 153"/>
              <a:gd name="T4" fmla="*/ 274 w 367"/>
              <a:gd name="T5" fmla="*/ 40 h 153"/>
              <a:gd name="T6" fmla="*/ 241 w 367"/>
              <a:gd name="T7" fmla="*/ 118 h 153"/>
              <a:gd name="T8" fmla="*/ 264 w 367"/>
              <a:gd name="T9" fmla="*/ 49 h 153"/>
              <a:gd name="T10" fmla="*/ 290 w 367"/>
              <a:gd name="T11" fmla="*/ 118 h 153"/>
              <a:gd name="T12" fmla="*/ 324 w 367"/>
              <a:gd name="T13" fmla="*/ 103 h 153"/>
              <a:gd name="T14" fmla="*/ 234 w 367"/>
              <a:gd name="T15" fmla="*/ 153 h 153"/>
              <a:gd name="T16" fmla="*/ 312 w 367"/>
              <a:gd name="T17" fmla="*/ 135 h 153"/>
              <a:gd name="T18" fmla="*/ 299 w 367"/>
              <a:gd name="T19" fmla="*/ 36 h 153"/>
              <a:gd name="T20" fmla="*/ 345 w 367"/>
              <a:gd name="T21" fmla="*/ 118 h 153"/>
              <a:gd name="T22" fmla="*/ 7 w 367"/>
              <a:gd name="T23" fmla="*/ 38 h 153"/>
              <a:gd name="T24" fmla="*/ 21 w 367"/>
              <a:gd name="T25" fmla="*/ 118 h 153"/>
              <a:gd name="T26" fmla="*/ 38 w 367"/>
              <a:gd name="T27" fmla="*/ 49 h 153"/>
              <a:gd name="T28" fmla="*/ 51 w 367"/>
              <a:gd name="T29" fmla="*/ 118 h 153"/>
              <a:gd name="T30" fmla="*/ 59 w 367"/>
              <a:gd name="T31" fmla="*/ 78 h 153"/>
              <a:gd name="T32" fmla="*/ 0 w 367"/>
              <a:gd name="T33" fmla="*/ 153 h 153"/>
              <a:gd name="T34" fmla="*/ 53 w 367"/>
              <a:gd name="T35" fmla="*/ 139 h 153"/>
              <a:gd name="T36" fmla="*/ 51 w 367"/>
              <a:gd name="T37" fmla="*/ 70 h 153"/>
              <a:gd name="T38" fmla="*/ 69 w 367"/>
              <a:gd name="T39" fmla="*/ 49 h 153"/>
              <a:gd name="T40" fmla="*/ 7 w 367"/>
              <a:gd name="T41" fmla="*/ 38 h 153"/>
              <a:gd name="T42" fmla="*/ 153 w 367"/>
              <a:gd name="T43" fmla="*/ 39 h 153"/>
              <a:gd name="T44" fmla="*/ 113 w 367"/>
              <a:gd name="T45" fmla="*/ 118 h 153"/>
              <a:gd name="T46" fmla="*/ 161 w 367"/>
              <a:gd name="T47" fmla="*/ 54 h 153"/>
              <a:gd name="T48" fmla="*/ 166 w 367"/>
              <a:gd name="T49" fmla="*/ 118 h 153"/>
              <a:gd name="T50" fmla="*/ 179 w 367"/>
              <a:gd name="T51" fmla="*/ 54 h 153"/>
              <a:gd name="T52" fmla="*/ 203 w 367"/>
              <a:gd name="T53" fmla="*/ 118 h 153"/>
              <a:gd name="T54" fmla="*/ 217 w 367"/>
              <a:gd name="T55" fmla="*/ 49 h 153"/>
              <a:gd name="T56" fmla="*/ 231 w 367"/>
              <a:gd name="T57" fmla="*/ 38 h 153"/>
              <a:gd name="T58" fmla="*/ 115 w 367"/>
              <a:gd name="T59" fmla="*/ 80 h 153"/>
              <a:gd name="T60" fmla="*/ 115 w 367"/>
              <a:gd name="T61" fmla="*/ 106 h 153"/>
              <a:gd name="T62" fmla="*/ 115 w 367"/>
              <a:gd name="T63" fmla="*/ 80 h 153"/>
              <a:gd name="T64" fmla="*/ 169 w 367"/>
              <a:gd name="T65" fmla="*/ 62 h 153"/>
              <a:gd name="T66" fmla="*/ 161 w 367"/>
              <a:gd name="T67" fmla="*/ 20 h 153"/>
              <a:gd name="T68" fmla="*/ 183 w 367"/>
              <a:gd name="T69" fmla="*/ 20 h 153"/>
              <a:gd name="T70" fmla="*/ 161 w 367"/>
              <a:gd name="T71" fmla="*/ 20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367" h="153">
                <a:moveTo>
                  <a:pt x="358" y="118"/>
                </a:moveTo>
                <a:cubicBezTo>
                  <a:pt x="359" y="74"/>
                  <a:pt x="367" y="24"/>
                  <a:pt x="336" y="11"/>
                </a:cubicBezTo>
                <a:cubicBezTo>
                  <a:pt x="311" y="0"/>
                  <a:pt x="270" y="17"/>
                  <a:pt x="289" y="44"/>
                </a:cubicBezTo>
                <a:cubicBezTo>
                  <a:pt x="288" y="45"/>
                  <a:pt x="287" y="47"/>
                  <a:pt x="285" y="48"/>
                </a:cubicBezTo>
                <a:cubicBezTo>
                  <a:pt x="285" y="48"/>
                  <a:pt x="285" y="49"/>
                  <a:pt x="285" y="49"/>
                </a:cubicBezTo>
                <a:cubicBezTo>
                  <a:pt x="282" y="46"/>
                  <a:pt x="279" y="42"/>
                  <a:pt x="274" y="40"/>
                </a:cubicBezTo>
                <a:cubicBezTo>
                  <a:pt x="270" y="38"/>
                  <a:pt x="262" y="38"/>
                  <a:pt x="257" y="40"/>
                </a:cubicBezTo>
                <a:cubicBezTo>
                  <a:pt x="233" y="48"/>
                  <a:pt x="240" y="87"/>
                  <a:pt x="241" y="118"/>
                </a:cubicBezTo>
                <a:cubicBezTo>
                  <a:pt x="245" y="118"/>
                  <a:pt x="250" y="118"/>
                  <a:pt x="254" y="118"/>
                </a:cubicBezTo>
                <a:cubicBezTo>
                  <a:pt x="254" y="99"/>
                  <a:pt x="249" y="52"/>
                  <a:pt x="264" y="49"/>
                </a:cubicBezTo>
                <a:cubicBezTo>
                  <a:pt x="283" y="46"/>
                  <a:pt x="277" y="99"/>
                  <a:pt x="277" y="118"/>
                </a:cubicBezTo>
                <a:cubicBezTo>
                  <a:pt x="281" y="118"/>
                  <a:pt x="286" y="118"/>
                  <a:pt x="290" y="118"/>
                </a:cubicBezTo>
                <a:cubicBezTo>
                  <a:pt x="289" y="94"/>
                  <a:pt x="284" y="55"/>
                  <a:pt x="303" y="50"/>
                </a:cubicBezTo>
                <a:cubicBezTo>
                  <a:pt x="328" y="43"/>
                  <a:pt x="329" y="83"/>
                  <a:pt x="324" y="103"/>
                </a:cubicBezTo>
                <a:cubicBezTo>
                  <a:pt x="320" y="115"/>
                  <a:pt x="314" y="125"/>
                  <a:pt x="301" y="127"/>
                </a:cubicBezTo>
                <a:cubicBezTo>
                  <a:pt x="271" y="134"/>
                  <a:pt x="234" y="116"/>
                  <a:pt x="234" y="153"/>
                </a:cubicBezTo>
                <a:cubicBezTo>
                  <a:pt x="238" y="153"/>
                  <a:pt x="243" y="153"/>
                  <a:pt x="247" y="153"/>
                </a:cubicBezTo>
                <a:cubicBezTo>
                  <a:pt x="247" y="130"/>
                  <a:pt x="294" y="143"/>
                  <a:pt x="312" y="135"/>
                </a:cubicBezTo>
                <a:cubicBezTo>
                  <a:pt x="335" y="125"/>
                  <a:pt x="350" y="74"/>
                  <a:pt x="330" y="47"/>
                </a:cubicBezTo>
                <a:cubicBezTo>
                  <a:pt x="322" y="37"/>
                  <a:pt x="309" y="42"/>
                  <a:pt x="299" y="36"/>
                </a:cubicBezTo>
                <a:cubicBezTo>
                  <a:pt x="293" y="14"/>
                  <a:pt x="330" y="15"/>
                  <a:pt x="338" y="26"/>
                </a:cubicBezTo>
                <a:cubicBezTo>
                  <a:pt x="350" y="40"/>
                  <a:pt x="346" y="92"/>
                  <a:pt x="345" y="118"/>
                </a:cubicBezTo>
                <a:cubicBezTo>
                  <a:pt x="350" y="118"/>
                  <a:pt x="354" y="118"/>
                  <a:pt x="358" y="118"/>
                </a:cubicBezTo>
                <a:close/>
                <a:moveTo>
                  <a:pt x="7" y="38"/>
                </a:moveTo>
                <a:cubicBezTo>
                  <a:pt x="7" y="65"/>
                  <a:pt x="7" y="91"/>
                  <a:pt x="7" y="118"/>
                </a:cubicBezTo>
                <a:cubicBezTo>
                  <a:pt x="12" y="118"/>
                  <a:pt x="16" y="118"/>
                  <a:pt x="21" y="118"/>
                </a:cubicBezTo>
                <a:cubicBezTo>
                  <a:pt x="21" y="95"/>
                  <a:pt x="21" y="72"/>
                  <a:pt x="21" y="49"/>
                </a:cubicBezTo>
                <a:cubicBezTo>
                  <a:pt x="27" y="49"/>
                  <a:pt x="32" y="49"/>
                  <a:pt x="38" y="49"/>
                </a:cubicBezTo>
                <a:cubicBezTo>
                  <a:pt x="38" y="72"/>
                  <a:pt x="38" y="95"/>
                  <a:pt x="38" y="118"/>
                </a:cubicBezTo>
                <a:cubicBezTo>
                  <a:pt x="43" y="118"/>
                  <a:pt x="47" y="118"/>
                  <a:pt x="51" y="118"/>
                </a:cubicBezTo>
                <a:cubicBezTo>
                  <a:pt x="51" y="103"/>
                  <a:pt x="49" y="84"/>
                  <a:pt x="57" y="78"/>
                </a:cubicBezTo>
                <a:cubicBezTo>
                  <a:pt x="58" y="78"/>
                  <a:pt x="59" y="78"/>
                  <a:pt x="59" y="78"/>
                </a:cubicBezTo>
                <a:cubicBezTo>
                  <a:pt x="75" y="79"/>
                  <a:pt x="72" y="109"/>
                  <a:pt x="66" y="119"/>
                </a:cubicBezTo>
                <a:cubicBezTo>
                  <a:pt x="51" y="142"/>
                  <a:pt x="1" y="110"/>
                  <a:pt x="0" y="153"/>
                </a:cubicBezTo>
                <a:cubicBezTo>
                  <a:pt x="5" y="153"/>
                  <a:pt x="9" y="153"/>
                  <a:pt x="14" y="153"/>
                </a:cubicBezTo>
                <a:cubicBezTo>
                  <a:pt x="14" y="132"/>
                  <a:pt x="36" y="142"/>
                  <a:pt x="53" y="139"/>
                </a:cubicBezTo>
                <a:cubicBezTo>
                  <a:pt x="67" y="136"/>
                  <a:pt x="76" y="126"/>
                  <a:pt x="81" y="115"/>
                </a:cubicBezTo>
                <a:cubicBezTo>
                  <a:pt x="90" y="92"/>
                  <a:pt x="78" y="54"/>
                  <a:pt x="51" y="70"/>
                </a:cubicBezTo>
                <a:cubicBezTo>
                  <a:pt x="51" y="63"/>
                  <a:pt x="51" y="56"/>
                  <a:pt x="51" y="49"/>
                </a:cubicBezTo>
                <a:cubicBezTo>
                  <a:pt x="57" y="49"/>
                  <a:pt x="63" y="49"/>
                  <a:pt x="69" y="49"/>
                </a:cubicBezTo>
                <a:cubicBezTo>
                  <a:pt x="69" y="45"/>
                  <a:pt x="69" y="42"/>
                  <a:pt x="69" y="38"/>
                </a:cubicBezTo>
                <a:cubicBezTo>
                  <a:pt x="48" y="38"/>
                  <a:pt x="28" y="38"/>
                  <a:pt x="7" y="38"/>
                </a:cubicBezTo>
                <a:close/>
                <a:moveTo>
                  <a:pt x="171" y="46"/>
                </a:moveTo>
                <a:cubicBezTo>
                  <a:pt x="165" y="44"/>
                  <a:pt x="159" y="41"/>
                  <a:pt x="153" y="39"/>
                </a:cubicBezTo>
                <a:cubicBezTo>
                  <a:pt x="131" y="33"/>
                  <a:pt x="111" y="45"/>
                  <a:pt x="103" y="58"/>
                </a:cubicBezTo>
                <a:cubicBezTo>
                  <a:pt x="92" y="75"/>
                  <a:pt x="90" y="113"/>
                  <a:pt x="113" y="118"/>
                </a:cubicBezTo>
                <a:cubicBezTo>
                  <a:pt x="147" y="125"/>
                  <a:pt x="144" y="59"/>
                  <a:pt x="111" y="71"/>
                </a:cubicBezTo>
                <a:cubicBezTo>
                  <a:pt x="116" y="49"/>
                  <a:pt x="140" y="47"/>
                  <a:pt x="161" y="54"/>
                </a:cubicBezTo>
                <a:cubicBezTo>
                  <a:pt x="158" y="58"/>
                  <a:pt x="155" y="63"/>
                  <a:pt x="152" y="67"/>
                </a:cubicBezTo>
                <a:cubicBezTo>
                  <a:pt x="145" y="86"/>
                  <a:pt x="148" y="113"/>
                  <a:pt x="166" y="118"/>
                </a:cubicBezTo>
                <a:cubicBezTo>
                  <a:pt x="186" y="123"/>
                  <a:pt x="194" y="95"/>
                  <a:pt x="191" y="78"/>
                </a:cubicBezTo>
                <a:cubicBezTo>
                  <a:pt x="189" y="68"/>
                  <a:pt x="185" y="61"/>
                  <a:pt x="179" y="54"/>
                </a:cubicBezTo>
                <a:cubicBezTo>
                  <a:pt x="185" y="50"/>
                  <a:pt x="195" y="49"/>
                  <a:pt x="203" y="49"/>
                </a:cubicBezTo>
                <a:cubicBezTo>
                  <a:pt x="203" y="118"/>
                  <a:pt x="203" y="118"/>
                  <a:pt x="203" y="118"/>
                </a:cubicBezTo>
                <a:cubicBezTo>
                  <a:pt x="217" y="118"/>
                  <a:pt x="217" y="118"/>
                  <a:pt x="217" y="118"/>
                </a:cubicBezTo>
                <a:cubicBezTo>
                  <a:pt x="217" y="49"/>
                  <a:pt x="217" y="49"/>
                  <a:pt x="217" y="49"/>
                </a:cubicBezTo>
                <a:cubicBezTo>
                  <a:pt x="231" y="49"/>
                  <a:pt x="231" y="49"/>
                  <a:pt x="231" y="49"/>
                </a:cubicBezTo>
                <a:cubicBezTo>
                  <a:pt x="231" y="38"/>
                  <a:pt x="231" y="38"/>
                  <a:pt x="231" y="38"/>
                </a:cubicBezTo>
                <a:cubicBezTo>
                  <a:pt x="209" y="38"/>
                  <a:pt x="183" y="36"/>
                  <a:pt x="171" y="46"/>
                </a:cubicBezTo>
                <a:close/>
                <a:moveTo>
                  <a:pt x="115" y="80"/>
                </a:moveTo>
                <a:cubicBezTo>
                  <a:pt x="118" y="80"/>
                  <a:pt x="118" y="81"/>
                  <a:pt x="120" y="82"/>
                </a:cubicBezTo>
                <a:cubicBezTo>
                  <a:pt x="127" y="86"/>
                  <a:pt x="126" y="109"/>
                  <a:pt x="115" y="106"/>
                </a:cubicBezTo>
                <a:cubicBezTo>
                  <a:pt x="110" y="104"/>
                  <a:pt x="105" y="89"/>
                  <a:pt x="111" y="83"/>
                </a:cubicBezTo>
                <a:cubicBezTo>
                  <a:pt x="112" y="82"/>
                  <a:pt x="113" y="81"/>
                  <a:pt x="115" y="80"/>
                </a:cubicBezTo>
                <a:close/>
                <a:moveTo>
                  <a:pt x="169" y="107"/>
                </a:moveTo>
                <a:cubicBezTo>
                  <a:pt x="156" y="100"/>
                  <a:pt x="163" y="71"/>
                  <a:pt x="169" y="62"/>
                </a:cubicBezTo>
                <a:cubicBezTo>
                  <a:pt x="179" y="67"/>
                  <a:pt x="183" y="104"/>
                  <a:pt x="169" y="107"/>
                </a:cubicBezTo>
                <a:close/>
                <a:moveTo>
                  <a:pt x="161" y="20"/>
                </a:moveTo>
                <a:cubicBezTo>
                  <a:pt x="161" y="26"/>
                  <a:pt x="166" y="31"/>
                  <a:pt x="172" y="31"/>
                </a:cubicBezTo>
                <a:cubicBezTo>
                  <a:pt x="178" y="31"/>
                  <a:pt x="183" y="26"/>
                  <a:pt x="183" y="20"/>
                </a:cubicBezTo>
                <a:cubicBezTo>
                  <a:pt x="183" y="14"/>
                  <a:pt x="178" y="9"/>
                  <a:pt x="172" y="9"/>
                </a:cubicBezTo>
                <a:cubicBezTo>
                  <a:pt x="166" y="9"/>
                  <a:pt x="161" y="14"/>
                  <a:pt x="161" y="20"/>
                </a:cubicBezTo>
                <a:close/>
              </a:path>
            </a:pathLst>
          </a:custGeom>
          <a:solidFill>
            <a:srgbClr val="FF5C39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4" name="Freeform 241">
            <a:extLst>
              <a:ext uri="{FF2B5EF4-FFF2-40B4-BE49-F238E27FC236}">
                <a16:creationId xmlns:a16="http://schemas.microsoft.com/office/drawing/2014/main" id="{E67DAD82-245B-4C0E-297A-E085A4571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614390" y="3149662"/>
            <a:ext cx="1548982" cy="236329"/>
          </a:xfrm>
          <a:custGeom>
            <a:avLst/>
            <a:gdLst>
              <a:gd name="T0" fmla="*/ 13 w 510"/>
              <a:gd name="T1" fmla="*/ 25 h 78"/>
              <a:gd name="T2" fmla="*/ 39 w 510"/>
              <a:gd name="T3" fmla="*/ 1 h 78"/>
              <a:gd name="T4" fmla="*/ 24 w 510"/>
              <a:gd name="T5" fmla="*/ 61 h 78"/>
              <a:gd name="T6" fmla="*/ 40 w 510"/>
              <a:gd name="T7" fmla="*/ 29 h 78"/>
              <a:gd name="T8" fmla="*/ 13 w 510"/>
              <a:gd name="T9" fmla="*/ 35 h 78"/>
              <a:gd name="T10" fmla="*/ 21 w 510"/>
              <a:gd name="T11" fmla="*/ 51 h 78"/>
              <a:gd name="T12" fmla="*/ 91 w 510"/>
              <a:gd name="T13" fmla="*/ 12 h 78"/>
              <a:gd name="T14" fmla="*/ 57 w 510"/>
              <a:gd name="T15" fmla="*/ 62 h 78"/>
              <a:gd name="T16" fmla="*/ 53 w 510"/>
              <a:gd name="T17" fmla="*/ 51 h 78"/>
              <a:gd name="T18" fmla="*/ 63 w 510"/>
              <a:gd name="T19" fmla="*/ 28 h 78"/>
              <a:gd name="T20" fmla="*/ 104 w 510"/>
              <a:gd name="T21" fmla="*/ 61 h 78"/>
              <a:gd name="T22" fmla="*/ 112 w 510"/>
              <a:gd name="T23" fmla="*/ 61 h 78"/>
              <a:gd name="T24" fmla="*/ 152 w 510"/>
              <a:gd name="T25" fmla="*/ 48 h 78"/>
              <a:gd name="T26" fmla="*/ 150 w 510"/>
              <a:gd name="T27" fmla="*/ 1 h 78"/>
              <a:gd name="T28" fmla="*/ 141 w 510"/>
              <a:gd name="T29" fmla="*/ 11 h 78"/>
              <a:gd name="T30" fmla="*/ 149 w 510"/>
              <a:gd name="T31" fmla="*/ 37 h 78"/>
              <a:gd name="T32" fmla="*/ 193 w 510"/>
              <a:gd name="T33" fmla="*/ 12 h 78"/>
              <a:gd name="T34" fmla="*/ 179 w 510"/>
              <a:gd name="T35" fmla="*/ 1 h 78"/>
              <a:gd name="T36" fmla="*/ 269 w 510"/>
              <a:gd name="T37" fmla="*/ 8 h 78"/>
              <a:gd name="T38" fmla="*/ 218 w 510"/>
              <a:gd name="T39" fmla="*/ 32 h 78"/>
              <a:gd name="T40" fmla="*/ 269 w 510"/>
              <a:gd name="T41" fmla="*/ 53 h 78"/>
              <a:gd name="T42" fmla="*/ 259 w 510"/>
              <a:gd name="T43" fmla="*/ 45 h 78"/>
              <a:gd name="T44" fmla="*/ 232 w 510"/>
              <a:gd name="T45" fmla="*/ 31 h 78"/>
              <a:gd name="T46" fmla="*/ 259 w 510"/>
              <a:gd name="T47" fmla="*/ 17 h 78"/>
              <a:gd name="T48" fmla="*/ 335 w 510"/>
              <a:gd name="T49" fmla="*/ 50 h 78"/>
              <a:gd name="T50" fmla="*/ 287 w 510"/>
              <a:gd name="T51" fmla="*/ 50 h 78"/>
              <a:gd name="T52" fmla="*/ 294 w 510"/>
              <a:gd name="T53" fmla="*/ 78 h 78"/>
              <a:gd name="T54" fmla="*/ 332 w 510"/>
              <a:gd name="T55" fmla="*/ 78 h 78"/>
              <a:gd name="T56" fmla="*/ 335 w 510"/>
              <a:gd name="T57" fmla="*/ 50 h 78"/>
              <a:gd name="T58" fmla="*/ 308 w 510"/>
              <a:gd name="T59" fmla="*/ 31 h 78"/>
              <a:gd name="T60" fmla="*/ 322 w 510"/>
              <a:gd name="T61" fmla="*/ 50 h 78"/>
              <a:gd name="T62" fmla="*/ 348 w 510"/>
              <a:gd name="T63" fmla="*/ 61 h 78"/>
              <a:gd name="T64" fmla="*/ 388 w 510"/>
              <a:gd name="T65" fmla="*/ 48 h 78"/>
              <a:gd name="T66" fmla="*/ 386 w 510"/>
              <a:gd name="T67" fmla="*/ 1 h 78"/>
              <a:gd name="T68" fmla="*/ 377 w 510"/>
              <a:gd name="T69" fmla="*/ 11 h 78"/>
              <a:gd name="T70" fmla="*/ 385 w 510"/>
              <a:gd name="T71" fmla="*/ 37 h 78"/>
              <a:gd name="T72" fmla="*/ 415 w 510"/>
              <a:gd name="T73" fmla="*/ 1 h 78"/>
              <a:gd name="T74" fmla="*/ 429 w 510"/>
              <a:gd name="T75" fmla="*/ 40 h 78"/>
              <a:gd name="T76" fmla="*/ 459 w 510"/>
              <a:gd name="T77" fmla="*/ 20 h 78"/>
              <a:gd name="T78" fmla="*/ 429 w 510"/>
              <a:gd name="T79" fmla="*/ 30 h 78"/>
              <a:gd name="T80" fmla="*/ 445 w 510"/>
              <a:gd name="T81" fmla="*/ 20 h 78"/>
              <a:gd name="T82" fmla="*/ 472 w 510"/>
              <a:gd name="T83" fmla="*/ 5 h 78"/>
              <a:gd name="T84" fmla="*/ 480 w 510"/>
              <a:gd name="T85" fmla="*/ 34 h 78"/>
              <a:gd name="T86" fmla="*/ 477 w 510"/>
              <a:gd name="T87" fmla="*/ 61 h 78"/>
              <a:gd name="T88" fmla="*/ 496 w 510"/>
              <a:gd name="T89" fmla="*/ 38 h 78"/>
              <a:gd name="T90" fmla="*/ 510 w 510"/>
              <a:gd name="T91" fmla="*/ 1 h 78"/>
              <a:gd name="T92" fmla="*/ 490 w 510"/>
              <a:gd name="T93" fmla="*/ 27 h 78"/>
              <a:gd name="T94" fmla="*/ 490 w 510"/>
              <a:gd name="T95" fmla="*/ 11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510" h="78">
                <a:moveTo>
                  <a:pt x="40" y="29"/>
                </a:moveTo>
                <a:cubicBezTo>
                  <a:pt x="36" y="26"/>
                  <a:pt x="31" y="25"/>
                  <a:pt x="25" y="25"/>
                </a:cubicBezTo>
                <a:cubicBezTo>
                  <a:pt x="13" y="25"/>
                  <a:pt x="13" y="25"/>
                  <a:pt x="13" y="25"/>
                </a:cubicBezTo>
                <a:cubicBezTo>
                  <a:pt x="13" y="12"/>
                  <a:pt x="13" y="12"/>
                  <a:pt x="13" y="12"/>
                </a:cubicBezTo>
                <a:cubicBezTo>
                  <a:pt x="39" y="12"/>
                  <a:pt x="39" y="12"/>
                  <a:pt x="39" y="12"/>
                </a:cubicBezTo>
                <a:cubicBezTo>
                  <a:pt x="39" y="1"/>
                  <a:pt x="39" y="1"/>
                  <a:pt x="39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61"/>
                  <a:pt x="0" y="61"/>
                  <a:pt x="0" y="61"/>
                </a:cubicBezTo>
                <a:cubicBezTo>
                  <a:pt x="24" y="61"/>
                  <a:pt x="24" y="61"/>
                  <a:pt x="24" y="61"/>
                </a:cubicBezTo>
                <a:cubicBezTo>
                  <a:pt x="31" y="61"/>
                  <a:pt x="36" y="59"/>
                  <a:pt x="40" y="56"/>
                </a:cubicBezTo>
                <a:cubicBezTo>
                  <a:pt x="43" y="53"/>
                  <a:pt x="45" y="48"/>
                  <a:pt x="45" y="42"/>
                </a:cubicBezTo>
                <a:cubicBezTo>
                  <a:pt x="45" y="37"/>
                  <a:pt x="43" y="32"/>
                  <a:pt x="40" y="29"/>
                </a:cubicBezTo>
                <a:close/>
                <a:moveTo>
                  <a:pt x="21" y="51"/>
                </a:moveTo>
                <a:cubicBezTo>
                  <a:pt x="13" y="51"/>
                  <a:pt x="13" y="51"/>
                  <a:pt x="13" y="51"/>
                </a:cubicBezTo>
                <a:cubicBezTo>
                  <a:pt x="13" y="35"/>
                  <a:pt x="13" y="35"/>
                  <a:pt x="13" y="35"/>
                </a:cubicBezTo>
                <a:cubicBezTo>
                  <a:pt x="22" y="35"/>
                  <a:pt x="22" y="35"/>
                  <a:pt x="22" y="35"/>
                </a:cubicBezTo>
                <a:cubicBezTo>
                  <a:pt x="28" y="35"/>
                  <a:pt x="31" y="38"/>
                  <a:pt x="31" y="43"/>
                </a:cubicBezTo>
                <a:cubicBezTo>
                  <a:pt x="31" y="48"/>
                  <a:pt x="28" y="51"/>
                  <a:pt x="21" y="51"/>
                </a:cubicBezTo>
                <a:close/>
                <a:moveTo>
                  <a:pt x="104" y="61"/>
                </a:moveTo>
                <a:cubicBezTo>
                  <a:pt x="91" y="61"/>
                  <a:pt x="91" y="61"/>
                  <a:pt x="91" y="61"/>
                </a:cubicBezTo>
                <a:cubicBezTo>
                  <a:pt x="91" y="12"/>
                  <a:pt x="91" y="12"/>
                  <a:pt x="91" y="12"/>
                </a:cubicBezTo>
                <a:cubicBezTo>
                  <a:pt x="79" y="12"/>
                  <a:pt x="79" y="12"/>
                  <a:pt x="79" y="12"/>
                </a:cubicBezTo>
                <a:cubicBezTo>
                  <a:pt x="75" y="35"/>
                  <a:pt x="72" y="49"/>
                  <a:pt x="70" y="54"/>
                </a:cubicBezTo>
                <a:cubicBezTo>
                  <a:pt x="67" y="59"/>
                  <a:pt x="62" y="62"/>
                  <a:pt x="57" y="62"/>
                </a:cubicBezTo>
                <a:cubicBezTo>
                  <a:pt x="54" y="62"/>
                  <a:pt x="52" y="62"/>
                  <a:pt x="49" y="61"/>
                </a:cubicBezTo>
                <a:cubicBezTo>
                  <a:pt x="49" y="50"/>
                  <a:pt x="49" y="50"/>
                  <a:pt x="49" y="50"/>
                </a:cubicBezTo>
                <a:cubicBezTo>
                  <a:pt x="51" y="50"/>
                  <a:pt x="52" y="51"/>
                  <a:pt x="53" y="51"/>
                </a:cubicBezTo>
                <a:cubicBezTo>
                  <a:pt x="55" y="51"/>
                  <a:pt x="56" y="50"/>
                  <a:pt x="56" y="50"/>
                </a:cubicBezTo>
                <a:cubicBezTo>
                  <a:pt x="57" y="49"/>
                  <a:pt x="58" y="47"/>
                  <a:pt x="59" y="44"/>
                </a:cubicBezTo>
                <a:cubicBezTo>
                  <a:pt x="60" y="41"/>
                  <a:pt x="62" y="35"/>
                  <a:pt x="63" y="28"/>
                </a:cubicBezTo>
                <a:cubicBezTo>
                  <a:pt x="65" y="20"/>
                  <a:pt x="66" y="11"/>
                  <a:pt x="68" y="1"/>
                </a:cubicBezTo>
                <a:cubicBezTo>
                  <a:pt x="104" y="1"/>
                  <a:pt x="104" y="1"/>
                  <a:pt x="104" y="1"/>
                </a:cubicBezTo>
                <a:lnTo>
                  <a:pt x="104" y="61"/>
                </a:lnTo>
                <a:close/>
                <a:moveTo>
                  <a:pt x="150" y="1"/>
                </a:moveTo>
                <a:cubicBezTo>
                  <a:pt x="134" y="1"/>
                  <a:pt x="134" y="1"/>
                  <a:pt x="134" y="1"/>
                </a:cubicBezTo>
                <a:cubicBezTo>
                  <a:pt x="112" y="61"/>
                  <a:pt x="112" y="61"/>
                  <a:pt x="112" y="61"/>
                </a:cubicBezTo>
                <a:cubicBezTo>
                  <a:pt x="127" y="61"/>
                  <a:pt x="127" y="61"/>
                  <a:pt x="127" y="61"/>
                </a:cubicBezTo>
                <a:cubicBezTo>
                  <a:pt x="131" y="48"/>
                  <a:pt x="131" y="48"/>
                  <a:pt x="131" y="48"/>
                </a:cubicBezTo>
                <a:cubicBezTo>
                  <a:pt x="152" y="48"/>
                  <a:pt x="152" y="48"/>
                  <a:pt x="152" y="48"/>
                </a:cubicBezTo>
                <a:cubicBezTo>
                  <a:pt x="157" y="61"/>
                  <a:pt x="157" y="61"/>
                  <a:pt x="157" y="61"/>
                </a:cubicBezTo>
                <a:cubicBezTo>
                  <a:pt x="172" y="61"/>
                  <a:pt x="172" y="61"/>
                  <a:pt x="172" y="61"/>
                </a:cubicBezTo>
                <a:lnTo>
                  <a:pt x="150" y="1"/>
                </a:lnTo>
                <a:close/>
                <a:moveTo>
                  <a:pt x="134" y="37"/>
                </a:moveTo>
                <a:cubicBezTo>
                  <a:pt x="140" y="17"/>
                  <a:pt x="140" y="17"/>
                  <a:pt x="140" y="17"/>
                </a:cubicBezTo>
                <a:cubicBezTo>
                  <a:pt x="141" y="15"/>
                  <a:pt x="141" y="13"/>
                  <a:pt x="141" y="11"/>
                </a:cubicBezTo>
                <a:cubicBezTo>
                  <a:pt x="142" y="11"/>
                  <a:pt x="142" y="11"/>
                  <a:pt x="142" y="11"/>
                </a:cubicBezTo>
                <a:cubicBezTo>
                  <a:pt x="142" y="13"/>
                  <a:pt x="142" y="15"/>
                  <a:pt x="143" y="17"/>
                </a:cubicBezTo>
                <a:cubicBezTo>
                  <a:pt x="149" y="37"/>
                  <a:pt x="149" y="37"/>
                  <a:pt x="149" y="37"/>
                </a:cubicBezTo>
                <a:lnTo>
                  <a:pt x="134" y="37"/>
                </a:lnTo>
                <a:close/>
                <a:moveTo>
                  <a:pt x="215" y="12"/>
                </a:moveTo>
                <a:cubicBezTo>
                  <a:pt x="193" y="12"/>
                  <a:pt x="193" y="12"/>
                  <a:pt x="193" y="12"/>
                </a:cubicBezTo>
                <a:cubicBezTo>
                  <a:pt x="193" y="61"/>
                  <a:pt x="193" y="61"/>
                  <a:pt x="193" y="61"/>
                </a:cubicBezTo>
                <a:cubicBezTo>
                  <a:pt x="179" y="61"/>
                  <a:pt x="179" y="61"/>
                  <a:pt x="179" y="61"/>
                </a:cubicBezTo>
                <a:cubicBezTo>
                  <a:pt x="179" y="1"/>
                  <a:pt x="179" y="1"/>
                  <a:pt x="179" y="1"/>
                </a:cubicBezTo>
                <a:cubicBezTo>
                  <a:pt x="215" y="1"/>
                  <a:pt x="215" y="1"/>
                  <a:pt x="215" y="1"/>
                </a:cubicBezTo>
                <a:lnTo>
                  <a:pt x="215" y="12"/>
                </a:lnTo>
                <a:close/>
                <a:moveTo>
                  <a:pt x="269" y="8"/>
                </a:moveTo>
                <a:cubicBezTo>
                  <a:pt x="264" y="2"/>
                  <a:pt x="257" y="0"/>
                  <a:pt x="248" y="0"/>
                </a:cubicBezTo>
                <a:cubicBezTo>
                  <a:pt x="239" y="0"/>
                  <a:pt x="232" y="3"/>
                  <a:pt x="226" y="8"/>
                </a:cubicBezTo>
                <a:cubicBezTo>
                  <a:pt x="221" y="14"/>
                  <a:pt x="218" y="22"/>
                  <a:pt x="218" y="32"/>
                </a:cubicBezTo>
                <a:cubicBezTo>
                  <a:pt x="218" y="41"/>
                  <a:pt x="221" y="48"/>
                  <a:pt x="226" y="54"/>
                </a:cubicBezTo>
                <a:cubicBezTo>
                  <a:pt x="232" y="59"/>
                  <a:pt x="239" y="62"/>
                  <a:pt x="247" y="62"/>
                </a:cubicBezTo>
                <a:cubicBezTo>
                  <a:pt x="256" y="62"/>
                  <a:pt x="264" y="59"/>
                  <a:pt x="269" y="53"/>
                </a:cubicBezTo>
                <a:cubicBezTo>
                  <a:pt x="275" y="48"/>
                  <a:pt x="277" y="40"/>
                  <a:pt x="277" y="30"/>
                </a:cubicBezTo>
                <a:cubicBezTo>
                  <a:pt x="277" y="21"/>
                  <a:pt x="275" y="14"/>
                  <a:pt x="269" y="8"/>
                </a:cubicBezTo>
                <a:close/>
                <a:moveTo>
                  <a:pt x="259" y="45"/>
                </a:moveTo>
                <a:cubicBezTo>
                  <a:pt x="256" y="49"/>
                  <a:pt x="252" y="50"/>
                  <a:pt x="248" y="50"/>
                </a:cubicBezTo>
                <a:cubicBezTo>
                  <a:pt x="243" y="50"/>
                  <a:pt x="239" y="49"/>
                  <a:pt x="237" y="45"/>
                </a:cubicBezTo>
                <a:cubicBezTo>
                  <a:pt x="234" y="42"/>
                  <a:pt x="232" y="37"/>
                  <a:pt x="232" y="31"/>
                </a:cubicBezTo>
                <a:cubicBezTo>
                  <a:pt x="232" y="25"/>
                  <a:pt x="234" y="20"/>
                  <a:pt x="237" y="17"/>
                </a:cubicBezTo>
                <a:cubicBezTo>
                  <a:pt x="239" y="13"/>
                  <a:pt x="243" y="11"/>
                  <a:pt x="248" y="11"/>
                </a:cubicBezTo>
                <a:cubicBezTo>
                  <a:pt x="253" y="11"/>
                  <a:pt x="256" y="13"/>
                  <a:pt x="259" y="17"/>
                </a:cubicBezTo>
                <a:cubicBezTo>
                  <a:pt x="262" y="20"/>
                  <a:pt x="263" y="25"/>
                  <a:pt x="263" y="31"/>
                </a:cubicBezTo>
                <a:cubicBezTo>
                  <a:pt x="263" y="37"/>
                  <a:pt x="262" y="42"/>
                  <a:pt x="259" y="45"/>
                </a:cubicBezTo>
                <a:close/>
                <a:moveTo>
                  <a:pt x="335" y="50"/>
                </a:moveTo>
                <a:cubicBezTo>
                  <a:pt x="335" y="1"/>
                  <a:pt x="335" y="1"/>
                  <a:pt x="335" y="1"/>
                </a:cubicBezTo>
                <a:cubicBezTo>
                  <a:pt x="300" y="1"/>
                  <a:pt x="300" y="1"/>
                  <a:pt x="300" y="1"/>
                </a:cubicBezTo>
                <a:cubicBezTo>
                  <a:pt x="300" y="19"/>
                  <a:pt x="295" y="36"/>
                  <a:pt x="287" y="50"/>
                </a:cubicBezTo>
                <a:cubicBezTo>
                  <a:pt x="282" y="50"/>
                  <a:pt x="282" y="50"/>
                  <a:pt x="282" y="50"/>
                </a:cubicBezTo>
                <a:cubicBezTo>
                  <a:pt x="282" y="78"/>
                  <a:pt x="282" y="78"/>
                  <a:pt x="282" y="78"/>
                </a:cubicBezTo>
                <a:cubicBezTo>
                  <a:pt x="294" y="78"/>
                  <a:pt x="294" y="78"/>
                  <a:pt x="294" y="78"/>
                </a:cubicBezTo>
                <a:cubicBezTo>
                  <a:pt x="294" y="61"/>
                  <a:pt x="294" y="61"/>
                  <a:pt x="294" y="61"/>
                </a:cubicBezTo>
                <a:cubicBezTo>
                  <a:pt x="332" y="61"/>
                  <a:pt x="332" y="61"/>
                  <a:pt x="332" y="61"/>
                </a:cubicBezTo>
                <a:cubicBezTo>
                  <a:pt x="332" y="78"/>
                  <a:pt x="332" y="78"/>
                  <a:pt x="332" y="78"/>
                </a:cubicBezTo>
                <a:cubicBezTo>
                  <a:pt x="344" y="78"/>
                  <a:pt x="344" y="78"/>
                  <a:pt x="344" y="78"/>
                </a:cubicBezTo>
                <a:cubicBezTo>
                  <a:pt x="344" y="50"/>
                  <a:pt x="344" y="50"/>
                  <a:pt x="344" y="50"/>
                </a:cubicBezTo>
                <a:lnTo>
                  <a:pt x="335" y="50"/>
                </a:lnTo>
                <a:close/>
                <a:moveTo>
                  <a:pt x="322" y="50"/>
                </a:moveTo>
                <a:cubicBezTo>
                  <a:pt x="301" y="50"/>
                  <a:pt x="301" y="50"/>
                  <a:pt x="301" y="50"/>
                </a:cubicBezTo>
                <a:cubicBezTo>
                  <a:pt x="304" y="44"/>
                  <a:pt x="306" y="38"/>
                  <a:pt x="308" y="31"/>
                </a:cubicBezTo>
                <a:cubicBezTo>
                  <a:pt x="310" y="24"/>
                  <a:pt x="311" y="18"/>
                  <a:pt x="311" y="12"/>
                </a:cubicBezTo>
                <a:cubicBezTo>
                  <a:pt x="322" y="12"/>
                  <a:pt x="322" y="12"/>
                  <a:pt x="322" y="12"/>
                </a:cubicBezTo>
                <a:lnTo>
                  <a:pt x="322" y="50"/>
                </a:lnTo>
                <a:close/>
                <a:moveTo>
                  <a:pt x="386" y="1"/>
                </a:moveTo>
                <a:cubicBezTo>
                  <a:pt x="370" y="1"/>
                  <a:pt x="370" y="1"/>
                  <a:pt x="370" y="1"/>
                </a:cubicBezTo>
                <a:cubicBezTo>
                  <a:pt x="348" y="61"/>
                  <a:pt x="348" y="61"/>
                  <a:pt x="348" y="61"/>
                </a:cubicBezTo>
                <a:cubicBezTo>
                  <a:pt x="362" y="61"/>
                  <a:pt x="362" y="61"/>
                  <a:pt x="362" y="61"/>
                </a:cubicBezTo>
                <a:cubicBezTo>
                  <a:pt x="367" y="48"/>
                  <a:pt x="367" y="48"/>
                  <a:pt x="367" y="48"/>
                </a:cubicBezTo>
                <a:cubicBezTo>
                  <a:pt x="388" y="48"/>
                  <a:pt x="388" y="48"/>
                  <a:pt x="388" y="48"/>
                </a:cubicBezTo>
                <a:cubicBezTo>
                  <a:pt x="393" y="61"/>
                  <a:pt x="393" y="61"/>
                  <a:pt x="393" y="61"/>
                </a:cubicBezTo>
                <a:cubicBezTo>
                  <a:pt x="407" y="61"/>
                  <a:pt x="407" y="61"/>
                  <a:pt x="407" y="61"/>
                </a:cubicBezTo>
                <a:lnTo>
                  <a:pt x="386" y="1"/>
                </a:lnTo>
                <a:close/>
                <a:moveTo>
                  <a:pt x="370" y="37"/>
                </a:moveTo>
                <a:cubicBezTo>
                  <a:pt x="376" y="17"/>
                  <a:pt x="376" y="17"/>
                  <a:pt x="376" y="17"/>
                </a:cubicBezTo>
                <a:cubicBezTo>
                  <a:pt x="377" y="15"/>
                  <a:pt x="377" y="13"/>
                  <a:pt x="377" y="11"/>
                </a:cubicBezTo>
                <a:cubicBezTo>
                  <a:pt x="378" y="11"/>
                  <a:pt x="378" y="11"/>
                  <a:pt x="378" y="11"/>
                </a:cubicBezTo>
                <a:cubicBezTo>
                  <a:pt x="378" y="13"/>
                  <a:pt x="378" y="15"/>
                  <a:pt x="379" y="17"/>
                </a:cubicBezTo>
                <a:cubicBezTo>
                  <a:pt x="385" y="37"/>
                  <a:pt x="385" y="37"/>
                  <a:pt x="385" y="37"/>
                </a:cubicBezTo>
                <a:lnTo>
                  <a:pt x="370" y="37"/>
                </a:lnTo>
                <a:close/>
                <a:moveTo>
                  <a:pt x="436" y="1"/>
                </a:moveTo>
                <a:cubicBezTo>
                  <a:pt x="415" y="1"/>
                  <a:pt x="415" y="1"/>
                  <a:pt x="415" y="1"/>
                </a:cubicBezTo>
                <a:cubicBezTo>
                  <a:pt x="415" y="61"/>
                  <a:pt x="415" y="61"/>
                  <a:pt x="415" y="61"/>
                </a:cubicBezTo>
                <a:cubicBezTo>
                  <a:pt x="429" y="61"/>
                  <a:pt x="429" y="61"/>
                  <a:pt x="429" y="61"/>
                </a:cubicBezTo>
                <a:cubicBezTo>
                  <a:pt x="429" y="40"/>
                  <a:pt x="429" y="40"/>
                  <a:pt x="429" y="40"/>
                </a:cubicBezTo>
                <a:cubicBezTo>
                  <a:pt x="435" y="40"/>
                  <a:pt x="435" y="40"/>
                  <a:pt x="435" y="40"/>
                </a:cubicBezTo>
                <a:cubicBezTo>
                  <a:pt x="442" y="40"/>
                  <a:pt x="448" y="38"/>
                  <a:pt x="453" y="35"/>
                </a:cubicBezTo>
                <a:cubicBezTo>
                  <a:pt x="457" y="31"/>
                  <a:pt x="459" y="26"/>
                  <a:pt x="459" y="20"/>
                </a:cubicBezTo>
                <a:cubicBezTo>
                  <a:pt x="459" y="7"/>
                  <a:pt x="452" y="1"/>
                  <a:pt x="436" y="1"/>
                </a:cubicBezTo>
                <a:close/>
                <a:moveTo>
                  <a:pt x="434" y="30"/>
                </a:moveTo>
                <a:cubicBezTo>
                  <a:pt x="429" y="30"/>
                  <a:pt x="429" y="30"/>
                  <a:pt x="429" y="30"/>
                </a:cubicBezTo>
                <a:cubicBezTo>
                  <a:pt x="429" y="11"/>
                  <a:pt x="429" y="11"/>
                  <a:pt x="429" y="11"/>
                </a:cubicBezTo>
                <a:cubicBezTo>
                  <a:pt x="434" y="11"/>
                  <a:pt x="434" y="11"/>
                  <a:pt x="434" y="11"/>
                </a:cubicBezTo>
                <a:cubicBezTo>
                  <a:pt x="441" y="11"/>
                  <a:pt x="445" y="14"/>
                  <a:pt x="445" y="20"/>
                </a:cubicBezTo>
                <a:cubicBezTo>
                  <a:pt x="445" y="27"/>
                  <a:pt x="441" y="30"/>
                  <a:pt x="434" y="30"/>
                </a:cubicBezTo>
                <a:close/>
                <a:moveTo>
                  <a:pt x="489" y="1"/>
                </a:moveTo>
                <a:cubicBezTo>
                  <a:pt x="482" y="1"/>
                  <a:pt x="476" y="2"/>
                  <a:pt x="472" y="5"/>
                </a:cubicBezTo>
                <a:cubicBezTo>
                  <a:pt x="468" y="8"/>
                  <a:pt x="466" y="12"/>
                  <a:pt x="466" y="18"/>
                </a:cubicBezTo>
                <a:cubicBezTo>
                  <a:pt x="466" y="26"/>
                  <a:pt x="471" y="31"/>
                  <a:pt x="480" y="33"/>
                </a:cubicBezTo>
                <a:cubicBezTo>
                  <a:pt x="480" y="34"/>
                  <a:pt x="480" y="34"/>
                  <a:pt x="480" y="34"/>
                </a:cubicBezTo>
                <a:cubicBezTo>
                  <a:pt x="476" y="35"/>
                  <a:pt x="473" y="38"/>
                  <a:pt x="470" y="43"/>
                </a:cubicBezTo>
                <a:cubicBezTo>
                  <a:pt x="462" y="61"/>
                  <a:pt x="462" y="61"/>
                  <a:pt x="462" y="61"/>
                </a:cubicBezTo>
                <a:cubicBezTo>
                  <a:pt x="477" y="61"/>
                  <a:pt x="477" y="61"/>
                  <a:pt x="477" y="61"/>
                </a:cubicBezTo>
                <a:cubicBezTo>
                  <a:pt x="484" y="45"/>
                  <a:pt x="484" y="45"/>
                  <a:pt x="484" y="45"/>
                </a:cubicBezTo>
                <a:cubicBezTo>
                  <a:pt x="486" y="40"/>
                  <a:pt x="489" y="38"/>
                  <a:pt x="492" y="38"/>
                </a:cubicBezTo>
                <a:cubicBezTo>
                  <a:pt x="496" y="38"/>
                  <a:pt x="496" y="38"/>
                  <a:pt x="496" y="38"/>
                </a:cubicBezTo>
                <a:cubicBezTo>
                  <a:pt x="496" y="61"/>
                  <a:pt x="496" y="61"/>
                  <a:pt x="496" y="61"/>
                </a:cubicBezTo>
                <a:cubicBezTo>
                  <a:pt x="510" y="61"/>
                  <a:pt x="510" y="61"/>
                  <a:pt x="510" y="61"/>
                </a:cubicBezTo>
                <a:cubicBezTo>
                  <a:pt x="510" y="1"/>
                  <a:pt x="510" y="1"/>
                  <a:pt x="510" y="1"/>
                </a:cubicBezTo>
                <a:lnTo>
                  <a:pt x="489" y="1"/>
                </a:lnTo>
                <a:close/>
                <a:moveTo>
                  <a:pt x="496" y="27"/>
                </a:moveTo>
                <a:cubicBezTo>
                  <a:pt x="490" y="27"/>
                  <a:pt x="490" y="27"/>
                  <a:pt x="490" y="27"/>
                </a:cubicBezTo>
                <a:cubicBezTo>
                  <a:pt x="487" y="27"/>
                  <a:pt x="485" y="27"/>
                  <a:pt x="483" y="25"/>
                </a:cubicBezTo>
                <a:cubicBezTo>
                  <a:pt x="482" y="24"/>
                  <a:pt x="481" y="21"/>
                  <a:pt x="481" y="19"/>
                </a:cubicBezTo>
                <a:cubicBezTo>
                  <a:pt x="481" y="14"/>
                  <a:pt x="484" y="11"/>
                  <a:pt x="490" y="11"/>
                </a:cubicBezTo>
                <a:cubicBezTo>
                  <a:pt x="496" y="11"/>
                  <a:pt x="496" y="11"/>
                  <a:pt x="496" y="11"/>
                </a:cubicBezTo>
                <a:lnTo>
                  <a:pt x="496" y="27"/>
                </a:lnTo>
                <a:close/>
              </a:path>
            </a:pathLst>
          </a:custGeom>
          <a:solidFill>
            <a:srgbClr val="0078D7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5" name="Freeform 242">
            <a:extLst>
              <a:ext uri="{FF2B5EF4-FFF2-40B4-BE49-F238E27FC236}">
                <a16:creationId xmlns:a16="http://schemas.microsoft.com/office/drawing/2014/main" id="{295B1AC7-4989-62EB-BEB2-0B93330F6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10225913" y="3705775"/>
            <a:ext cx="319703" cy="1203703"/>
          </a:xfrm>
          <a:custGeom>
            <a:avLst/>
            <a:gdLst>
              <a:gd name="T0" fmla="*/ 21 w 70"/>
              <a:gd name="T1" fmla="*/ 4 h 264"/>
              <a:gd name="T2" fmla="*/ 0 w 70"/>
              <a:gd name="T3" fmla="*/ 0 h 264"/>
              <a:gd name="T4" fmla="*/ 15 w 70"/>
              <a:gd name="T5" fmla="*/ 6 h 264"/>
              <a:gd name="T6" fmla="*/ 0 w 70"/>
              <a:gd name="T7" fmla="*/ 45 h 264"/>
              <a:gd name="T8" fmla="*/ 21 w 70"/>
              <a:gd name="T9" fmla="*/ 51 h 264"/>
              <a:gd name="T10" fmla="*/ 70 w 70"/>
              <a:gd name="T11" fmla="*/ 43 h 264"/>
              <a:gd name="T12" fmla="*/ 44 w 70"/>
              <a:gd name="T13" fmla="*/ 13 h 264"/>
              <a:gd name="T14" fmla="*/ 21 w 70"/>
              <a:gd name="T15" fmla="*/ 37 h 264"/>
              <a:gd name="T16" fmla="*/ 42 w 70"/>
              <a:gd name="T17" fmla="*/ 19 h 264"/>
              <a:gd name="T18" fmla="*/ 64 w 70"/>
              <a:gd name="T19" fmla="*/ 37 h 264"/>
              <a:gd name="T20" fmla="*/ 54 w 70"/>
              <a:gd name="T21" fmla="*/ 59 h 264"/>
              <a:gd name="T22" fmla="*/ 40 w 70"/>
              <a:gd name="T23" fmla="*/ 70 h 264"/>
              <a:gd name="T24" fmla="*/ 37 w 70"/>
              <a:gd name="T25" fmla="*/ 66 h 264"/>
              <a:gd name="T26" fmla="*/ 15 w 70"/>
              <a:gd name="T27" fmla="*/ 55 h 264"/>
              <a:gd name="T28" fmla="*/ 31 w 70"/>
              <a:gd name="T29" fmla="*/ 70 h 264"/>
              <a:gd name="T30" fmla="*/ 38 w 70"/>
              <a:gd name="T31" fmla="*/ 78 h 264"/>
              <a:gd name="T32" fmla="*/ 15 w 70"/>
              <a:gd name="T33" fmla="*/ 86 h 264"/>
              <a:gd name="T34" fmla="*/ 70 w 70"/>
              <a:gd name="T35" fmla="*/ 92 h 264"/>
              <a:gd name="T36" fmla="*/ 65 w 70"/>
              <a:gd name="T37" fmla="*/ 63 h 264"/>
              <a:gd name="T38" fmla="*/ 44 w 70"/>
              <a:gd name="T39" fmla="*/ 86 h 264"/>
              <a:gd name="T40" fmla="*/ 47 w 70"/>
              <a:gd name="T41" fmla="*/ 68 h 264"/>
              <a:gd name="T42" fmla="*/ 61 w 70"/>
              <a:gd name="T43" fmla="*/ 68 h 264"/>
              <a:gd name="T44" fmla="*/ 64 w 70"/>
              <a:gd name="T45" fmla="*/ 86 h 264"/>
              <a:gd name="T46" fmla="*/ 15 w 70"/>
              <a:gd name="T47" fmla="*/ 135 h 264"/>
              <a:gd name="T48" fmla="*/ 42 w 70"/>
              <a:gd name="T49" fmla="*/ 113 h 264"/>
              <a:gd name="T50" fmla="*/ 15 w 70"/>
              <a:gd name="T51" fmla="*/ 113 h 264"/>
              <a:gd name="T52" fmla="*/ 70 w 70"/>
              <a:gd name="T53" fmla="*/ 106 h 264"/>
              <a:gd name="T54" fmla="*/ 44 w 70"/>
              <a:gd name="T55" fmla="*/ 113 h 264"/>
              <a:gd name="T56" fmla="*/ 46 w 70"/>
              <a:gd name="T57" fmla="*/ 114 h 264"/>
              <a:gd name="T58" fmla="*/ 70 w 70"/>
              <a:gd name="T59" fmla="*/ 143 h 264"/>
              <a:gd name="T60" fmla="*/ 15 w 70"/>
              <a:gd name="T61" fmla="*/ 144 h 264"/>
              <a:gd name="T62" fmla="*/ 31 w 70"/>
              <a:gd name="T63" fmla="*/ 172 h 264"/>
              <a:gd name="T64" fmla="*/ 14 w 70"/>
              <a:gd name="T65" fmla="*/ 154 h 264"/>
              <a:gd name="T66" fmla="*/ 22 w 70"/>
              <a:gd name="T67" fmla="*/ 147 h 264"/>
              <a:gd name="T68" fmla="*/ 22 w 70"/>
              <a:gd name="T69" fmla="*/ 159 h 264"/>
              <a:gd name="T70" fmla="*/ 70 w 70"/>
              <a:gd name="T71" fmla="*/ 147 h 264"/>
              <a:gd name="T72" fmla="*/ 40 w 70"/>
              <a:gd name="T73" fmla="*/ 167 h 264"/>
              <a:gd name="T74" fmla="*/ 37 w 70"/>
              <a:gd name="T75" fmla="*/ 168 h 264"/>
              <a:gd name="T76" fmla="*/ 70 w 70"/>
              <a:gd name="T77" fmla="*/ 182 h 264"/>
              <a:gd name="T78" fmla="*/ 64 w 70"/>
              <a:gd name="T79" fmla="*/ 223 h 264"/>
              <a:gd name="T80" fmla="*/ 46 w 70"/>
              <a:gd name="T81" fmla="*/ 202 h 264"/>
              <a:gd name="T82" fmla="*/ 70 w 70"/>
              <a:gd name="T83" fmla="*/ 196 h 264"/>
              <a:gd name="T84" fmla="*/ 15 w 70"/>
              <a:gd name="T85" fmla="*/ 202 h 264"/>
              <a:gd name="T86" fmla="*/ 40 w 70"/>
              <a:gd name="T87" fmla="*/ 215 h 264"/>
              <a:gd name="T88" fmla="*/ 14 w 70"/>
              <a:gd name="T89" fmla="*/ 239 h 264"/>
              <a:gd name="T90" fmla="*/ 43 w 70"/>
              <a:gd name="T91" fmla="*/ 264 h 264"/>
              <a:gd name="T92" fmla="*/ 70 w 70"/>
              <a:gd name="T93" fmla="*/ 240 h 264"/>
              <a:gd name="T94" fmla="*/ 59 w 70"/>
              <a:gd name="T95" fmla="*/ 253 h 264"/>
              <a:gd name="T96" fmla="*/ 26 w 70"/>
              <a:gd name="T97" fmla="*/ 253 h 264"/>
              <a:gd name="T98" fmla="*/ 26 w 70"/>
              <a:gd name="T99" fmla="*/ 226 h 264"/>
              <a:gd name="T100" fmla="*/ 59 w 70"/>
              <a:gd name="T101" fmla="*/ 226 h 264"/>
              <a:gd name="T102" fmla="*/ 59 w 70"/>
              <a:gd name="T103" fmla="*/ 253 h 2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70" h="264">
                <a:moveTo>
                  <a:pt x="44" y="13"/>
                </a:moveTo>
                <a:cubicBezTo>
                  <a:pt x="35" y="11"/>
                  <a:pt x="27" y="8"/>
                  <a:pt x="21" y="4"/>
                </a:cubicBezTo>
                <a:cubicBezTo>
                  <a:pt x="21" y="0"/>
                  <a:pt x="21" y="0"/>
                  <a:pt x="21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6"/>
                  <a:pt x="0" y="6"/>
                  <a:pt x="0" y="6"/>
                </a:cubicBezTo>
                <a:cubicBezTo>
                  <a:pt x="15" y="6"/>
                  <a:pt x="15" y="6"/>
                  <a:pt x="15" y="6"/>
                </a:cubicBezTo>
                <a:cubicBezTo>
                  <a:pt x="15" y="45"/>
                  <a:pt x="15" y="45"/>
                  <a:pt x="15" y="45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51"/>
                  <a:pt x="0" y="51"/>
                  <a:pt x="0" y="51"/>
                </a:cubicBezTo>
                <a:cubicBezTo>
                  <a:pt x="21" y="51"/>
                  <a:pt x="21" y="51"/>
                  <a:pt x="21" y="51"/>
                </a:cubicBezTo>
                <a:cubicBezTo>
                  <a:pt x="21" y="43"/>
                  <a:pt x="21" y="43"/>
                  <a:pt x="21" y="43"/>
                </a:cubicBezTo>
                <a:cubicBezTo>
                  <a:pt x="70" y="43"/>
                  <a:pt x="70" y="43"/>
                  <a:pt x="70" y="43"/>
                </a:cubicBezTo>
                <a:cubicBezTo>
                  <a:pt x="70" y="18"/>
                  <a:pt x="70" y="18"/>
                  <a:pt x="70" y="18"/>
                </a:cubicBezTo>
                <a:cubicBezTo>
                  <a:pt x="62" y="17"/>
                  <a:pt x="53" y="16"/>
                  <a:pt x="44" y="13"/>
                </a:cubicBezTo>
                <a:close/>
                <a:moveTo>
                  <a:pt x="64" y="37"/>
                </a:moveTo>
                <a:cubicBezTo>
                  <a:pt x="21" y="37"/>
                  <a:pt x="21" y="37"/>
                  <a:pt x="21" y="37"/>
                </a:cubicBezTo>
                <a:cubicBezTo>
                  <a:pt x="21" y="11"/>
                  <a:pt x="21" y="11"/>
                  <a:pt x="21" y="11"/>
                </a:cubicBezTo>
                <a:cubicBezTo>
                  <a:pt x="26" y="14"/>
                  <a:pt x="33" y="16"/>
                  <a:pt x="42" y="19"/>
                </a:cubicBezTo>
                <a:cubicBezTo>
                  <a:pt x="50" y="21"/>
                  <a:pt x="57" y="23"/>
                  <a:pt x="64" y="23"/>
                </a:cubicBezTo>
                <a:lnTo>
                  <a:pt x="64" y="37"/>
                </a:lnTo>
                <a:close/>
                <a:moveTo>
                  <a:pt x="65" y="63"/>
                </a:moveTo>
                <a:cubicBezTo>
                  <a:pt x="63" y="60"/>
                  <a:pt x="59" y="59"/>
                  <a:pt x="54" y="59"/>
                </a:cubicBezTo>
                <a:cubicBezTo>
                  <a:pt x="51" y="59"/>
                  <a:pt x="47" y="60"/>
                  <a:pt x="45" y="62"/>
                </a:cubicBezTo>
                <a:cubicBezTo>
                  <a:pt x="42" y="64"/>
                  <a:pt x="41" y="66"/>
                  <a:pt x="40" y="70"/>
                </a:cubicBezTo>
                <a:cubicBezTo>
                  <a:pt x="40" y="70"/>
                  <a:pt x="40" y="70"/>
                  <a:pt x="40" y="70"/>
                </a:cubicBezTo>
                <a:cubicBezTo>
                  <a:pt x="39" y="69"/>
                  <a:pt x="38" y="67"/>
                  <a:pt x="37" y="66"/>
                </a:cubicBezTo>
                <a:cubicBezTo>
                  <a:pt x="36" y="65"/>
                  <a:pt x="34" y="64"/>
                  <a:pt x="33" y="64"/>
                </a:cubicBezTo>
                <a:cubicBezTo>
                  <a:pt x="15" y="55"/>
                  <a:pt x="15" y="55"/>
                  <a:pt x="15" y="55"/>
                </a:cubicBezTo>
                <a:cubicBezTo>
                  <a:pt x="15" y="63"/>
                  <a:pt x="15" y="63"/>
                  <a:pt x="15" y="63"/>
                </a:cubicBezTo>
                <a:cubicBezTo>
                  <a:pt x="31" y="70"/>
                  <a:pt x="31" y="70"/>
                  <a:pt x="31" y="70"/>
                </a:cubicBezTo>
                <a:cubicBezTo>
                  <a:pt x="34" y="71"/>
                  <a:pt x="36" y="72"/>
                  <a:pt x="37" y="74"/>
                </a:cubicBezTo>
                <a:cubicBezTo>
                  <a:pt x="38" y="75"/>
                  <a:pt x="38" y="76"/>
                  <a:pt x="38" y="78"/>
                </a:cubicBezTo>
                <a:cubicBezTo>
                  <a:pt x="38" y="86"/>
                  <a:pt x="38" y="86"/>
                  <a:pt x="38" y="86"/>
                </a:cubicBezTo>
                <a:cubicBezTo>
                  <a:pt x="15" y="86"/>
                  <a:pt x="15" y="86"/>
                  <a:pt x="15" y="86"/>
                </a:cubicBezTo>
                <a:cubicBezTo>
                  <a:pt x="15" y="92"/>
                  <a:pt x="15" y="92"/>
                  <a:pt x="15" y="92"/>
                </a:cubicBezTo>
                <a:cubicBezTo>
                  <a:pt x="70" y="92"/>
                  <a:pt x="70" y="92"/>
                  <a:pt x="70" y="92"/>
                </a:cubicBezTo>
                <a:cubicBezTo>
                  <a:pt x="70" y="76"/>
                  <a:pt x="70" y="76"/>
                  <a:pt x="70" y="76"/>
                </a:cubicBezTo>
                <a:cubicBezTo>
                  <a:pt x="70" y="71"/>
                  <a:pt x="68" y="67"/>
                  <a:pt x="65" y="63"/>
                </a:cubicBezTo>
                <a:close/>
                <a:moveTo>
                  <a:pt x="64" y="86"/>
                </a:moveTo>
                <a:cubicBezTo>
                  <a:pt x="44" y="86"/>
                  <a:pt x="44" y="86"/>
                  <a:pt x="44" y="86"/>
                </a:cubicBezTo>
                <a:cubicBezTo>
                  <a:pt x="44" y="77"/>
                  <a:pt x="44" y="77"/>
                  <a:pt x="44" y="77"/>
                </a:cubicBezTo>
                <a:cubicBezTo>
                  <a:pt x="44" y="73"/>
                  <a:pt x="45" y="70"/>
                  <a:pt x="47" y="68"/>
                </a:cubicBezTo>
                <a:cubicBezTo>
                  <a:pt x="48" y="66"/>
                  <a:pt x="51" y="65"/>
                  <a:pt x="54" y="65"/>
                </a:cubicBezTo>
                <a:cubicBezTo>
                  <a:pt x="57" y="65"/>
                  <a:pt x="59" y="66"/>
                  <a:pt x="61" y="68"/>
                </a:cubicBezTo>
                <a:cubicBezTo>
                  <a:pt x="63" y="70"/>
                  <a:pt x="64" y="73"/>
                  <a:pt x="64" y="77"/>
                </a:cubicBezTo>
                <a:lnTo>
                  <a:pt x="64" y="86"/>
                </a:lnTo>
                <a:close/>
                <a:moveTo>
                  <a:pt x="15" y="144"/>
                </a:moveTo>
                <a:cubicBezTo>
                  <a:pt x="15" y="135"/>
                  <a:pt x="15" y="135"/>
                  <a:pt x="15" y="135"/>
                </a:cubicBezTo>
                <a:cubicBezTo>
                  <a:pt x="40" y="114"/>
                  <a:pt x="40" y="114"/>
                  <a:pt x="40" y="114"/>
                </a:cubicBezTo>
                <a:cubicBezTo>
                  <a:pt x="41" y="114"/>
                  <a:pt x="42" y="113"/>
                  <a:pt x="42" y="113"/>
                </a:cubicBezTo>
                <a:cubicBezTo>
                  <a:pt x="42" y="113"/>
                  <a:pt x="42" y="113"/>
                  <a:pt x="42" y="113"/>
                </a:cubicBezTo>
                <a:cubicBezTo>
                  <a:pt x="15" y="113"/>
                  <a:pt x="15" y="113"/>
                  <a:pt x="15" y="113"/>
                </a:cubicBezTo>
                <a:cubicBezTo>
                  <a:pt x="15" y="106"/>
                  <a:pt x="15" y="106"/>
                  <a:pt x="15" y="106"/>
                </a:cubicBezTo>
                <a:cubicBezTo>
                  <a:pt x="70" y="106"/>
                  <a:pt x="70" y="106"/>
                  <a:pt x="70" y="106"/>
                </a:cubicBezTo>
                <a:cubicBezTo>
                  <a:pt x="70" y="113"/>
                  <a:pt x="70" y="113"/>
                  <a:pt x="70" y="113"/>
                </a:cubicBezTo>
                <a:cubicBezTo>
                  <a:pt x="44" y="113"/>
                  <a:pt x="44" y="113"/>
                  <a:pt x="44" y="113"/>
                </a:cubicBezTo>
                <a:cubicBezTo>
                  <a:pt x="44" y="113"/>
                  <a:pt x="44" y="113"/>
                  <a:pt x="44" y="113"/>
                </a:cubicBezTo>
                <a:cubicBezTo>
                  <a:pt x="44" y="113"/>
                  <a:pt x="45" y="114"/>
                  <a:pt x="46" y="114"/>
                </a:cubicBezTo>
                <a:cubicBezTo>
                  <a:pt x="70" y="135"/>
                  <a:pt x="70" y="135"/>
                  <a:pt x="70" y="135"/>
                </a:cubicBezTo>
                <a:cubicBezTo>
                  <a:pt x="70" y="143"/>
                  <a:pt x="70" y="143"/>
                  <a:pt x="70" y="143"/>
                </a:cubicBezTo>
                <a:cubicBezTo>
                  <a:pt x="43" y="119"/>
                  <a:pt x="43" y="119"/>
                  <a:pt x="43" y="119"/>
                </a:cubicBezTo>
                <a:lnTo>
                  <a:pt x="15" y="144"/>
                </a:lnTo>
                <a:close/>
                <a:moveTo>
                  <a:pt x="70" y="189"/>
                </a:moveTo>
                <a:cubicBezTo>
                  <a:pt x="31" y="172"/>
                  <a:pt x="31" y="172"/>
                  <a:pt x="31" y="172"/>
                </a:cubicBezTo>
                <a:cubicBezTo>
                  <a:pt x="25" y="169"/>
                  <a:pt x="20" y="166"/>
                  <a:pt x="18" y="163"/>
                </a:cubicBezTo>
                <a:cubicBezTo>
                  <a:pt x="15" y="161"/>
                  <a:pt x="14" y="158"/>
                  <a:pt x="14" y="154"/>
                </a:cubicBezTo>
                <a:cubicBezTo>
                  <a:pt x="14" y="152"/>
                  <a:pt x="14" y="149"/>
                  <a:pt x="15" y="147"/>
                </a:cubicBezTo>
                <a:cubicBezTo>
                  <a:pt x="22" y="147"/>
                  <a:pt x="22" y="147"/>
                  <a:pt x="22" y="147"/>
                </a:cubicBezTo>
                <a:cubicBezTo>
                  <a:pt x="20" y="150"/>
                  <a:pt x="20" y="152"/>
                  <a:pt x="20" y="154"/>
                </a:cubicBezTo>
                <a:cubicBezTo>
                  <a:pt x="20" y="156"/>
                  <a:pt x="21" y="158"/>
                  <a:pt x="22" y="159"/>
                </a:cubicBezTo>
                <a:cubicBezTo>
                  <a:pt x="24" y="161"/>
                  <a:pt x="27" y="163"/>
                  <a:pt x="31" y="165"/>
                </a:cubicBezTo>
                <a:cubicBezTo>
                  <a:pt x="70" y="147"/>
                  <a:pt x="70" y="147"/>
                  <a:pt x="70" y="147"/>
                </a:cubicBezTo>
                <a:cubicBezTo>
                  <a:pt x="70" y="154"/>
                  <a:pt x="70" y="154"/>
                  <a:pt x="70" y="154"/>
                </a:cubicBezTo>
                <a:cubicBezTo>
                  <a:pt x="40" y="167"/>
                  <a:pt x="40" y="167"/>
                  <a:pt x="40" y="167"/>
                </a:cubicBezTo>
                <a:cubicBezTo>
                  <a:pt x="40" y="167"/>
                  <a:pt x="39" y="168"/>
                  <a:pt x="37" y="168"/>
                </a:cubicBezTo>
                <a:cubicBezTo>
                  <a:pt x="37" y="168"/>
                  <a:pt x="37" y="168"/>
                  <a:pt x="37" y="168"/>
                </a:cubicBezTo>
                <a:cubicBezTo>
                  <a:pt x="37" y="168"/>
                  <a:pt x="38" y="169"/>
                  <a:pt x="41" y="170"/>
                </a:cubicBezTo>
                <a:cubicBezTo>
                  <a:pt x="70" y="182"/>
                  <a:pt x="70" y="182"/>
                  <a:pt x="70" y="182"/>
                </a:cubicBezTo>
                <a:lnTo>
                  <a:pt x="70" y="189"/>
                </a:lnTo>
                <a:close/>
                <a:moveTo>
                  <a:pt x="64" y="223"/>
                </a:moveTo>
                <a:cubicBezTo>
                  <a:pt x="60" y="218"/>
                  <a:pt x="54" y="216"/>
                  <a:pt x="46" y="215"/>
                </a:cubicBezTo>
                <a:cubicBezTo>
                  <a:pt x="46" y="202"/>
                  <a:pt x="46" y="202"/>
                  <a:pt x="46" y="202"/>
                </a:cubicBezTo>
                <a:cubicBezTo>
                  <a:pt x="70" y="202"/>
                  <a:pt x="70" y="202"/>
                  <a:pt x="70" y="202"/>
                </a:cubicBezTo>
                <a:cubicBezTo>
                  <a:pt x="70" y="196"/>
                  <a:pt x="70" y="196"/>
                  <a:pt x="70" y="196"/>
                </a:cubicBezTo>
                <a:cubicBezTo>
                  <a:pt x="15" y="196"/>
                  <a:pt x="15" y="196"/>
                  <a:pt x="15" y="196"/>
                </a:cubicBezTo>
                <a:cubicBezTo>
                  <a:pt x="15" y="202"/>
                  <a:pt x="15" y="202"/>
                  <a:pt x="15" y="202"/>
                </a:cubicBezTo>
                <a:cubicBezTo>
                  <a:pt x="40" y="202"/>
                  <a:pt x="40" y="202"/>
                  <a:pt x="40" y="202"/>
                </a:cubicBezTo>
                <a:cubicBezTo>
                  <a:pt x="40" y="215"/>
                  <a:pt x="40" y="215"/>
                  <a:pt x="40" y="215"/>
                </a:cubicBezTo>
                <a:cubicBezTo>
                  <a:pt x="33" y="215"/>
                  <a:pt x="26" y="217"/>
                  <a:pt x="21" y="222"/>
                </a:cubicBezTo>
                <a:cubicBezTo>
                  <a:pt x="17" y="226"/>
                  <a:pt x="14" y="232"/>
                  <a:pt x="14" y="239"/>
                </a:cubicBezTo>
                <a:cubicBezTo>
                  <a:pt x="14" y="247"/>
                  <a:pt x="17" y="253"/>
                  <a:pt x="22" y="257"/>
                </a:cubicBezTo>
                <a:cubicBezTo>
                  <a:pt x="27" y="262"/>
                  <a:pt x="34" y="264"/>
                  <a:pt x="43" y="264"/>
                </a:cubicBezTo>
                <a:cubicBezTo>
                  <a:pt x="51" y="264"/>
                  <a:pt x="58" y="262"/>
                  <a:pt x="63" y="258"/>
                </a:cubicBezTo>
                <a:cubicBezTo>
                  <a:pt x="68" y="253"/>
                  <a:pt x="70" y="247"/>
                  <a:pt x="70" y="240"/>
                </a:cubicBezTo>
                <a:cubicBezTo>
                  <a:pt x="70" y="233"/>
                  <a:pt x="68" y="227"/>
                  <a:pt x="64" y="223"/>
                </a:cubicBezTo>
                <a:close/>
                <a:moveTo>
                  <a:pt x="59" y="253"/>
                </a:moveTo>
                <a:cubicBezTo>
                  <a:pt x="55" y="256"/>
                  <a:pt x="49" y="257"/>
                  <a:pt x="42" y="257"/>
                </a:cubicBezTo>
                <a:cubicBezTo>
                  <a:pt x="35" y="257"/>
                  <a:pt x="30" y="256"/>
                  <a:pt x="26" y="253"/>
                </a:cubicBezTo>
                <a:cubicBezTo>
                  <a:pt x="22" y="249"/>
                  <a:pt x="20" y="245"/>
                  <a:pt x="20" y="239"/>
                </a:cubicBezTo>
                <a:cubicBezTo>
                  <a:pt x="20" y="233"/>
                  <a:pt x="22" y="229"/>
                  <a:pt x="26" y="226"/>
                </a:cubicBezTo>
                <a:cubicBezTo>
                  <a:pt x="30" y="223"/>
                  <a:pt x="35" y="221"/>
                  <a:pt x="42" y="221"/>
                </a:cubicBezTo>
                <a:cubicBezTo>
                  <a:pt x="49" y="221"/>
                  <a:pt x="55" y="223"/>
                  <a:pt x="59" y="226"/>
                </a:cubicBezTo>
                <a:cubicBezTo>
                  <a:pt x="63" y="229"/>
                  <a:pt x="65" y="234"/>
                  <a:pt x="65" y="240"/>
                </a:cubicBezTo>
                <a:cubicBezTo>
                  <a:pt x="65" y="245"/>
                  <a:pt x="63" y="250"/>
                  <a:pt x="59" y="253"/>
                </a:cubicBezTo>
                <a:close/>
              </a:path>
            </a:pathLst>
          </a:custGeom>
          <a:solidFill>
            <a:srgbClr val="0078D7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6" name="Freeform 243">
            <a:extLst>
              <a:ext uri="{FF2B5EF4-FFF2-40B4-BE49-F238E27FC236}">
                <a16:creationId xmlns:a16="http://schemas.microsoft.com/office/drawing/2014/main" id="{3376B231-5F87-88DE-A7DC-89EBB20C9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085764" y="3617028"/>
            <a:ext cx="1077609" cy="222200"/>
          </a:xfrm>
          <a:custGeom>
            <a:avLst/>
            <a:gdLst>
              <a:gd name="T0" fmla="*/ 0 w 355"/>
              <a:gd name="T1" fmla="*/ 56 h 73"/>
              <a:gd name="T2" fmla="*/ 50 w 355"/>
              <a:gd name="T3" fmla="*/ 27 h 73"/>
              <a:gd name="T4" fmla="*/ 19 w 355"/>
              <a:gd name="T5" fmla="*/ 46 h 73"/>
              <a:gd name="T6" fmla="*/ 19 w 355"/>
              <a:gd name="T7" fmla="*/ 10 h 73"/>
              <a:gd name="T8" fmla="*/ 32 w 355"/>
              <a:gd name="T9" fmla="*/ 41 h 73"/>
              <a:gd name="T10" fmla="*/ 53 w 355"/>
              <a:gd name="T11" fmla="*/ 49 h 73"/>
              <a:gd name="T12" fmla="*/ 55 w 355"/>
              <a:gd name="T13" fmla="*/ 0 h 73"/>
              <a:gd name="T14" fmla="*/ 70 w 355"/>
              <a:gd name="T15" fmla="*/ 46 h 73"/>
              <a:gd name="T16" fmla="*/ 120 w 355"/>
              <a:gd name="T17" fmla="*/ 56 h 73"/>
              <a:gd name="T18" fmla="*/ 120 w 355"/>
              <a:gd name="T19" fmla="*/ 0 h 73"/>
              <a:gd name="T20" fmla="*/ 133 w 355"/>
              <a:gd name="T21" fmla="*/ 56 h 73"/>
              <a:gd name="T22" fmla="*/ 165 w 355"/>
              <a:gd name="T23" fmla="*/ 10 h 73"/>
              <a:gd name="T24" fmla="*/ 164 w 355"/>
              <a:gd name="T25" fmla="*/ 23 h 73"/>
              <a:gd name="T26" fmla="*/ 145 w 355"/>
              <a:gd name="T27" fmla="*/ 46 h 73"/>
              <a:gd name="T28" fmla="*/ 162 w 355"/>
              <a:gd name="T29" fmla="*/ 72 h 73"/>
              <a:gd name="T30" fmla="*/ 152 w 355"/>
              <a:gd name="T31" fmla="*/ 71 h 73"/>
              <a:gd name="T32" fmla="*/ 152 w 355"/>
              <a:gd name="T33" fmla="*/ 61 h 73"/>
              <a:gd name="T34" fmla="*/ 163 w 355"/>
              <a:gd name="T35" fmla="*/ 56 h 73"/>
              <a:gd name="T36" fmla="*/ 157 w 355"/>
              <a:gd name="T37" fmla="*/ 67 h 73"/>
              <a:gd name="T38" fmla="*/ 162 w 355"/>
              <a:gd name="T39" fmla="*/ 67 h 73"/>
              <a:gd name="T40" fmla="*/ 206 w 355"/>
              <a:gd name="T41" fmla="*/ 56 h 73"/>
              <a:gd name="T42" fmla="*/ 188 w 355"/>
              <a:gd name="T43" fmla="*/ 29 h 73"/>
              <a:gd name="T44" fmla="*/ 176 w 355"/>
              <a:gd name="T45" fmla="*/ 0 h 73"/>
              <a:gd name="T46" fmla="*/ 189 w 355"/>
              <a:gd name="T47" fmla="*/ 27 h 73"/>
              <a:gd name="T48" fmla="*/ 221 w 355"/>
              <a:gd name="T49" fmla="*/ 0 h 73"/>
              <a:gd name="T50" fmla="*/ 274 w 355"/>
              <a:gd name="T51" fmla="*/ 32 h 73"/>
              <a:gd name="T52" fmla="*/ 227 w 355"/>
              <a:gd name="T53" fmla="*/ 0 h 73"/>
              <a:gd name="T54" fmla="*/ 251 w 355"/>
              <a:gd name="T55" fmla="*/ 46 h 73"/>
              <a:gd name="T56" fmla="*/ 274 w 355"/>
              <a:gd name="T57" fmla="*/ 0 h 73"/>
              <a:gd name="T58" fmla="*/ 303 w 355"/>
              <a:gd name="T59" fmla="*/ 51 h 73"/>
              <a:gd name="T60" fmla="*/ 280 w 355"/>
              <a:gd name="T61" fmla="*/ 44 h 73"/>
              <a:gd name="T62" fmla="*/ 296 w 355"/>
              <a:gd name="T63" fmla="*/ 0 h 73"/>
              <a:gd name="T64" fmla="*/ 355 w 355"/>
              <a:gd name="T65" fmla="*/ 56 h 73"/>
              <a:gd name="T66" fmla="*/ 354 w 355"/>
              <a:gd name="T67" fmla="*/ 0 h 73"/>
              <a:gd name="T68" fmla="*/ 334 w 355"/>
              <a:gd name="T69" fmla="*/ 23 h 73"/>
              <a:gd name="T70" fmla="*/ 334 w 355"/>
              <a:gd name="T71" fmla="*/ 33 h 73"/>
              <a:gd name="T72" fmla="*/ 355 w 355"/>
              <a:gd name="T73" fmla="*/ 56 h 73"/>
              <a:gd name="T74" fmla="*/ 346 w 355"/>
              <a:gd name="T75" fmla="*/ 73 h 73"/>
              <a:gd name="T76" fmla="*/ 339 w 355"/>
              <a:gd name="T77" fmla="*/ 64 h 73"/>
              <a:gd name="T78" fmla="*/ 345 w 355"/>
              <a:gd name="T79" fmla="*/ 56 h 73"/>
              <a:gd name="T80" fmla="*/ 345 w 355"/>
              <a:gd name="T81" fmla="*/ 65 h 73"/>
              <a:gd name="T82" fmla="*/ 349 w 355"/>
              <a:gd name="T83" fmla="*/ 67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55" h="73">
                <a:moveTo>
                  <a:pt x="2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56"/>
                  <a:pt x="0" y="56"/>
                  <a:pt x="0" y="56"/>
                </a:cubicBezTo>
                <a:cubicBezTo>
                  <a:pt x="20" y="56"/>
                  <a:pt x="20" y="56"/>
                  <a:pt x="20" y="56"/>
                </a:cubicBezTo>
                <a:cubicBezTo>
                  <a:pt x="29" y="56"/>
                  <a:pt x="36" y="54"/>
                  <a:pt x="42" y="48"/>
                </a:cubicBezTo>
                <a:cubicBezTo>
                  <a:pt x="47" y="43"/>
                  <a:pt x="50" y="36"/>
                  <a:pt x="50" y="27"/>
                </a:cubicBezTo>
                <a:cubicBezTo>
                  <a:pt x="50" y="9"/>
                  <a:pt x="40" y="0"/>
                  <a:pt x="20" y="0"/>
                </a:cubicBezTo>
                <a:close/>
                <a:moveTo>
                  <a:pt x="32" y="41"/>
                </a:moveTo>
                <a:cubicBezTo>
                  <a:pt x="29" y="44"/>
                  <a:pt x="25" y="46"/>
                  <a:pt x="19" y="46"/>
                </a:cubicBezTo>
                <a:cubicBezTo>
                  <a:pt x="13" y="46"/>
                  <a:pt x="13" y="46"/>
                  <a:pt x="13" y="46"/>
                </a:cubicBezTo>
                <a:cubicBezTo>
                  <a:pt x="13" y="10"/>
                  <a:pt x="13" y="10"/>
                  <a:pt x="13" y="10"/>
                </a:cubicBezTo>
                <a:cubicBezTo>
                  <a:pt x="19" y="10"/>
                  <a:pt x="19" y="10"/>
                  <a:pt x="19" y="10"/>
                </a:cubicBezTo>
                <a:cubicBezTo>
                  <a:pt x="25" y="10"/>
                  <a:pt x="29" y="12"/>
                  <a:pt x="32" y="15"/>
                </a:cubicBezTo>
                <a:cubicBezTo>
                  <a:pt x="35" y="18"/>
                  <a:pt x="37" y="22"/>
                  <a:pt x="37" y="28"/>
                </a:cubicBezTo>
                <a:cubicBezTo>
                  <a:pt x="37" y="33"/>
                  <a:pt x="35" y="38"/>
                  <a:pt x="32" y="41"/>
                </a:cubicBezTo>
                <a:close/>
                <a:moveTo>
                  <a:pt x="99" y="56"/>
                </a:moveTo>
                <a:cubicBezTo>
                  <a:pt x="53" y="56"/>
                  <a:pt x="53" y="56"/>
                  <a:pt x="53" y="56"/>
                </a:cubicBezTo>
                <a:cubicBezTo>
                  <a:pt x="53" y="49"/>
                  <a:pt x="53" y="49"/>
                  <a:pt x="53" y="49"/>
                </a:cubicBezTo>
                <a:cubicBezTo>
                  <a:pt x="82" y="10"/>
                  <a:pt x="82" y="10"/>
                  <a:pt x="82" y="10"/>
                </a:cubicBezTo>
                <a:cubicBezTo>
                  <a:pt x="55" y="10"/>
                  <a:pt x="55" y="10"/>
                  <a:pt x="55" y="10"/>
                </a:cubicBezTo>
                <a:cubicBezTo>
                  <a:pt x="55" y="0"/>
                  <a:pt x="55" y="0"/>
                  <a:pt x="55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7"/>
                  <a:pt x="99" y="7"/>
                  <a:pt x="99" y="7"/>
                </a:cubicBezTo>
                <a:cubicBezTo>
                  <a:pt x="70" y="46"/>
                  <a:pt x="70" y="46"/>
                  <a:pt x="70" y="46"/>
                </a:cubicBezTo>
                <a:cubicBezTo>
                  <a:pt x="99" y="46"/>
                  <a:pt x="99" y="46"/>
                  <a:pt x="99" y="46"/>
                </a:cubicBezTo>
                <a:lnTo>
                  <a:pt x="99" y="56"/>
                </a:lnTo>
                <a:close/>
                <a:moveTo>
                  <a:pt x="120" y="56"/>
                </a:moveTo>
                <a:cubicBezTo>
                  <a:pt x="107" y="56"/>
                  <a:pt x="107" y="56"/>
                  <a:pt x="107" y="56"/>
                </a:cubicBezTo>
                <a:cubicBezTo>
                  <a:pt x="107" y="0"/>
                  <a:pt x="107" y="0"/>
                  <a:pt x="107" y="0"/>
                </a:cubicBezTo>
                <a:cubicBezTo>
                  <a:pt x="120" y="0"/>
                  <a:pt x="120" y="0"/>
                  <a:pt x="120" y="0"/>
                </a:cubicBezTo>
                <a:lnTo>
                  <a:pt x="120" y="56"/>
                </a:lnTo>
                <a:close/>
                <a:moveTo>
                  <a:pt x="166" y="56"/>
                </a:moveTo>
                <a:cubicBezTo>
                  <a:pt x="133" y="56"/>
                  <a:pt x="133" y="56"/>
                  <a:pt x="133" y="56"/>
                </a:cubicBezTo>
                <a:cubicBezTo>
                  <a:pt x="133" y="0"/>
                  <a:pt x="133" y="0"/>
                  <a:pt x="133" y="0"/>
                </a:cubicBezTo>
                <a:cubicBezTo>
                  <a:pt x="165" y="0"/>
                  <a:pt x="165" y="0"/>
                  <a:pt x="165" y="0"/>
                </a:cubicBezTo>
                <a:cubicBezTo>
                  <a:pt x="165" y="10"/>
                  <a:pt x="165" y="10"/>
                  <a:pt x="165" y="10"/>
                </a:cubicBezTo>
                <a:cubicBezTo>
                  <a:pt x="145" y="10"/>
                  <a:pt x="145" y="10"/>
                  <a:pt x="145" y="10"/>
                </a:cubicBezTo>
                <a:cubicBezTo>
                  <a:pt x="145" y="23"/>
                  <a:pt x="145" y="23"/>
                  <a:pt x="145" y="23"/>
                </a:cubicBezTo>
                <a:cubicBezTo>
                  <a:pt x="164" y="23"/>
                  <a:pt x="164" y="23"/>
                  <a:pt x="164" y="23"/>
                </a:cubicBezTo>
                <a:cubicBezTo>
                  <a:pt x="164" y="33"/>
                  <a:pt x="164" y="33"/>
                  <a:pt x="164" y="33"/>
                </a:cubicBezTo>
                <a:cubicBezTo>
                  <a:pt x="145" y="33"/>
                  <a:pt x="145" y="33"/>
                  <a:pt x="145" y="33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66" y="46"/>
                  <a:pt x="166" y="46"/>
                  <a:pt x="166" y="46"/>
                </a:cubicBezTo>
                <a:lnTo>
                  <a:pt x="166" y="56"/>
                </a:lnTo>
                <a:close/>
                <a:moveTo>
                  <a:pt x="162" y="72"/>
                </a:moveTo>
                <a:cubicBezTo>
                  <a:pt x="162" y="72"/>
                  <a:pt x="161" y="73"/>
                  <a:pt x="160" y="73"/>
                </a:cubicBezTo>
                <a:cubicBezTo>
                  <a:pt x="159" y="73"/>
                  <a:pt x="158" y="73"/>
                  <a:pt x="157" y="73"/>
                </a:cubicBezTo>
                <a:cubicBezTo>
                  <a:pt x="155" y="73"/>
                  <a:pt x="153" y="72"/>
                  <a:pt x="152" y="71"/>
                </a:cubicBezTo>
                <a:cubicBezTo>
                  <a:pt x="151" y="70"/>
                  <a:pt x="150" y="68"/>
                  <a:pt x="150" y="66"/>
                </a:cubicBezTo>
                <a:cubicBezTo>
                  <a:pt x="150" y="65"/>
                  <a:pt x="150" y="64"/>
                  <a:pt x="150" y="64"/>
                </a:cubicBezTo>
                <a:cubicBezTo>
                  <a:pt x="151" y="63"/>
                  <a:pt x="151" y="62"/>
                  <a:pt x="152" y="61"/>
                </a:cubicBezTo>
                <a:cubicBezTo>
                  <a:pt x="152" y="60"/>
                  <a:pt x="153" y="59"/>
                  <a:pt x="154" y="58"/>
                </a:cubicBezTo>
                <a:cubicBezTo>
                  <a:pt x="155" y="58"/>
                  <a:pt x="156" y="57"/>
                  <a:pt x="157" y="56"/>
                </a:cubicBezTo>
                <a:cubicBezTo>
                  <a:pt x="163" y="56"/>
                  <a:pt x="163" y="56"/>
                  <a:pt x="163" y="56"/>
                </a:cubicBezTo>
                <a:cubicBezTo>
                  <a:pt x="161" y="58"/>
                  <a:pt x="159" y="59"/>
                  <a:pt x="158" y="61"/>
                </a:cubicBezTo>
                <a:cubicBezTo>
                  <a:pt x="157" y="62"/>
                  <a:pt x="157" y="63"/>
                  <a:pt x="157" y="65"/>
                </a:cubicBezTo>
                <a:cubicBezTo>
                  <a:pt x="157" y="65"/>
                  <a:pt x="157" y="66"/>
                  <a:pt x="157" y="67"/>
                </a:cubicBezTo>
                <a:cubicBezTo>
                  <a:pt x="158" y="67"/>
                  <a:pt x="158" y="67"/>
                  <a:pt x="159" y="67"/>
                </a:cubicBezTo>
                <a:cubicBezTo>
                  <a:pt x="160" y="67"/>
                  <a:pt x="160" y="67"/>
                  <a:pt x="161" y="67"/>
                </a:cubicBezTo>
                <a:cubicBezTo>
                  <a:pt x="161" y="67"/>
                  <a:pt x="162" y="67"/>
                  <a:pt x="162" y="67"/>
                </a:cubicBezTo>
                <a:lnTo>
                  <a:pt x="162" y="72"/>
                </a:lnTo>
                <a:close/>
                <a:moveTo>
                  <a:pt x="223" y="56"/>
                </a:moveTo>
                <a:cubicBezTo>
                  <a:pt x="206" y="56"/>
                  <a:pt x="206" y="56"/>
                  <a:pt x="206" y="56"/>
                </a:cubicBezTo>
                <a:cubicBezTo>
                  <a:pt x="190" y="32"/>
                  <a:pt x="190" y="32"/>
                  <a:pt x="190" y="32"/>
                </a:cubicBezTo>
                <a:cubicBezTo>
                  <a:pt x="190" y="31"/>
                  <a:pt x="189" y="30"/>
                  <a:pt x="189" y="29"/>
                </a:cubicBezTo>
                <a:cubicBezTo>
                  <a:pt x="188" y="29"/>
                  <a:pt x="188" y="29"/>
                  <a:pt x="188" y="29"/>
                </a:cubicBezTo>
                <a:cubicBezTo>
                  <a:pt x="188" y="56"/>
                  <a:pt x="188" y="56"/>
                  <a:pt x="188" y="56"/>
                </a:cubicBezTo>
                <a:cubicBezTo>
                  <a:pt x="176" y="56"/>
                  <a:pt x="176" y="56"/>
                  <a:pt x="176" y="56"/>
                </a:cubicBezTo>
                <a:cubicBezTo>
                  <a:pt x="176" y="0"/>
                  <a:pt x="176" y="0"/>
                  <a:pt x="176" y="0"/>
                </a:cubicBezTo>
                <a:cubicBezTo>
                  <a:pt x="188" y="0"/>
                  <a:pt x="188" y="0"/>
                  <a:pt x="188" y="0"/>
                </a:cubicBezTo>
                <a:cubicBezTo>
                  <a:pt x="188" y="27"/>
                  <a:pt x="188" y="27"/>
                  <a:pt x="188" y="27"/>
                </a:cubicBezTo>
                <a:cubicBezTo>
                  <a:pt x="189" y="27"/>
                  <a:pt x="189" y="27"/>
                  <a:pt x="189" y="27"/>
                </a:cubicBezTo>
                <a:cubicBezTo>
                  <a:pt x="189" y="26"/>
                  <a:pt x="189" y="25"/>
                  <a:pt x="190" y="23"/>
                </a:cubicBezTo>
                <a:cubicBezTo>
                  <a:pt x="206" y="0"/>
                  <a:pt x="206" y="0"/>
                  <a:pt x="206" y="0"/>
                </a:cubicBezTo>
                <a:cubicBezTo>
                  <a:pt x="221" y="0"/>
                  <a:pt x="221" y="0"/>
                  <a:pt x="221" y="0"/>
                </a:cubicBezTo>
                <a:cubicBezTo>
                  <a:pt x="201" y="27"/>
                  <a:pt x="201" y="27"/>
                  <a:pt x="201" y="27"/>
                </a:cubicBezTo>
                <a:lnTo>
                  <a:pt x="223" y="56"/>
                </a:lnTo>
                <a:close/>
                <a:moveTo>
                  <a:pt x="274" y="32"/>
                </a:moveTo>
                <a:cubicBezTo>
                  <a:pt x="274" y="49"/>
                  <a:pt x="266" y="57"/>
                  <a:pt x="250" y="57"/>
                </a:cubicBezTo>
                <a:cubicBezTo>
                  <a:pt x="235" y="57"/>
                  <a:pt x="227" y="49"/>
                  <a:pt x="227" y="32"/>
                </a:cubicBezTo>
                <a:cubicBezTo>
                  <a:pt x="227" y="0"/>
                  <a:pt x="227" y="0"/>
                  <a:pt x="227" y="0"/>
                </a:cubicBezTo>
                <a:cubicBezTo>
                  <a:pt x="240" y="0"/>
                  <a:pt x="240" y="0"/>
                  <a:pt x="240" y="0"/>
                </a:cubicBezTo>
                <a:cubicBezTo>
                  <a:pt x="240" y="33"/>
                  <a:pt x="240" y="33"/>
                  <a:pt x="240" y="33"/>
                </a:cubicBezTo>
                <a:cubicBezTo>
                  <a:pt x="240" y="42"/>
                  <a:pt x="244" y="46"/>
                  <a:pt x="251" y="46"/>
                </a:cubicBezTo>
                <a:cubicBezTo>
                  <a:pt x="258" y="46"/>
                  <a:pt x="261" y="42"/>
                  <a:pt x="261" y="33"/>
                </a:cubicBezTo>
                <a:cubicBezTo>
                  <a:pt x="261" y="0"/>
                  <a:pt x="261" y="0"/>
                  <a:pt x="261" y="0"/>
                </a:cubicBezTo>
                <a:cubicBezTo>
                  <a:pt x="274" y="0"/>
                  <a:pt x="274" y="0"/>
                  <a:pt x="274" y="0"/>
                </a:cubicBezTo>
                <a:lnTo>
                  <a:pt x="274" y="32"/>
                </a:lnTo>
                <a:close/>
                <a:moveTo>
                  <a:pt x="309" y="34"/>
                </a:moveTo>
                <a:cubicBezTo>
                  <a:pt x="309" y="42"/>
                  <a:pt x="307" y="47"/>
                  <a:pt x="303" y="51"/>
                </a:cubicBezTo>
                <a:cubicBezTo>
                  <a:pt x="300" y="55"/>
                  <a:pt x="295" y="57"/>
                  <a:pt x="288" y="57"/>
                </a:cubicBezTo>
                <a:cubicBezTo>
                  <a:pt x="285" y="57"/>
                  <a:pt x="282" y="57"/>
                  <a:pt x="280" y="56"/>
                </a:cubicBezTo>
                <a:cubicBezTo>
                  <a:pt x="280" y="44"/>
                  <a:pt x="280" y="44"/>
                  <a:pt x="280" y="44"/>
                </a:cubicBezTo>
                <a:cubicBezTo>
                  <a:pt x="282" y="46"/>
                  <a:pt x="284" y="46"/>
                  <a:pt x="287" y="46"/>
                </a:cubicBezTo>
                <a:cubicBezTo>
                  <a:pt x="293" y="46"/>
                  <a:pt x="296" y="42"/>
                  <a:pt x="296" y="33"/>
                </a:cubicBezTo>
                <a:cubicBezTo>
                  <a:pt x="296" y="0"/>
                  <a:pt x="296" y="0"/>
                  <a:pt x="296" y="0"/>
                </a:cubicBezTo>
                <a:cubicBezTo>
                  <a:pt x="309" y="0"/>
                  <a:pt x="309" y="0"/>
                  <a:pt x="309" y="0"/>
                </a:cubicBezTo>
                <a:lnTo>
                  <a:pt x="309" y="34"/>
                </a:lnTo>
                <a:close/>
                <a:moveTo>
                  <a:pt x="355" y="56"/>
                </a:moveTo>
                <a:cubicBezTo>
                  <a:pt x="321" y="56"/>
                  <a:pt x="321" y="56"/>
                  <a:pt x="321" y="56"/>
                </a:cubicBezTo>
                <a:cubicBezTo>
                  <a:pt x="321" y="0"/>
                  <a:pt x="321" y="0"/>
                  <a:pt x="321" y="0"/>
                </a:cubicBezTo>
                <a:cubicBezTo>
                  <a:pt x="354" y="0"/>
                  <a:pt x="354" y="0"/>
                  <a:pt x="354" y="0"/>
                </a:cubicBezTo>
                <a:cubicBezTo>
                  <a:pt x="354" y="10"/>
                  <a:pt x="354" y="10"/>
                  <a:pt x="354" y="10"/>
                </a:cubicBezTo>
                <a:cubicBezTo>
                  <a:pt x="334" y="10"/>
                  <a:pt x="334" y="10"/>
                  <a:pt x="334" y="10"/>
                </a:cubicBezTo>
                <a:cubicBezTo>
                  <a:pt x="334" y="23"/>
                  <a:pt x="334" y="23"/>
                  <a:pt x="334" y="23"/>
                </a:cubicBezTo>
                <a:cubicBezTo>
                  <a:pt x="352" y="23"/>
                  <a:pt x="352" y="23"/>
                  <a:pt x="352" y="23"/>
                </a:cubicBezTo>
                <a:cubicBezTo>
                  <a:pt x="352" y="33"/>
                  <a:pt x="352" y="33"/>
                  <a:pt x="352" y="33"/>
                </a:cubicBezTo>
                <a:cubicBezTo>
                  <a:pt x="334" y="33"/>
                  <a:pt x="334" y="33"/>
                  <a:pt x="334" y="33"/>
                </a:cubicBezTo>
                <a:cubicBezTo>
                  <a:pt x="334" y="46"/>
                  <a:pt x="334" y="46"/>
                  <a:pt x="334" y="46"/>
                </a:cubicBezTo>
                <a:cubicBezTo>
                  <a:pt x="355" y="46"/>
                  <a:pt x="355" y="46"/>
                  <a:pt x="355" y="46"/>
                </a:cubicBezTo>
                <a:lnTo>
                  <a:pt x="355" y="56"/>
                </a:lnTo>
                <a:close/>
                <a:moveTo>
                  <a:pt x="351" y="72"/>
                </a:moveTo>
                <a:cubicBezTo>
                  <a:pt x="350" y="72"/>
                  <a:pt x="349" y="73"/>
                  <a:pt x="348" y="73"/>
                </a:cubicBezTo>
                <a:cubicBezTo>
                  <a:pt x="348" y="73"/>
                  <a:pt x="347" y="73"/>
                  <a:pt x="346" y="73"/>
                </a:cubicBezTo>
                <a:cubicBezTo>
                  <a:pt x="344" y="73"/>
                  <a:pt x="342" y="72"/>
                  <a:pt x="340" y="71"/>
                </a:cubicBezTo>
                <a:cubicBezTo>
                  <a:pt x="339" y="70"/>
                  <a:pt x="338" y="68"/>
                  <a:pt x="338" y="66"/>
                </a:cubicBezTo>
                <a:cubicBezTo>
                  <a:pt x="338" y="65"/>
                  <a:pt x="339" y="64"/>
                  <a:pt x="339" y="64"/>
                </a:cubicBezTo>
                <a:cubicBezTo>
                  <a:pt x="339" y="63"/>
                  <a:pt x="340" y="62"/>
                  <a:pt x="340" y="61"/>
                </a:cubicBezTo>
                <a:cubicBezTo>
                  <a:pt x="341" y="60"/>
                  <a:pt x="341" y="59"/>
                  <a:pt x="342" y="58"/>
                </a:cubicBezTo>
                <a:cubicBezTo>
                  <a:pt x="343" y="58"/>
                  <a:pt x="344" y="57"/>
                  <a:pt x="345" y="56"/>
                </a:cubicBezTo>
                <a:cubicBezTo>
                  <a:pt x="351" y="56"/>
                  <a:pt x="351" y="56"/>
                  <a:pt x="351" y="56"/>
                </a:cubicBezTo>
                <a:cubicBezTo>
                  <a:pt x="349" y="58"/>
                  <a:pt x="348" y="59"/>
                  <a:pt x="347" y="61"/>
                </a:cubicBezTo>
                <a:cubicBezTo>
                  <a:pt x="346" y="62"/>
                  <a:pt x="345" y="63"/>
                  <a:pt x="345" y="65"/>
                </a:cubicBezTo>
                <a:cubicBezTo>
                  <a:pt x="345" y="65"/>
                  <a:pt x="345" y="66"/>
                  <a:pt x="346" y="67"/>
                </a:cubicBezTo>
                <a:cubicBezTo>
                  <a:pt x="346" y="67"/>
                  <a:pt x="347" y="67"/>
                  <a:pt x="348" y="67"/>
                </a:cubicBezTo>
                <a:cubicBezTo>
                  <a:pt x="348" y="67"/>
                  <a:pt x="349" y="67"/>
                  <a:pt x="349" y="67"/>
                </a:cubicBezTo>
                <a:cubicBezTo>
                  <a:pt x="350" y="67"/>
                  <a:pt x="350" y="67"/>
                  <a:pt x="351" y="67"/>
                </a:cubicBezTo>
                <a:lnTo>
                  <a:pt x="351" y="72"/>
                </a:lnTo>
                <a:close/>
              </a:path>
            </a:pathLst>
          </a:custGeom>
          <a:solidFill>
            <a:srgbClr val="002050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7" name="Freeform 245">
            <a:extLst>
              <a:ext uri="{FF2B5EF4-FFF2-40B4-BE49-F238E27FC236}">
                <a16:creationId xmlns:a16="http://schemas.microsoft.com/office/drawing/2014/main" id="{124AB6B0-0B1D-34FA-F8C1-06E17009E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2303347" y="4840040"/>
            <a:ext cx="217637" cy="1139516"/>
          </a:xfrm>
          <a:custGeom>
            <a:avLst/>
            <a:gdLst>
              <a:gd name="T0" fmla="*/ 32 w 90"/>
              <a:gd name="T1" fmla="*/ 20 h 469"/>
              <a:gd name="T2" fmla="*/ 7 w 90"/>
              <a:gd name="T3" fmla="*/ 32 h 469"/>
              <a:gd name="T4" fmla="*/ 30 w 90"/>
              <a:gd name="T5" fmla="*/ 68 h 469"/>
              <a:gd name="T6" fmla="*/ 33 w 90"/>
              <a:gd name="T7" fmla="*/ 33 h 469"/>
              <a:gd name="T8" fmla="*/ 25 w 90"/>
              <a:gd name="T9" fmla="*/ 32 h 469"/>
              <a:gd name="T10" fmla="*/ 11 w 90"/>
              <a:gd name="T11" fmla="*/ 60 h 469"/>
              <a:gd name="T12" fmla="*/ 78 w 90"/>
              <a:gd name="T13" fmla="*/ 5 h 469"/>
              <a:gd name="T14" fmla="*/ 78 w 90"/>
              <a:gd name="T15" fmla="*/ 40 h 469"/>
              <a:gd name="T16" fmla="*/ 33 w 90"/>
              <a:gd name="T17" fmla="*/ 0 h 469"/>
              <a:gd name="T18" fmla="*/ 74 w 90"/>
              <a:gd name="T19" fmla="*/ 19 h 469"/>
              <a:gd name="T20" fmla="*/ 90 w 90"/>
              <a:gd name="T21" fmla="*/ 55 h 469"/>
              <a:gd name="T22" fmla="*/ 57 w 90"/>
              <a:gd name="T23" fmla="*/ 68 h 469"/>
              <a:gd name="T24" fmla="*/ 54 w 90"/>
              <a:gd name="T25" fmla="*/ 84 h 469"/>
              <a:gd name="T26" fmla="*/ 82 w 90"/>
              <a:gd name="T27" fmla="*/ 62 h 469"/>
              <a:gd name="T28" fmla="*/ 90 w 90"/>
              <a:gd name="T29" fmla="*/ 150 h 469"/>
              <a:gd name="T30" fmla="*/ 47 w 90"/>
              <a:gd name="T31" fmla="*/ 163 h 469"/>
              <a:gd name="T32" fmla="*/ 44 w 90"/>
              <a:gd name="T33" fmla="*/ 180 h 469"/>
              <a:gd name="T34" fmla="*/ 1 w 90"/>
              <a:gd name="T35" fmla="*/ 159 h 469"/>
              <a:gd name="T36" fmla="*/ 70 w 90"/>
              <a:gd name="T37" fmla="*/ 121 h 469"/>
              <a:gd name="T38" fmla="*/ 71 w 90"/>
              <a:gd name="T39" fmla="*/ 129 h 469"/>
              <a:gd name="T40" fmla="*/ 33 w 90"/>
              <a:gd name="T41" fmla="*/ 142 h 469"/>
              <a:gd name="T42" fmla="*/ 27 w 90"/>
              <a:gd name="T43" fmla="*/ 92 h 469"/>
              <a:gd name="T44" fmla="*/ 34 w 90"/>
              <a:gd name="T45" fmla="*/ 248 h 469"/>
              <a:gd name="T46" fmla="*/ 28 w 90"/>
              <a:gd name="T47" fmla="*/ 225 h 469"/>
              <a:gd name="T48" fmla="*/ 32 w 90"/>
              <a:gd name="T49" fmla="*/ 211 h 469"/>
              <a:gd name="T50" fmla="*/ 0 w 90"/>
              <a:gd name="T51" fmla="*/ 221 h 469"/>
              <a:gd name="T52" fmla="*/ 14 w 90"/>
              <a:gd name="T53" fmla="*/ 258 h 469"/>
              <a:gd name="T54" fmla="*/ 35 w 90"/>
              <a:gd name="T55" fmla="*/ 246 h 469"/>
              <a:gd name="T56" fmla="*/ 21 w 90"/>
              <a:gd name="T57" fmla="*/ 253 h 469"/>
              <a:gd name="T58" fmla="*/ 72 w 90"/>
              <a:gd name="T59" fmla="*/ 196 h 469"/>
              <a:gd name="T60" fmla="*/ 68 w 90"/>
              <a:gd name="T61" fmla="*/ 205 h 469"/>
              <a:gd name="T62" fmla="*/ 52 w 90"/>
              <a:gd name="T63" fmla="*/ 203 h 469"/>
              <a:gd name="T64" fmla="*/ 66 w 90"/>
              <a:gd name="T65" fmla="*/ 223 h 469"/>
              <a:gd name="T66" fmla="*/ 74 w 90"/>
              <a:gd name="T67" fmla="*/ 239 h 469"/>
              <a:gd name="T68" fmla="*/ 52 w 90"/>
              <a:gd name="T69" fmla="*/ 208 h 469"/>
              <a:gd name="T70" fmla="*/ 87 w 90"/>
              <a:gd name="T71" fmla="*/ 244 h 469"/>
              <a:gd name="T72" fmla="*/ 85 w 90"/>
              <a:gd name="T73" fmla="*/ 259 h 469"/>
              <a:gd name="T74" fmla="*/ 59 w 90"/>
              <a:gd name="T75" fmla="*/ 272 h 469"/>
              <a:gd name="T76" fmla="*/ 41 w 90"/>
              <a:gd name="T77" fmla="*/ 254 h 469"/>
              <a:gd name="T78" fmla="*/ 84 w 90"/>
              <a:gd name="T79" fmla="*/ 206 h 469"/>
              <a:gd name="T80" fmla="*/ 81 w 90"/>
              <a:gd name="T81" fmla="*/ 230 h 469"/>
              <a:gd name="T82" fmla="*/ 87 w 90"/>
              <a:gd name="T83" fmla="*/ 344 h 469"/>
              <a:gd name="T84" fmla="*/ 85 w 90"/>
              <a:gd name="T85" fmla="*/ 358 h 469"/>
              <a:gd name="T86" fmla="*/ 1 w 90"/>
              <a:gd name="T87" fmla="*/ 354 h 469"/>
              <a:gd name="T88" fmla="*/ 34 w 90"/>
              <a:gd name="T89" fmla="*/ 300 h 469"/>
              <a:gd name="T90" fmla="*/ 72 w 90"/>
              <a:gd name="T91" fmla="*/ 292 h 469"/>
              <a:gd name="T92" fmla="*/ 38 w 90"/>
              <a:gd name="T93" fmla="*/ 305 h 469"/>
              <a:gd name="T94" fmla="*/ 82 w 90"/>
              <a:gd name="T95" fmla="*/ 444 h 469"/>
              <a:gd name="T96" fmla="*/ 87 w 90"/>
              <a:gd name="T97" fmla="*/ 448 h 469"/>
              <a:gd name="T98" fmla="*/ 47 w 90"/>
              <a:gd name="T99" fmla="*/ 455 h 469"/>
              <a:gd name="T100" fmla="*/ 44 w 90"/>
              <a:gd name="T101" fmla="*/ 450 h 469"/>
              <a:gd name="T102" fmla="*/ 5 w 90"/>
              <a:gd name="T103" fmla="*/ 444 h 469"/>
              <a:gd name="T104" fmla="*/ 65 w 90"/>
              <a:gd name="T105" fmla="*/ 392 h 469"/>
              <a:gd name="T106" fmla="*/ 71 w 90"/>
              <a:gd name="T107" fmla="*/ 399 h 469"/>
              <a:gd name="T108" fmla="*/ 69 w 90"/>
              <a:gd name="T109" fmla="*/ 428 h 469"/>
              <a:gd name="T110" fmla="*/ 33 w 90"/>
              <a:gd name="T111" fmla="*/ 401 h 4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0" h="469">
                <a:moveTo>
                  <a:pt x="33" y="33"/>
                </a:moveTo>
                <a:cubicBezTo>
                  <a:pt x="34" y="31"/>
                  <a:pt x="35" y="25"/>
                  <a:pt x="35" y="21"/>
                </a:cubicBezTo>
                <a:cubicBezTo>
                  <a:pt x="34" y="19"/>
                  <a:pt x="34" y="18"/>
                  <a:pt x="33" y="18"/>
                </a:cubicBezTo>
                <a:cubicBezTo>
                  <a:pt x="33" y="18"/>
                  <a:pt x="32" y="19"/>
                  <a:pt x="32" y="20"/>
                </a:cubicBezTo>
                <a:cubicBezTo>
                  <a:pt x="31" y="24"/>
                  <a:pt x="30" y="25"/>
                  <a:pt x="28" y="26"/>
                </a:cubicBezTo>
                <a:cubicBezTo>
                  <a:pt x="6" y="27"/>
                  <a:pt x="6" y="27"/>
                  <a:pt x="6" y="27"/>
                </a:cubicBezTo>
                <a:cubicBezTo>
                  <a:pt x="2" y="27"/>
                  <a:pt x="0" y="28"/>
                  <a:pt x="0" y="29"/>
                </a:cubicBezTo>
                <a:cubicBezTo>
                  <a:pt x="0" y="30"/>
                  <a:pt x="3" y="32"/>
                  <a:pt x="7" y="32"/>
                </a:cubicBezTo>
                <a:cubicBezTo>
                  <a:pt x="7" y="65"/>
                  <a:pt x="7" y="65"/>
                  <a:pt x="7" y="65"/>
                </a:cubicBezTo>
                <a:cubicBezTo>
                  <a:pt x="7" y="67"/>
                  <a:pt x="7" y="68"/>
                  <a:pt x="8" y="68"/>
                </a:cubicBezTo>
                <a:cubicBezTo>
                  <a:pt x="9" y="68"/>
                  <a:pt x="10" y="67"/>
                  <a:pt x="11" y="63"/>
                </a:cubicBezTo>
                <a:cubicBezTo>
                  <a:pt x="13" y="64"/>
                  <a:pt x="23" y="66"/>
                  <a:pt x="30" y="68"/>
                </a:cubicBezTo>
                <a:cubicBezTo>
                  <a:pt x="31" y="68"/>
                  <a:pt x="32" y="69"/>
                  <a:pt x="33" y="69"/>
                </a:cubicBezTo>
                <a:cubicBezTo>
                  <a:pt x="34" y="69"/>
                  <a:pt x="35" y="65"/>
                  <a:pt x="35" y="63"/>
                </a:cubicBezTo>
                <a:cubicBezTo>
                  <a:pt x="35" y="61"/>
                  <a:pt x="34" y="61"/>
                  <a:pt x="34" y="59"/>
                </a:cubicBezTo>
                <a:lnTo>
                  <a:pt x="33" y="33"/>
                </a:lnTo>
                <a:close/>
                <a:moveTo>
                  <a:pt x="11" y="60"/>
                </a:moveTo>
                <a:cubicBezTo>
                  <a:pt x="10" y="57"/>
                  <a:pt x="9" y="57"/>
                  <a:pt x="9" y="54"/>
                </a:cubicBezTo>
                <a:cubicBezTo>
                  <a:pt x="9" y="32"/>
                  <a:pt x="9" y="32"/>
                  <a:pt x="9" y="32"/>
                </a:cubicBezTo>
                <a:cubicBezTo>
                  <a:pt x="25" y="32"/>
                  <a:pt x="25" y="32"/>
                  <a:pt x="25" y="32"/>
                </a:cubicBezTo>
                <a:cubicBezTo>
                  <a:pt x="29" y="32"/>
                  <a:pt x="29" y="32"/>
                  <a:pt x="29" y="32"/>
                </a:cubicBezTo>
                <a:cubicBezTo>
                  <a:pt x="30" y="32"/>
                  <a:pt x="30" y="33"/>
                  <a:pt x="31" y="33"/>
                </a:cubicBezTo>
                <a:cubicBezTo>
                  <a:pt x="31" y="61"/>
                  <a:pt x="31" y="61"/>
                  <a:pt x="31" y="61"/>
                </a:cubicBezTo>
                <a:lnTo>
                  <a:pt x="11" y="60"/>
                </a:lnTo>
                <a:close/>
                <a:moveTo>
                  <a:pt x="74" y="19"/>
                </a:moveTo>
                <a:cubicBezTo>
                  <a:pt x="73" y="16"/>
                  <a:pt x="72" y="15"/>
                  <a:pt x="72" y="14"/>
                </a:cubicBezTo>
                <a:cubicBezTo>
                  <a:pt x="72" y="11"/>
                  <a:pt x="76" y="4"/>
                  <a:pt x="77" y="4"/>
                </a:cubicBezTo>
                <a:cubicBezTo>
                  <a:pt x="77" y="4"/>
                  <a:pt x="78" y="4"/>
                  <a:pt x="78" y="5"/>
                </a:cubicBezTo>
                <a:cubicBezTo>
                  <a:pt x="78" y="6"/>
                  <a:pt x="77" y="6"/>
                  <a:pt x="77" y="7"/>
                </a:cubicBezTo>
                <a:cubicBezTo>
                  <a:pt x="77" y="11"/>
                  <a:pt x="77" y="16"/>
                  <a:pt x="77" y="21"/>
                </a:cubicBezTo>
                <a:cubicBezTo>
                  <a:pt x="77" y="25"/>
                  <a:pt x="77" y="30"/>
                  <a:pt x="77" y="35"/>
                </a:cubicBezTo>
                <a:cubicBezTo>
                  <a:pt x="77" y="38"/>
                  <a:pt x="78" y="37"/>
                  <a:pt x="78" y="40"/>
                </a:cubicBezTo>
                <a:cubicBezTo>
                  <a:pt x="78" y="42"/>
                  <a:pt x="78" y="46"/>
                  <a:pt x="76" y="46"/>
                </a:cubicBezTo>
                <a:cubicBezTo>
                  <a:pt x="76" y="46"/>
                  <a:pt x="75" y="45"/>
                  <a:pt x="74" y="44"/>
                </a:cubicBezTo>
                <a:cubicBezTo>
                  <a:pt x="58" y="36"/>
                  <a:pt x="44" y="22"/>
                  <a:pt x="35" y="3"/>
                </a:cubicBezTo>
                <a:cubicBezTo>
                  <a:pt x="34" y="2"/>
                  <a:pt x="33" y="1"/>
                  <a:pt x="33" y="0"/>
                </a:cubicBezTo>
                <a:cubicBezTo>
                  <a:pt x="33" y="0"/>
                  <a:pt x="33" y="0"/>
                  <a:pt x="33" y="0"/>
                </a:cubicBezTo>
                <a:cubicBezTo>
                  <a:pt x="34" y="0"/>
                  <a:pt x="35" y="1"/>
                  <a:pt x="36" y="3"/>
                </a:cubicBezTo>
                <a:cubicBezTo>
                  <a:pt x="45" y="16"/>
                  <a:pt x="63" y="32"/>
                  <a:pt x="75" y="37"/>
                </a:cubicBezTo>
                <a:lnTo>
                  <a:pt x="74" y="19"/>
                </a:lnTo>
                <a:close/>
                <a:moveTo>
                  <a:pt x="82" y="62"/>
                </a:moveTo>
                <a:cubicBezTo>
                  <a:pt x="83" y="62"/>
                  <a:pt x="85" y="59"/>
                  <a:pt x="87" y="53"/>
                </a:cubicBezTo>
                <a:cubicBezTo>
                  <a:pt x="88" y="52"/>
                  <a:pt x="88" y="51"/>
                  <a:pt x="89" y="51"/>
                </a:cubicBezTo>
                <a:cubicBezTo>
                  <a:pt x="89" y="51"/>
                  <a:pt x="90" y="52"/>
                  <a:pt x="90" y="55"/>
                </a:cubicBezTo>
                <a:cubicBezTo>
                  <a:pt x="89" y="59"/>
                  <a:pt x="88" y="62"/>
                  <a:pt x="88" y="65"/>
                </a:cubicBezTo>
                <a:cubicBezTo>
                  <a:pt x="87" y="68"/>
                  <a:pt x="86" y="68"/>
                  <a:pt x="85" y="68"/>
                </a:cubicBezTo>
                <a:cubicBezTo>
                  <a:pt x="84" y="68"/>
                  <a:pt x="83" y="68"/>
                  <a:pt x="82" y="68"/>
                </a:cubicBezTo>
                <a:cubicBezTo>
                  <a:pt x="57" y="68"/>
                  <a:pt x="57" y="68"/>
                  <a:pt x="57" y="68"/>
                </a:cubicBezTo>
                <a:cubicBezTo>
                  <a:pt x="57" y="69"/>
                  <a:pt x="57" y="70"/>
                  <a:pt x="57" y="71"/>
                </a:cubicBezTo>
                <a:cubicBezTo>
                  <a:pt x="57" y="76"/>
                  <a:pt x="59" y="74"/>
                  <a:pt x="59" y="81"/>
                </a:cubicBezTo>
                <a:cubicBezTo>
                  <a:pt x="59" y="83"/>
                  <a:pt x="59" y="87"/>
                  <a:pt x="57" y="87"/>
                </a:cubicBezTo>
                <a:cubicBezTo>
                  <a:pt x="56" y="87"/>
                  <a:pt x="55" y="86"/>
                  <a:pt x="54" y="84"/>
                </a:cubicBezTo>
                <a:cubicBezTo>
                  <a:pt x="54" y="68"/>
                  <a:pt x="54" y="68"/>
                  <a:pt x="54" y="68"/>
                </a:cubicBezTo>
                <a:cubicBezTo>
                  <a:pt x="40" y="67"/>
                  <a:pt x="38" y="64"/>
                  <a:pt x="38" y="63"/>
                </a:cubicBezTo>
                <a:cubicBezTo>
                  <a:pt x="38" y="62"/>
                  <a:pt x="39" y="62"/>
                  <a:pt x="42" y="62"/>
                </a:cubicBezTo>
                <a:lnTo>
                  <a:pt x="82" y="62"/>
                </a:lnTo>
                <a:close/>
                <a:moveTo>
                  <a:pt x="82" y="157"/>
                </a:moveTo>
                <a:cubicBezTo>
                  <a:pt x="83" y="157"/>
                  <a:pt x="86" y="152"/>
                  <a:pt x="87" y="148"/>
                </a:cubicBezTo>
                <a:cubicBezTo>
                  <a:pt x="88" y="147"/>
                  <a:pt x="88" y="146"/>
                  <a:pt x="89" y="146"/>
                </a:cubicBezTo>
                <a:cubicBezTo>
                  <a:pt x="89" y="146"/>
                  <a:pt x="90" y="147"/>
                  <a:pt x="90" y="150"/>
                </a:cubicBezTo>
                <a:cubicBezTo>
                  <a:pt x="89" y="154"/>
                  <a:pt x="88" y="158"/>
                  <a:pt x="87" y="161"/>
                </a:cubicBezTo>
                <a:cubicBezTo>
                  <a:pt x="87" y="163"/>
                  <a:pt x="86" y="164"/>
                  <a:pt x="85" y="164"/>
                </a:cubicBezTo>
                <a:cubicBezTo>
                  <a:pt x="84" y="164"/>
                  <a:pt x="83" y="163"/>
                  <a:pt x="82" y="163"/>
                </a:cubicBezTo>
                <a:cubicBezTo>
                  <a:pt x="47" y="163"/>
                  <a:pt x="47" y="163"/>
                  <a:pt x="47" y="163"/>
                </a:cubicBezTo>
                <a:cubicBezTo>
                  <a:pt x="47" y="168"/>
                  <a:pt x="47" y="168"/>
                  <a:pt x="47" y="168"/>
                </a:cubicBezTo>
                <a:cubicBezTo>
                  <a:pt x="48" y="173"/>
                  <a:pt x="50" y="171"/>
                  <a:pt x="50" y="177"/>
                </a:cubicBezTo>
                <a:cubicBezTo>
                  <a:pt x="50" y="179"/>
                  <a:pt x="50" y="183"/>
                  <a:pt x="47" y="183"/>
                </a:cubicBezTo>
                <a:cubicBezTo>
                  <a:pt x="45" y="183"/>
                  <a:pt x="44" y="182"/>
                  <a:pt x="44" y="180"/>
                </a:cubicBezTo>
                <a:cubicBezTo>
                  <a:pt x="44" y="163"/>
                  <a:pt x="44" y="163"/>
                  <a:pt x="44" y="163"/>
                </a:cubicBezTo>
                <a:cubicBezTo>
                  <a:pt x="16" y="163"/>
                  <a:pt x="16" y="163"/>
                  <a:pt x="16" y="163"/>
                </a:cubicBezTo>
                <a:cubicBezTo>
                  <a:pt x="10" y="163"/>
                  <a:pt x="6" y="162"/>
                  <a:pt x="2" y="161"/>
                </a:cubicBezTo>
                <a:cubicBezTo>
                  <a:pt x="1" y="160"/>
                  <a:pt x="1" y="159"/>
                  <a:pt x="1" y="159"/>
                </a:cubicBezTo>
                <a:cubicBezTo>
                  <a:pt x="1" y="158"/>
                  <a:pt x="2" y="157"/>
                  <a:pt x="5" y="157"/>
                </a:cubicBezTo>
                <a:lnTo>
                  <a:pt x="82" y="157"/>
                </a:lnTo>
                <a:close/>
                <a:moveTo>
                  <a:pt x="30" y="94"/>
                </a:moveTo>
                <a:cubicBezTo>
                  <a:pt x="37" y="102"/>
                  <a:pt x="53" y="116"/>
                  <a:pt x="70" y="121"/>
                </a:cubicBezTo>
                <a:cubicBezTo>
                  <a:pt x="71" y="121"/>
                  <a:pt x="72" y="121"/>
                  <a:pt x="76" y="116"/>
                </a:cubicBezTo>
                <a:cubicBezTo>
                  <a:pt x="77" y="114"/>
                  <a:pt x="78" y="114"/>
                  <a:pt x="78" y="116"/>
                </a:cubicBezTo>
                <a:cubicBezTo>
                  <a:pt x="78" y="117"/>
                  <a:pt x="78" y="118"/>
                  <a:pt x="78" y="120"/>
                </a:cubicBezTo>
                <a:cubicBezTo>
                  <a:pt x="74" y="127"/>
                  <a:pt x="73" y="129"/>
                  <a:pt x="71" y="129"/>
                </a:cubicBezTo>
                <a:cubicBezTo>
                  <a:pt x="70" y="129"/>
                  <a:pt x="68" y="128"/>
                  <a:pt x="57" y="122"/>
                </a:cubicBezTo>
                <a:cubicBezTo>
                  <a:pt x="53" y="124"/>
                  <a:pt x="50" y="128"/>
                  <a:pt x="46" y="132"/>
                </a:cubicBezTo>
                <a:cubicBezTo>
                  <a:pt x="43" y="136"/>
                  <a:pt x="44" y="137"/>
                  <a:pt x="37" y="140"/>
                </a:cubicBezTo>
                <a:cubicBezTo>
                  <a:pt x="35" y="141"/>
                  <a:pt x="34" y="142"/>
                  <a:pt x="33" y="142"/>
                </a:cubicBezTo>
                <a:cubicBezTo>
                  <a:pt x="31" y="142"/>
                  <a:pt x="30" y="141"/>
                  <a:pt x="30" y="140"/>
                </a:cubicBezTo>
                <a:cubicBezTo>
                  <a:pt x="30" y="139"/>
                  <a:pt x="30" y="138"/>
                  <a:pt x="31" y="138"/>
                </a:cubicBezTo>
                <a:cubicBezTo>
                  <a:pt x="35" y="134"/>
                  <a:pt x="44" y="128"/>
                  <a:pt x="54" y="120"/>
                </a:cubicBezTo>
                <a:cubicBezTo>
                  <a:pt x="39" y="110"/>
                  <a:pt x="27" y="94"/>
                  <a:pt x="27" y="92"/>
                </a:cubicBezTo>
                <a:cubicBezTo>
                  <a:pt x="27" y="92"/>
                  <a:pt x="27" y="92"/>
                  <a:pt x="27" y="92"/>
                </a:cubicBezTo>
                <a:cubicBezTo>
                  <a:pt x="28" y="92"/>
                  <a:pt x="28" y="92"/>
                  <a:pt x="30" y="94"/>
                </a:cubicBezTo>
                <a:close/>
                <a:moveTo>
                  <a:pt x="35" y="246"/>
                </a:moveTo>
                <a:cubicBezTo>
                  <a:pt x="34" y="246"/>
                  <a:pt x="34" y="247"/>
                  <a:pt x="34" y="248"/>
                </a:cubicBezTo>
                <a:cubicBezTo>
                  <a:pt x="33" y="251"/>
                  <a:pt x="31" y="253"/>
                  <a:pt x="30" y="253"/>
                </a:cubicBezTo>
                <a:cubicBezTo>
                  <a:pt x="24" y="253"/>
                  <a:pt x="24" y="253"/>
                  <a:pt x="24" y="253"/>
                </a:cubicBezTo>
                <a:cubicBezTo>
                  <a:pt x="23" y="225"/>
                  <a:pt x="23" y="225"/>
                  <a:pt x="23" y="225"/>
                </a:cubicBezTo>
                <a:cubicBezTo>
                  <a:pt x="28" y="225"/>
                  <a:pt x="28" y="225"/>
                  <a:pt x="28" y="225"/>
                </a:cubicBezTo>
                <a:cubicBezTo>
                  <a:pt x="29" y="225"/>
                  <a:pt x="30" y="225"/>
                  <a:pt x="30" y="225"/>
                </a:cubicBezTo>
                <a:cubicBezTo>
                  <a:pt x="31" y="225"/>
                  <a:pt x="32" y="224"/>
                  <a:pt x="32" y="221"/>
                </a:cubicBezTo>
                <a:cubicBezTo>
                  <a:pt x="32" y="220"/>
                  <a:pt x="33" y="217"/>
                  <a:pt x="33" y="215"/>
                </a:cubicBezTo>
                <a:cubicBezTo>
                  <a:pt x="33" y="214"/>
                  <a:pt x="32" y="211"/>
                  <a:pt x="32" y="211"/>
                </a:cubicBezTo>
                <a:cubicBezTo>
                  <a:pt x="31" y="211"/>
                  <a:pt x="31" y="212"/>
                  <a:pt x="31" y="213"/>
                </a:cubicBezTo>
                <a:cubicBezTo>
                  <a:pt x="30" y="216"/>
                  <a:pt x="28" y="219"/>
                  <a:pt x="27" y="219"/>
                </a:cubicBezTo>
                <a:cubicBezTo>
                  <a:pt x="4" y="219"/>
                  <a:pt x="4" y="219"/>
                  <a:pt x="4" y="219"/>
                </a:cubicBezTo>
                <a:cubicBezTo>
                  <a:pt x="1" y="219"/>
                  <a:pt x="0" y="220"/>
                  <a:pt x="0" y="221"/>
                </a:cubicBezTo>
                <a:cubicBezTo>
                  <a:pt x="0" y="222"/>
                  <a:pt x="3" y="224"/>
                  <a:pt x="6" y="224"/>
                </a:cubicBezTo>
                <a:cubicBezTo>
                  <a:pt x="6" y="253"/>
                  <a:pt x="6" y="253"/>
                  <a:pt x="6" y="253"/>
                </a:cubicBezTo>
                <a:cubicBezTo>
                  <a:pt x="3" y="253"/>
                  <a:pt x="2" y="254"/>
                  <a:pt x="2" y="255"/>
                </a:cubicBezTo>
                <a:cubicBezTo>
                  <a:pt x="2" y="257"/>
                  <a:pt x="7" y="258"/>
                  <a:pt x="14" y="258"/>
                </a:cubicBezTo>
                <a:cubicBezTo>
                  <a:pt x="31" y="258"/>
                  <a:pt x="31" y="258"/>
                  <a:pt x="31" y="258"/>
                </a:cubicBezTo>
                <a:cubicBezTo>
                  <a:pt x="32" y="258"/>
                  <a:pt x="32" y="259"/>
                  <a:pt x="33" y="259"/>
                </a:cubicBezTo>
                <a:cubicBezTo>
                  <a:pt x="35" y="259"/>
                  <a:pt x="36" y="250"/>
                  <a:pt x="36" y="249"/>
                </a:cubicBezTo>
                <a:cubicBezTo>
                  <a:pt x="36" y="248"/>
                  <a:pt x="36" y="246"/>
                  <a:pt x="35" y="246"/>
                </a:cubicBezTo>
                <a:close/>
                <a:moveTo>
                  <a:pt x="9" y="253"/>
                </a:moveTo>
                <a:cubicBezTo>
                  <a:pt x="9" y="225"/>
                  <a:pt x="9" y="225"/>
                  <a:pt x="9" y="225"/>
                </a:cubicBezTo>
                <a:cubicBezTo>
                  <a:pt x="20" y="225"/>
                  <a:pt x="20" y="225"/>
                  <a:pt x="20" y="225"/>
                </a:cubicBezTo>
                <a:cubicBezTo>
                  <a:pt x="21" y="253"/>
                  <a:pt x="21" y="253"/>
                  <a:pt x="21" y="253"/>
                </a:cubicBezTo>
                <a:lnTo>
                  <a:pt x="9" y="253"/>
                </a:lnTo>
                <a:close/>
                <a:moveTo>
                  <a:pt x="72" y="229"/>
                </a:moveTo>
                <a:cubicBezTo>
                  <a:pt x="71" y="220"/>
                  <a:pt x="71" y="214"/>
                  <a:pt x="71" y="210"/>
                </a:cubicBezTo>
                <a:cubicBezTo>
                  <a:pt x="71" y="205"/>
                  <a:pt x="71" y="201"/>
                  <a:pt x="72" y="196"/>
                </a:cubicBezTo>
                <a:cubicBezTo>
                  <a:pt x="72" y="196"/>
                  <a:pt x="72" y="195"/>
                  <a:pt x="72" y="194"/>
                </a:cubicBezTo>
                <a:cubicBezTo>
                  <a:pt x="72" y="194"/>
                  <a:pt x="72" y="193"/>
                  <a:pt x="72" y="193"/>
                </a:cubicBezTo>
                <a:cubicBezTo>
                  <a:pt x="71" y="193"/>
                  <a:pt x="67" y="201"/>
                  <a:pt x="67" y="202"/>
                </a:cubicBezTo>
                <a:cubicBezTo>
                  <a:pt x="67" y="203"/>
                  <a:pt x="68" y="203"/>
                  <a:pt x="68" y="205"/>
                </a:cubicBezTo>
                <a:cubicBezTo>
                  <a:pt x="68" y="210"/>
                  <a:pt x="69" y="213"/>
                  <a:pt x="69" y="217"/>
                </a:cubicBezTo>
                <a:cubicBezTo>
                  <a:pt x="68" y="218"/>
                  <a:pt x="67" y="218"/>
                  <a:pt x="66" y="218"/>
                </a:cubicBezTo>
                <a:cubicBezTo>
                  <a:pt x="66" y="218"/>
                  <a:pt x="65" y="218"/>
                  <a:pt x="64" y="217"/>
                </a:cubicBezTo>
                <a:cubicBezTo>
                  <a:pt x="63" y="207"/>
                  <a:pt x="58" y="203"/>
                  <a:pt x="52" y="203"/>
                </a:cubicBezTo>
                <a:cubicBezTo>
                  <a:pt x="45" y="203"/>
                  <a:pt x="39" y="209"/>
                  <a:pt x="39" y="220"/>
                </a:cubicBezTo>
                <a:cubicBezTo>
                  <a:pt x="39" y="231"/>
                  <a:pt x="46" y="237"/>
                  <a:pt x="52" y="237"/>
                </a:cubicBezTo>
                <a:cubicBezTo>
                  <a:pt x="57" y="237"/>
                  <a:pt x="63" y="232"/>
                  <a:pt x="64" y="222"/>
                </a:cubicBezTo>
                <a:cubicBezTo>
                  <a:pt x="65" y="222"/>
                  <a:pt x="66" y="223"/>
                  <a:pt x="66" y="223"/>
                </a:cubicBezTo>
                <a:cubicBezTo>
                  <a:pt x="67" y="223"/>
                  <a:pt x="68" y="222"/>
                  <a:pt x="69" y="221"/>
                </a:cubicBezTo>
                <a:cubicBezTo>
                  <a:pt x="70" y="226"/>
                  <a:pt x="70" y="233"/>
                  <a:pt x="70" y="241"/>
                </a:cubicBezTo>
                <a:cubicBezTo>
                  <a:pt x="70" y="243"/>
                  <a:pt x="71" y="245"/>
                  <a:pt x="72" y="245"/>
                </a:cubicBezTo>
                <a:cubicBezTo>
                  <a:pt x="72" y="245"/>
                  <a:pt x="74" y="244"/>
                  <a:pt x="74" y="239"/>
                </a:cubicBezTo>
                <a:cubicBezTo>
                  <a:pt x="74" y="232"/>
                  <a:pt x="73" y="234"/>
                  <a:pt x="72" y="229"/>
                </a:cubicBezTo>
                <a:close/>
                <a:moveTo>
                  <a:pt x="52" y="231"/>
                </a:moveTo>
                <a:cubicBezTo>
                  <a:pt x="47" y="231"/>
                  <a:pt x="42" y="228"/>
                  <a:pt x="42" y="220"/>
                </a:cubicBezTo>
                <a:cubicBezTo>
                  <a:pt x="42" y="212"/>
                  <a:pt x="47" y="208"/>
                  <a:pt x="52" y="208"/>
                </a:cubicBezTo>
                <a:cubicBezTo>
                  <a:pt x="57" y="208"/>
                  <a:pt x="62" y="212"/>
                  <a:pt x="62" y="220"/>
                </a:cubicBezTo>
                <a:cubicBezTo>
                  <a:pt x="62" y="228"/>
                  <a:pt x="57" y="231"/>
                  <a:pt x="52" y="231"/>
                </a:cubicBezTo>
                <a:close/>
                <a:moveTo>
                  <a:pt x="82" y="253"/>
                </a:moveTo>
                <a:cubicBezTo>
                  <a:pt x="83" y="253"/>
                  <a:pt x="85" y="250"/>
                  <a:pt x="87" y="244"/>
                </a:cubicBezTo>
                <a:cubicBezTo>
                  <a:pt x="88" y="243"/>
                  <a:pt x="88" y="242"/>
                  <a:pt x="89" y="242"/>
                </a:cubicBezTo>
                <a:cubicBezTo>
                  <a:pt x="89" y="242"/>
                  <a:pt x="90" y="243"/>
                  <a:pt x="90" y="246"/>
                </a:cubicBezTo>
                <a:cubicBezTo>
                  <a:pt x="89" y="250"/>
                  <a:pt x="88" y="253"/>
                  <a:pt x="88" y="256"/>
                </a:cubicBezTo>
                <a:cubicBezTo>
                  <a:pt x="87" y="258"/>
                  <a:pt x="86" y="259"/>
                  <a:pt x="85" y="259"/>
                </a:cubicBezTo>
                <a:cubicBezTo>
                  <a:pt x="84" y="259"/>
                  <a:pt x="83" y="259"/>
                  <a:pt x="82" y="259"/>
                </a:cubicBezTo>
                <a:cubicBezTo>
                  <a:pt x="57" y="259"/>
                  <a:pt x="57" y="259"/>
                  <a:pt x="57" y="259"/>
                </a:cubicBezTo>
                <a:cubicBezTo>
                  <a:pt x="57" y="260"/>
                  <a:pt x="57" y="261"/>
                  <a:pt x="57" y="262"/>
                </a:cubicBezTo>
                <a:cubicBezTo>
                  <a:pt x="58" y="267"/>
                  <a:pt x="59" y="265"/>
                  <a:pt x="59" y="272"/>
                </a:cubicBezTo>
                <a:cubicBezTo>
                  <a:pt x="59" y="274"/>
                  <a:pt x="59" y="278"/>
                  <a:pt x="57" y="278"/>
                </a:cubicBezTo>
                <a:cubicBezTo>
                  <a:pt x="56" y="278"/>
                  <a:pt x="55" y="276"/>
                  <a:pt x="54" y="275"/>
                </a:cubicBezTo>
                <a:cubicBezTo>
                  <a:pt x="54" y="259"/>
                  <a:pt x="54" y="259"/>
                  <a:pt x="54" y="259"/>
                </a:cubicBezTo>
                <a:cubicBezTo>
                  <a:pt x="44" y="258"/>
                  <a:pt x="41" y="255"/>
                  <a:pt x="41" y="254"/>
                </a:cubicBezTo>
                <a:cubicBezTo>
                  <a:pt x="41" y="253"/>
                  <a:pt x="42" y="253"/>
                  <a:pt x="45" y="253"/>
                </a:cubicBezTo>
                <a:lnTo>
                  <a:pt x="82" y="253"/>
                </a:lnTo>
                <a:close/>
                <a:moveTo>
                  <a:pt x="79" y="214"/>
                </a:moveTo>
                <a:cubicBezTo>
                  <a:pt x="79" y="212"/>
                  <a:pt x="83" y="206"/>
                  <a:pt x="84" y="206"/>
                </a:cubicBezTo>
                <a:cubicBezTo>
                  <a:pt x="84" y="206"/>
                  <a:pt x="84" y="207"/>
                  <a:pt x="84" y="207"/>
                </a:cubicBezTo>
                <a:cubicBezTo>
                  <a:pt x="84" y="208"/>
                  <a:pt x="84" y="208"/>
                  <a:pt x="84" y="209"/>
                </a:cubicBezTo>
                <a:cubicBezTo>
                  <a:pt x="83" y="213"/>
                  <a:pt x="83" y="214"/>
                  <a:pt x="83" y="226"/>
                </a:cubicBezTo>
                <a:cubicBezTo>
                  <a:pt x="83" y="229"/>
                  <a:pt x="82" y="230"/>
                  <a:pt x="81" y="230"/>
                </a:cubicBezTo>
                <a:cubicBezTo>
                  <a:pt x="80" y="230"/>
                  <a:pt x="79" y="229"/>
                  <a:pt x="79" y="225"/>
                </a:cubicBezTo>
                <a:lnTo>
                  <a:pt x="79" y="214"/>
                </a:lnTo>
                <a:close/>
                <a:moveTo>
                  <a:pt x="81" y="352"/>
                </a:moveTo>
                <a:cubicBezTo>
                  <a:pt x="82" y="352"/>
                  <a:pt x="85" y="349"/>
                  <a:pt x="87" y="344"/>
                </a:cubicBezTo>
                <a:cubicBezTo>
                  <a:pt x="88" y="343"/>
                  <a:pt x="88" y="342"/>
                  <a:pt x="89" y="342"/>
                </a:cubicBezTo>
                <a:cubicBezTo>
                  <a:pt x="89" y="342"/>
                  <a:pt x="90" y="343"/>
                  <a:pt x="90" y="345"/>
                </a:cubicBezTo>
                <a:cubicBezTo>
                  <a:pt x="89" y="351"/>
                  <a:pt x="88" y="354"/>
                  <a:pt x="87" y="357"/>
                </a:cubicBezTo>
                <a:cubicBezTo>
                  <a:pt x="86" y="358"/>
                  <a:pt x="86" y="358"/>
                  <a:pt x="85" y="358"/>
                </a:cubicBezTo>
                <a:cubicBezTo>
                  <a:pt x="84" y="358"/>
                  <a:pt x="83" y="358"/>
                  <a:pt x="82" y="358"/>
                </a:cubicBezTo>
                <a:cubicBezTo>
                  <a:pt x="26" y="358"/>
                  <a:pt x="26" y="358"/>
                  <a:pt x="26" y="358"/>
                </a:cubicBezTo>
                <a:cubicBezTo>
                  <a:pt x="8" y="358"/>
                  <a:pt x="6" y="357"/>
                  <a:pt x="2" y="356"/>
                </a:cubicBezTo>
                <a:cubicBezTo>
                  <a:pt x="1" y="355"/>
                  <a:pt x="1" y="354"/>
                  <a:pt x="1" y="354"/>
                </a:cubicBezTo>
                <a:cubicBezTo>
                  <a:pt x="1" y="353"/>
                  <a:pt x="2" y="352"/>
                  <a:pt x="5" y="352"/>
                </a:cubicBezTo>
                <a:cubicBezTo>
                  <a:pt x="42" y="352"/>
                  <a:pt x="42" y="352"/>
                  <a:pt x="42" y="352"/>
                </a:cubicBezTo>
                <a:cubicBezTo>
                  <a:pt x="35" y="339"/>
                  <a:pt x="28" y="307"/>
                  <a:pt x="28" y="304"/>
                </a:cubicBezTo>
                <a:cubicBezTo>
                  <a:pt x="28" y="301"/>
                  <a:pt x="32" y="300"/>
                  <a:pt x="34" y="300"/>
                </a:cubicBezTo>
                <a:cubicBezTo>
                  <a:pt x="65" y="299"/>
                  <a:pt x="65" y="299"/>
                  <a:pt x="65" y="299"/>
                </a:cubicBezTo>
                <a:cubicBezTo>
                  <a:pt x="67" y="299"/>
                  <a:pt x="68" y="295"/>
                  <a:pt x="69" y="291"/>
                </a:cubicBezTo>
                <a:cubicBezTo>
                  <a:pt x="70" y="289"/>
                  <a:pt x="70" y="289"/>
                  <a:pt x="71" y="289"/>
                </a:cubicBezTo>
                <a:cubicBezTo>
                  <a:pt x="71" y="289"/>
                  <a:pt x="72" y="289"/>
                  <a:pt x="72" y="292"/>
                </a:cubicBezTo>
                <a:cubicBezTo>
                  <a:pt x="72" y="297"/>
                  <a:pt x="72" y="300"/>
                  <a:pt x="71" y="303"/>
                </a:cubicBezTo>
                <a:cubicBezTo>
                  <a:pt x="71" y="305"/>
                  <a:pt x="71" y="306"/>
                  <a:pt x="70" y="306"/>
                </a:cubicBezTo>
                <a:cubicBezTo>
                  <a:pt x="69" y="306"/>
                  <a:pt x="68" y="306"/>
                  <a:pt x="66" y="306"/>
                </a:cubicBezTo>
                <a:cubicBezTo>
                  <a:pt x="38" y="305"/>
                  <a:pt x="38" y="305"/>
                  <a:pt x="38" y="305"/>
                </a:cubicBezTo>
                <a:cubicBezTo>
                  <a:pt x="35" y="305"/>
                  <a:pt x="35" y="306"/>
                  <a:pt x="35" y="308"/>
                </a:cubicBezTo>
                <a:cubicBezTo>
                  <a:pt x="35" y="317"/>
                  <a:pt x="39" y="342"/>
                  <a:pt x="44" y="352"/>
                </a:cubicBezTo>
                <a:lnTo>
                  <a:pt x="81" y="352"/>
                </a:lnTo>
                <a:close/>
                <a:moveTo>
                  <a:pt x="82" y="444"/>
                </a:moveTo>
                <a:cubicBezTo>
                  <a:pt x="83" y="443"/>
                  <a:pt x="86" y="438"/>
                  <a:pt x="87" y="434"/>
                </a:cubicBezTo>
                <a:cubicBezTo>
                  <a:pt x="88" y="433"/>
                  <a:pt x="88" y="433"/>
                  <a:pt x="89" y="433"/>
                </a:cubicBezTo>
                <a:cubicBezTo>
                  <a:pt x="89" y="433"/>
                  <a:pt x="90" y="434"/>
                  <a:pt x="90" y="437"/>
                </a:cubicBezTo>
                <a:cubicBezTo>
                  <a:pt x="89" y="441"/>
                  <a:pt x="88" y="445"/>
                  <a:pt x="87" y="448"/>
                </a:cubicBezTo>
                <a:cubicBezTo>
                  <a:pt x="87" y="450"/>
                  <a:pt x="86" y="450"/>
                  <a:pt x="85" y="450"/>
                </a:cubicBezTo>
                <a:cubicBezTo>
                  <a:pt x="84" y="450"/>
                  <a:pt x="83" y="450"/>
                  <a:pt x="82" y="450"/>
                </a:cubicBezTo>
                <a:cubicBezTo>
                  <a:pt x="47" y="450"/>
                  <a:pt x="47" y="450"/>
                  <a:pt x="47" y="450"/>
                </a:cubicBezTo>
                <a:cubicBezTo>
                  <a:pt x="47" y="455"/>
                  <a:pt x="47" y="455"/>
                  <a:pt x="47" y="455"/>
                </a:cubicBezTo>
                <a:cubicBezTo>
                  <a:pt x="48" y="459"/>
                  <a:pt x="50" y="458"/>
                  <a:pt x="50" y="464"/>
                </a:cubicBezTo>
                <a:cubicBezTo>
                  <a:pt x="50" y="465"/>
                  <a:pt x="50" y="469"/>
                  <a:pt x="47" y="469"/>
                </a:cubicBezTo>
                <a:cubicBezTo>
                  <a:pt x="45" y="469"/>
                  <a:pt x="44" y="468"/>
                  <a:pt x="44" y="466"/>
                </a:cubicBezTo>
                <a:cubicBezTo>
                  <a:pt x="44" y="450"/>
                  <a:pt x="44" y="450"/>
                  <a:pt x="44" y="450"/>
                </a:cubicBezTo>
                <a:cubicBezTo>
                  <a:pt x="16" y="450"/>
                  <a:pt x="16" y="450"/>
                  <a:pt x="16" y="450"/>
                </a:cubicBezTo>
                <a:cubicBezTo>
                  <a:pt x="10" y="450"/>
                  <a:pt x="6" y="449"/>
                  <a:pt x="2" y="447"/>
                </a:cubicBezTo>
                <a:cubicBezTo>
                  <a:pt x="1" y="446"/>
                  <a:pt x="1" y="446"/>
                  <a:pt x="1" y="445"/>
                </a:cubicBezTo>
                <a:cubicBezTo>
                  <a:pt x="1" y="444"/>
                  <a:pt x="2" y="444"/>
                  <a:pt x="5" y="444"/>
                </a:cubicBezTo>
                <a:cubicBezTo>
                  <a:pt x="42" y="444"/>
                  <a:pt x="42" y="444"/>
                  <a:pt x="42" y="444"/>
                </a:cubicBezTo>
                <a:cubicBezTo>
                  <a:pt x="36" y="432"/>
                  <a:pt x="27" y="408"/>
                  <a:pt x="27" y="397"/>
                </a:cubicBezTo>
                <a:cubicBezTo>
                  <a:pt x="27" y="395"/>
                  <a:pt x="31" y="392"/>
                  <a:pt x="35" y="392"/>
                </a:cubicBezTo>
                <a:cubicBezTo>
                  <a:pt x="65" y="392"/>
                  <a:pt x="65" y="392"/>
                  <a:pt x="65" y="392"/>
                </a:cubicBezTo>
                <a:cubicBezTo>
                  <a:pt x="68" y="391"/>
                  <a:pt x="68" y="389"/>
                  <a:pt x="70" y="384"/>
                </a:cubicBezTo>
                <a:cubicBezTo>
                  <a:pt x="70" y="383"/>
                  <a:pt x="71" y="383"/>
                  <a:pt x="71" y="383"/>
                </a:cubicBezTo>
                <a:cubicBezTo>
                  <a:pt x="71" y="383"/>
                  <a:pt x="72" y="384"/>
                  <a:pt x="73" y="386"/>
                </a:cubicBezTo>
                <a:cubicBezTo>
                  <a:pt x="72" y="391"/>
                  <a:pt x="71" y="397"/>
                  <a:pt x="71" y="399"/>
                </a:cubicBezTo>
                <a:cubicBezTo>
                  <a:pt x="71" y="405"/>
                  <a:pt x="71" y="411"/>
                  <a:pt x="71" y="414"/>
                </a:cubicBezTo>
                <a:cubicBezTo>
                  <a:pt x="72" y="419"/>
                  <a:pt x="74" y="418"/>
                  <a:pt x="74" y="424"/>
                </a:cubicBezTo>
                <a:cubicBezTo>
                  <a:pt x="74" y="427"/>
                  <a:pt x="74" y="431"/>
                  <a:pt x="72" y="431"/>
                </a:cubicBezTo>
                <a:cubicBezTo>
                  <a:pt x="71" y="431"/>
                  <a:pt x="70" y="430"/>
                  <a:pt x="69" y="428"/>
                </a:cubicBezTo>
                <a:cubicBezTo>
                  <a:pt x="69" y="419"/>
                  <a:pt x="68" y="409"/>
                  <a:pt x="68" y="400"/>
                </a:cubicBezTo>
                <a:cubicBezTo>
                  <a:pt x="68" y="399"/>
                  <a:pt x="69" y="398"/>
                  <a:pt x="67" y="398"/>
                </a:cubicBezTo>
                <a:cubicBezTo>
                  <a:pt x="63" y="398"/>
                  <a:pt x="48" y="398"/>
                  <a:pt x="40" y="398"/>
                </a:cubicBezTo>
                <a:cubicBezTo>
                  <a:pt x="33" y="398"/>
                  <a:pt x="33" y="398"/>
                  <a:pt x="33" y="401"/>
                </a:cubicBezTo>
                <a:cubicBezTo>
                  <a:pt x="33" y="404"/>
                  <a:pt x="37" y="429"/>
                  <a:pt x="44" y="444"/>
                </a:cubicBezTo>
                <a:lnTo>
                  <a:pt x="82" y="444"/>
                </a:lnTo>
                <a:close/>
              </a:path>
            </a:pathLst>
          </a:custGeom>
          <a:solidFill>
            <a:srgbClr val="0072C6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8" name="Freeform 247">
            <a:extLst>
              <a:ext uri="{FF2B5EF4-FFF2-40B4-BE49-F238E27FC236}">
                <a16:creationId xmlns:a16="http://schemas.microsoft.com/office/drawing/2014/main" id="{B685E2BB-74D5-4E9C-297E-97D8E4A2F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8502452" y="5010596"/>
            <a:ext cx="382750" cy="1049352"/>
          </a:xfrm>
          <a:custGeom>
            <a:avLst/>
            <a:gdLst>
              <a:gd name="T0" fmla="*/ 114 w 126"/>
              <a:gd name="T1" fmla="*/ 228 h 345"/>
              <a:gd name="T2" fmla="*/ 119 w 126"/>
              <a:gd name="T3" fmla="*/ 243 h 345"/>
              <a:gd name="T4" fmla="*/ 117 w 126"/>
              <a:gd name="T5" fmla="*/ 282 h 345"/>
              <a:gd name="T6" fmla="*/ 103 w 126"/>
              <a:gd name="T7" fmla="*/ 288 h 345"/>
              <a:gd name="T8" fmla="*/ 117 w 126"/>
              <a:gd name="T9" fmla="*/ 282 h 345"/>
              <a:gd name="T10" fmla="*/ 104 w 126"/>
              <a:gd name="T11" fmla="*/ 240 h 345"/>
              <a:gd name="T12" fmla="*/ 107 w 126"/>
              <a:gd name="T13" fmla="*/ 255 h 345"/>
              <a:gd name="T14" fmla="*/ 111 w 126"/>
              <a:gd name="T15" fmla="*/ 267 h 345"/>
              <a:gd name="T16" fmla="*/ 97 w 126"/>
              <a:gd name="T17" fmla="*/ 273 h 345"/>
              <a:gd name="T18" fmla="*/ 111 w 126"/>
              <a:gd name="T19" fmla="*/ 267 h 345"/>
              <a:gd name="T20" fmla="*/ 97 w 126"/>
              <a:gd name="T21" fmla="*/ 225 h 345"/>
              <a:gd name="T22" fmla="*/ 101 w 126"/>
              <a:gd name="T23" fmla="*/ 241 h 345"/>
              <a:gd name="T24" fmla="*/ 47 w 126"/>
              <a:gd name="T25" fmla="*/ 59 h 345"/>
              <a:gd name="T26" fmla="*/ 62 w 126"/>
              <a:gd name="T27" fmla="*/ 27 h 345"/>
              <a:gd name="T28" fmla="*/ 63 w 126"/>
              <a:gd name="T29" fmla="*/ 44 h 345"/>
              <a:gd name="T30" fmla="*/ 58 w 126"/>
              <a:gd name="T31" fmla="*/ 48 h 345"/>
              <a:gd name="T32" fmla="*/ 0 w 126"/>
              <a:gd name="T33" fmla="*/ 27 h 345"/>
              <a:gd name="T34" fmla="*/ 47 w 126"/>
              <a:gd name="T35" fmla="*/ 59 h 345"/>
              <a:gd name="T36" fmla="*/ 80 w 126"/>
              <a:gd name="T37" fmla="*/ 140 h 345"/>
              <a:gd name="T38" fmla="*/ 65 w 126"/>
              <a:gd name="T39" fmla="*/ 149 h 345"/>
              <a:gd name="T40" fmla="*/ 84 w 126"/>
              <a:gd name="T41" fmla="*/ 116 h 345"/>
              <a:gd name="T42" fmla="*/ 75 w 126"/>
              <a:gd name="T43" fmla="*/ 109 h 345"/>
              <a:gd name="T44" fmla="*/ 24 w 126"/>
              <a:gd name="T45" fmla="*/ 86 h 345"/>
              <a:gd name="T46" fmla="*/ 24 w 126"/>
              <a:gd name="T47" fmla="*/ 64 h 345"/>
              <a:gd name="T48" fmla="*/ 16 w 126"/>
              <a:gd name="T49" fmla="*/ 95 h 345"/>
              <a:gd name="T50" fmla="*/ 72 w 126"/>
              <a:gd name="T51" fmla="*/ 155 h 345"/>
              <a:gd name="T52" fmla="*/ 51 w 126"/>
              <a:gd name="T53" fmla="*/ 213 h 345"/>
              <a:gd name="T54" fmla="*/ 52 w 126"/>
              <a:gd name="T55" fmla="*/ 244 h 345"/>
              <a:gd name="T56" fmla="*/ 55 w 126"/>
              <a:gd name="T57" fmla="*/ 317 h 345"/>
              <a:gd name="T58" fmla="*/ 83 w 126"/>
              <a:gd name="T59" fmla="*/ 335 h 345"/>
              <a:gd name="T60" fmla="*/ 88 w 126"/>
              <a:gd name="T61" fmla="*/ 286 h 345"/>
              <a:gd name="T62" fmla="*/ 59 w 126"/>
              <a:gd name="T63" fmla="*/ 288 h 345"/>
              <a:gd name="T64" fmla="*/ 82 w 126"/>
              <a:gd name="T65" fmla="*/ 257 h 345"/>
              <a:gd name="T66" fmla="*/ 74 w 126"/>
              <a:gd name="T67" fmla="*/ 252 h 345"/>
              <a:gd name="T68" fmla="*/ 77 w 126"/>
              <a:gd name="T69" fmla="*/ 243 h 345"/>
              <a:gd name="T70" fmla="*/ 60 w 126"/>
              <a:gd name="T71" fmla="*/ 239 h 345"/>
              <a:gd name="T72" fmla="*/ 77 w 126"/>
              <a:gd name="T73" fmla="*/ 212 h 345"/>
              <a:gd name="T74" fmla="*/ 60 w 126"/>
              <a:gd name="T75" fmla="*/ 207 h 345"/>
              <a:gd name="T76" fmla="*/ 91 w 126"/>
              <a:gd name="T77" fmla="*/ 148 h 345"/>
              <a:gd name="T78" fmla="*/ 115 w 126"/>
              <a:gd name="T79" fmla="*/ 169 h 345"/>
              <a:gd name="T80" fmla="*/ 90 w 126"/>
              <a:gd name="T81" fmla="*/ 128 h 345"/>
              <a:gd name="T82" fmla="*/ 74 w 126"/>
              <a:gd name="T83" fmla="*/ 331 h 345"/>
              <a:gd name="T84" fmla="*/ 66 w 126"/>
              <a:gd name="T85" fmla="*/ 323 h 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26" h="345">
                <a:moveTo>
                  <a:pt x="124" y="232"/>
                </a:moveTo>
                <a:cubicBezTo>
                  <a:pt x="121" y="231"/>
                  <a:pt x="117" y="229"/>
                  <a:pt x="114" y="228"/>
                </a:cubicBezTo>
                <a:cubicBezTo>
                  <a:pt x="113" y="231"/>
                  <a:pt x="111" y="235"/>
                  <a:pt x="109" y="238"/>
                </a:cubicBezTo>
                <a:cubicBezTo>
                  <a:pt x="112" y="240"/>
                  <a:pt x="116" y="241"/>
                  <a:pt x="119" y="243"/>
                </a:cubicBezTo>
                <a:cubicBezTo>
                  <a:pt x="121" y="240"/>
                  <a:pt x="122" y="236"/>
                  <a:pt x="124" y="232"/>
                </a:cubicBezTo>
                <a:close/>
                <a:moveTo>
                  <a:pt x="117" y="282"/>
                </a:moveTo>
                <a:cubicBezTo>
                  <a:pt x="114" y="281"/>
                  <a:pt x="111" y="279"/>
                  <a:pt x="109" y="278"/>
                </a:cubicBezTo>
                <a:cubicBezTo>
                  <a:pt x="106" y="281"/>
                  <a:pt x="104" y="284"/>
                  <a:pt x="103" y="288"/>
                </a:cubicBezTo>
                <a:cubicBezTo>
                  <a:pt x="106" y="290"/>
                  <a:pt x="109" y="291"/>
                  <a:pt x="112" y="293"/>
                </a:cubicBezTo>
                <a:cubicBezTo>
                  <a:pt x="114" y="289"/>
                  <a:pt x="116" y="286"/>
                  <a:pt x="117" y="282"/>
                </a:cubicBezTo>
                <a:close/>
                <a:moveTo>
                  <a:pt x="112" y="245"/>
                </a:moveTo>
                <a:cubicBezTo>
                  <a:pt x="109" y="243"/>
                  <a:pt x="106" y="242"/>
                  <a:pt x="104" y="240"/>
                </a:cubicBezTo>
                <a:cubicBezTo>
                  <a:pt x="102" y="244"/>
                  <a:pt x="100" y="247"/>
                  <a:pt x="98" y="250"/>
                </a:cubicBezTo>
                <a:cubicBezTo>
                  <a:pt x="101" y="252"/>
                  <a:pt x="104" y="254"/>
                  <a:pt x="107" y="255"/>
                </a:cubicBezTo>
                <a:cubicBezTo>
                  <a:pt x="109" y="252"/>
                  <a:pt x="111" y="248"/>
                  <a:pt x="112" y="245"/>
                </a:cubicBezTo>
                <a:close/>
                <a:moveTo>
                  <a:pt x="111" y="267"/>
                </a:moveTo>
                <a:cubicBezTo>
                  <a:pt x="108" y="266"/>
                  <a:pt x="105" y="264"/>
                  <a:pt x="102" y="263"/>
                </a:cubicBezTo>
                <a:cubicBezTo>
                  <a:pt x="100" y="266"/>
                  <a:pt x="98" y="269"/>
                  <a:pt x="97" y="273"/>
                </a:cubicBezTo>
                <a:cubicBezTo>
                  <a:pt x="100" y="275"/>
                  <a:pt x="103" y="276"/>
                  <a:pt x="106" y="278"/>
                </a:cubicBezTo>
                <a:cubicBezTo>
                  <a:pt x="108" y="274"/>
                  <a:pt x="110" y="271"/>
                  <a:pt x="111" y="267"/>
                </a:cubicBezTo>
                <a:close/>
                <a:moveTo>
                  <a:pt x="106" y="230"/>
                </a:moveTo>
                <a:cubicBezTo>
                  <a:pt x="103" y="228"/>
                  <a:pt x="100" y="227"/>
                  <a:pt x="97" y="225"/>
                </a:cubicBezTo>
                <a:cubicBezTo>
                  <a:pt x="95" y="229"/>
                  <a:pt x="93" y="232"/>
                  <a:pt x="92" y="236"/>
                </a:cubicBezTo>
                <a:cubicBezTo>
                  <a:pt x="95" y="237"/>
                  <a:pt x="98" y="239"/>
                  <a:pt x="101" y="241"/>
                </a:cubicBezTo>
                <a:cubicBezTo>
                  <a:pt x="103" y="237"/>
                  <a:pt x="105" y="233"/>
                  <a:pt x="106" y="230"/>
                </a:cubicBezTo>
                <a:close/>
                <a:moveTo>
                  <a:pt x="47" y="59"/>
                </a:moveTo>
                <a:cubicBezTo>
                  <a:pt x="73" y="60"/>
                  <a:pt x="87" y="36"/>
                  <a:pt x="63" y="26"/>
                </a:cubicBezTo>
                <a:cubicBezTo>
                  <a:pt x="63" y="26"/>
                  <a:pt x="62" y="27"/>
                  <a:pt x="62" y="27"/>
                </a:cubicBezTo>
                <a:cubicBezTo>
                  <a:pt x="61" y="29"/>
                  <a:pt x="65" y="32"/>
                  <a:pt x="66" y="34"/>
                </a:cubicBezTo>
                <a:cubicBezTo>
                  <a:pt x="66" y="40"/>
                  <a:pt x="64" y="41"/>
                  <a:pt x="63" y="44"/>
                </a:cubicBezTo>
                <a:cubicBezTo>
                  <a:pt x="62" y="45"/>
                  <a:pt x="60" y="47"/>
                  <a:pt x="59" y="48"/>
                </a:cubicBezTo>
                <a:cubicBezTo>
                  <a:pt x="59" y="48"/>
                  <a:pt x="59" y="48"/>
                  <a:pt x="58" y="48"/>
                </a:cubicBezTo>
                <a:cubicBezTo>
                  <a:pt x="58" y="0"/>
                  <a:pt x="27" y="22"/>
                  <a:pt x="0" y="26"/>
                </a:cubicBezTo>
                <a:cubicBezTo>
                  <a:pt x="0" y="26"/>
                  <a:pt x="0" y="27"/>
                  <a:pt x="0" y="27"/>
                </a:cubicBezTo>
                <a:cubicBezTo>
                  <a:pt x="12" y="33"/>
                  <a:pt x="26" y="23"/>
                  <a:pt x="39" y="23"/>
                </a:cubicBezTo>
                <a:cubicBezTo>
                  <a:pt x="47" y="30"/>
                  <a:pt x="48" y="45"/>
                  <a:pt x="47" y="59"/>
                </a:cubicBezTo>
                <a:close/>
                <a:moveTo>
                  <a:pt x="90" y="128"/>
                </a:moveTo>
                <a:cubicBezTo>
                  <a:pt x="86" y="131"/>
                  <a:pt x="82" y="135"/>
                  <a:pt x="80" y="140"/>
                </a:cubicBezTo>
                <a:cubicBezTo>
                  <a:pt x="80" y="140"/>
                  <a:pt x="81" y="141"/>
                  <a:pt x="82" y="141"/>
                </a:cubicBezTo>
                <a:cubicBezTo>
                  <a:pt x="80" y="147"/>
                  <a:pt x="72" y="155"/>
                  <a:pt x="65" y="149"/>
                </a:cubicBezTo>
                <a:cubicBezTo>
                  <a:pt x="60" y="145"/>
                  <a:pt x="58" y="134"/>
                  <a:pt x="59" y="124"/>
                </a:cubicBezTo>
                <a:cubicBezTo>
                  <a:pt x="72" y="124"/>
                  <a:pt x="76" y="119"/>
                  <a:pt x="84" y="116"/>
                </a:cubicBezTo>
                <a:cubicBezTo>
                  <a:pt x="84" y="115"/>
                  <a:pt x="85" y="114"/>
                  <a:pt x="85" y="113"/>
                </a:cubicBezTo>
                <a:cubicBezTo>
                  <a:pt x="82" y="112"/>
                  <a:pt x="79" y="111"/>
                  <a:pt x="75" y="109"/>
                </a:cubicBezTo>
                <a:cubicBezTo>
                  <a:pt x="71" y="113"/>
                  <a:pt x="66" y="118"/>
                  <a:pt x="60" y="119"/>
                </a:cubicBezTo>
                <a:cubicBezTo>
                  <a:pt x="42" y="122"/>
                  <a:pt x="27" y="100"/>
                  <a:pt x="24" y="86"/>
                </a:cubicBezTo>
                <a:cubicBezTo>
                  <a:pt x="22" y="79"/>
                  <a:pt x="25" y="70"/>
                  <a:pt x="27" y="64"/>
                </a:cubicBezTo>
                <a:cubicBezTo>
                  <a:pt x="26" y="64"/>
                  <a:pt x="25" y="64"/>
                  <a:pt x="24" y="64"/>
                </a:cubicBezTo>
                <a:cubicBezTo>
                  <a:pt x="23" y="67"/>
                  <a:pt x="21" y="71"/>
                  <a:pt x="20" y="74"/>
                </a:cubicBezTo>
                <a:cubicBezTo>
                  <a:pt x="18" y="79"/>
                  <a:pt x="14" y="87"/>
                  <a:pt x="16" y="95"/>
                </a:cubicBezTo>
                <a:cubicBezTo>
                  <a:pt x="18" y="106"/>
                  <a:pt x="34" y="124"/>
                  <a:pt x="47" y="124"/>
                </a:cubicBezTo>
                <a:cubicBezTo>
                  <a:pt x="47" y="142"/>
                  <a:pt x="54" y="155"/>
                  <a:pt x="72" y="155"/>
                </a:cubicBezTo>
                <a:cubicBezTo>
                  <a:pt x="61" y="170"/>
                  <a:pt x="47" y="166"/>
                  <a:pt x="47" y="194"/>
                </a:cubicBezTo>
                <a:cubicBezTo>
                  <a:pt x="47" y="203"/>
                  <a:pt x="48" y="208"/>
                  <a:pt x="51" y="213"/>
                </a:cubicBezTo>
                <a:cubicBezTo>
                  <a:pt x="49" y="218"/>
                  <a:pt x="45" y="226"/>
                  <a:pt x="47" y="235"/>
                </a:cubicBezTo>
                <a:cubicBezTo>
                  <a:pt x="48" y="239"/>
                  <a:pt x="50" y="242"/>
                  <a:pt x="52" y="244"/>
                </a:cubicBezTo>
                <a:cubicBezTo>
                  <a:pt x="47" y="247"/>
                  <a:pt x="47" y="257"/>
                  <a:pt x="47" y="266"/>
                </a:cubicBezTo>
                <a:cubicBezTo>
                  <a:pt x="47" y="285"/>
                  <a:pt x="44" y="309"/>
                  <a:pt x="55" y="317"/>
                </a:cubicBezTo>
                <a:cubicBezTo>
                  <a:pt x="52" y="327"/>
                  <a:pt x="47" y="329"/>
                  <a:pt x="47" y="345"/>
                </a:cubicBezTo>
                <a:cubicBezTo>
                  <a:pt x="69" y="345"/>
                  <a:pt x="69" y="340"/>
                  <a:pt x="83" y="335"/>
                </a:cubicBezTo>
                <a:cubicBezTo>
                  <a:pt x="80" y="315"/>
                  <a:pt x="59" y="318"/>
                  <a:pt x="59" y="293"/>
                </a:cubicBezTo>
                <a:cubicBezTo>
                  <a:pt x="72" y="293"/>
                  <a:pt x="82" y="293"/>
                  <a:pt x="88" y="286"/>
                </a:cubicBezTo>
                <a:cubicBezTo>
                  <a:pt x="89" y="286"/>
                  <a:pt x="89" y="286"/>
                  <a:pt x="89" y="286"/>
                </a:cubicBezTo>
                <a:cubicBezTo>
                  <a:pt x="78" y="275"/>
                  <a:pt x="74" y="288"/>
                  <a:pt x="59" y="288"/>
                </a:cubicBezTo>
                <a:cubicBezTo>
                  <a:pt x="59" y="262"/>
                  <a:pt x="59" y="262"/>
                  <a:pt x="59" y="262"/>
                </a:cubicBezTo>
                <a:cubicBezTo>
                  <a:pt x="70" y="262"/>
                  <a:pt x="75" y="260"/>
                  <a:pt x="82" y="257"/>
                </a:cubicBezTo>
                <a:cubicBezTo>
                  <a:pt x="82" y="257"/>
                  <a:pt x="82" y="257"/>
                  <a:pt x="82" y="257"/>
                </a:cubicBezTo>
                <a:cubicBezTo>
                  <a:pt x="79" y="255"/>
                  <a:pt x="77" y="254"/>
                  <a:pt x="74" y="252"/>
                </a:cubicBezTo>
                <a:cubicBezTo>
                  <a:pt x="72" y="255"/>
                  <a:pt x="62" y="262"/>
                  <a:pt x="59" y="256"/>
                </a:cubicBezTo>
                <a:cubicBezTo>
                  <a:pt x="55" y="246"/>
                  <a:pt x="71" y="245"/>
                  <a:pt x="77" y="243"/>
                </a:cubicBezTo>
                <a:cubicBezTo>
                  <a:pt x="77" y="243"/>
                  <a:pt x="77" y="242"/>
                  <a:pt x="77" y="242"/>
                </a:cubicBezTo>
                <a:cubicBezTo>
                  <a:pt x="73" y="241"/>
                  <a:pt x="62" y="242"/>
                  <a:pt x="60" y="239"/>
                </a:cubicBezTo>
                <a:cubicBezTo>
                  <a:pt x="59" y="237"/>
                  <a:pt x="59" y="234"/>
                  <a:pt x="59" y="230"/>
                </a:cubicBezTo>
                <a:cubicBezTo>
                  <a:pt x="59" y="218"/>
                  <a:pt x="67" y="214"/>
                  <a:pt x="77" y="212"/>
                </a:cubicBezTo>
                <a:cubicBezTo>
                  <a:pt x="77" y="212"/>
                  <a:pt x="77" y="212"/>
                  <a:pt x="77" y="211"/>
                </a:cubicBezTo>
                <a:cubicBezTo>
                  <a:pt x="73" y="210"/>
                  <a:pt x="62" y="211"/>
                  <a:pt x="60" y="207"/>
                </a:cubicBezTo>
                <a:cubicBezTo>
                  <a:pt x="58" y="205"/>
                  <a:pt x="58" y="185"/>
                  <a:pt x="59" y="181"/>
                </a:cubicBezTo>
                <a:cubicBezTo>
                  <a:pt x="61" y="174"/>
                  <a:pt x="84" y="157"/>
                  <a:pt x="91" y="148"/>
                </a:cubicBezTo>
                <a:cubicBezTo>
                  <a:pt x="94" y="145"/>
                  <a:pt x="97" y="137"/>
                  <a:pt x="102" y="136"/>
                </a:cubicBezTo>
                <a:cubicBezTo>
                  <a:pt x="107" y="141"/>
                  <a:pt x="113" y="161"/>
                  <a:pt x="115" y="169"/>
                </a:cubicBezTo>
                <a:cubicBezTo>
                  <a:pt x="126" y="169"/>
                  <a:pt x="126" y="169"/>
                  <a:pt x="126" y="169"/>
                </a:cubicBezTo>
                <a:cubicBezTo>
                  <a:pt x="121" y="150"/>
                  <a:pt x="114" y="128"/>
                  <a:pt x="90" y="128"/>
                </a:cubicBezTo>
                <a:close/>
                <a:moveTo>
                  <a:pt x="66" y="323"/>
                </a:moveTo>
                <a:cubicBezTo>
                  <a:pt x="67" y="321"/>
                  <a:pt x="73" y="328"/>
                  <a:pt x="74" y="331"/>
                </a:cubicBezTo>
                <a:cubicBezTo>
                  <a:pt x="71" y="334"/>
                  <a:pt x="65" y="338"/>
                  <a:pt x="60" y="338"/>
                </a:cubicBezTo>
                <a:cubicBezTo>
                  <a:pt x="60" y="332"/>
                  <a:pt x="62" y="326"/>
                  <a:pt x="66" y="323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9" name="Freeform 248">
            <a:extLst>
              <a:ext uri="{FF2B5EF4-FFF2-40B4-BE49-F238E27FC236}">
                <a16:creationId xmlns:a16="http://schemas.microsoft.com/office/drawing/2014/main" id="{E7DF1F3F-1966-0D7F-0D4E-5380EF99F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141200" y="1000463"/>
            <a:ext cx="1128984" cy="453392"/>
          </a:xfrm>
          <a:custGeom>
            <a:avLst/>
            <a:gdLst>
              <a:gd name="T0" fmla="*/ 323 w 372"/>
              <a:gd name="T1" fmla="*/ 16 h 149"/>
              <a:gd name="T2" fmla="*/ 347 w 372"/>
              <a:gd name="T3" fmla="*/ 7 h 149"/>
              <a:gd name="T4" fmla="*/ 297 w 372"/>
              <a:gd name="T5" fmla="*/ 61 h 149"/>
              <a:gd name="T6" fmla="*/ 255 w 372"/>
              <a:gd name="T7" fmla="*/ 85 h 149"/>
              <a:gd name="T8" fmla="*/ 208 w 372"/>
              <a:gd name="T9" fmla="*/ 43 h 149"/>
              <a:gd name="T10" fmla="*/ 242 w 372"/>
              <a:gd name="T11" fmla="*/ 10 h 149"/>
              <a:gd name="T12" fmla="*/ 206 w 372"/>
              <a:gd name="T13" fmla="*/ 65 h 149"/>
              <a:gd name="T14" fmla="*/ 214 w 372"/>
              <a:gd name="T15" fmla="*/ 80 h 149"/>
              <a:gd name="T16" fmla="*/ 169 w 372"/>
              <a:gd name="T17" fmla="*/ 55 h 149"/>
              <a:gd name="T18" fmla="*/ 163 w 372"/>
              <a:gd name="T19" fmla="*/ 76 h 149"/>
              <a:gd name="T20" fmla="*/ 136 w 372"/>
              <a:gd name="T21" fmla="*/ 129 h 149"/>
              <a:gd name="T22" fmla="*/ 108 w 372"/>
              <a:gd name="T23" fmla="*/ 125 h 149"/>
              <a:gd name="T24" fmla="*/ 138 w 372"/>
              <a:gd name="T25" fmla="*/ 144 h 149"/>
              <a:gd name="T26" fmla="*/ 223 w 372"/>
              <a:gd name="T27" fmla="*/ 80 h 149"/>
              <a:gd name="T28" fmla="*/ 285 w 372"/>
              <a:gd name="T29" fmla="*/ 106 h 149"/>
              <a:gd name="T30" fmla="*/ 303 w 372"/>
              <a:gd name="T31" fmla="*/ 105 h 149"/>
              <a:gd name="T32" fmla="*/ 372 w 372"/>
              <a:gd name="T33" fmla="*/ 107 h 149"/>
              <a:gd name="T34" fmla="*/ 367 w 372"/>
              <a:gd name="T35" fmla="*/ 57 h 149"/>
              <a:gd name="T36" fmla="*/ 363 w 372"/>
              <a:gd name="T37" fmla="*/ 82 h 149"/>
              <a:gd name="T38" fmla="*/ 349 w 372"/>
              <a:gd name="T39" fmla="*/ 81 h 149"/>
              <a:gd name="T40" fmla="*/ 337 w 372"/>
              <a:gd name="T41" fmla="*/ 82 h 149"/>
              <a:gd name="T42" fmla="*/ 302 w 372"/>
              <a:gd name="T43" fmla="*/ 62 h 149"/>
              <a:gd name="T44" fmla="*/ 347 w 372"/>
              <a:gd name="T45" fmla="*/ 20 h 149"/>
              <a:gd name="T46" fmla="*/ 329 w 372"/>
              <a:gd name="T47" fmla="*/ 27 h 149"/>
              <a:gd name="T48" fmla="*/ 334 w 372"/>
              <a:gd name="T49" fmla="*/ 51 h 149"/>
              <a:gd name="T50" fmla="*/ 353 w 372"/>
              <a:gd name="T51" fmla="*/ 45 h 149"/>
              <a:gd name="T52" fmla="*/ 347 w 372"/>
              <a:gd name="T53" fmla="*/ 20 h 149"/>
              <a:gd name="T54" fmla="*/ 104 w 372"/>
              <a:gd name="T55" fmla="*/ 60 h 149"/>
              <a:gd name="T56" fmla="*/ 96 w 372"/>
              <a:gd name="T57" fmla="*/ 49 h 149"/>
              <a:gd name="T58" fmla="*/ 99 w 372"/>
              <a:gd name="T59" fmla="*/ 85 h 149"/>
              <a:gd name="T60" fmla="*/ 35 w 372"/>
              <a:gd name="T61" fmla="*/ 68 h 149"/>
              <a:gd name="T62" fmla="*/ 4 w 372"/>
              <a:gd name="T63" fmla="*/ 120 h 149"/>
              <a:gd name="T64" fmla="*/ 51 w 372"/>
              <a:gd name="T65" fmla="*/ 107 h 149"/>
              <a:gd name="T66" fmla="*/ 90 w 372"/>
              <a:gd name="T67" fmla="*/ 114 h 149"/>
              <a:gd name="T68" fmla="*/ 72 w 372"/>
              <a:gd name="T69" fmla="*/ 122 h 149"/>
              <a:gd name="T70" fmla="*/ 78 w 372"/>
              <a:gd name="T71" fmla="*/ 146 h 149"/>
              <a:gd name="T72" fmla="*/ 96 w 372"/>
              <a:gd name="T73" fmla="*/ 139 h 149"/>
              <a:gd name="T74" fmla="*/ 90 w 372"/>
              <a:gd name="T75" fmla="*/ 114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72" h="149">
                <a:moveTo>
                  <a:pt x="331" y="0"/>
                </a:moveTo>
                <a:cubicBezTo>
                  <a:pt x="328" y="6"/>
                  <a:pt x="326" y="11"/>
                  <a:pt x="323" y="16"/>
                </a:cubicBezTo>
                <a:cubicBezTo>
                  <a:pt x="328" y="19"/>
                  <a:pt x="333" y="22"/>
                  <a:pt x="338" y="25"/>
                </a:cubicBezTo>
                <a:cubicBezTo>
                  <a:pt x="341" y="19"/>
                  <a:pt x="344" y="13"/>
                  <a:pt x="347" y="7"/>
                </a:cubicBezTo>
                <a:cubicBezTo>
                  <a:pt x="341" y="5"/>
                  <a:pt x="336" y="2"/>
                  <a:pt x="331" y="0"/>
                </a:cubicBezTo>
                <a:close/>
                <a:moveTo>
                  <a:pt x="297" y="61"/>
                </a:moveTo>
                <a:cubicBezTo>
                  <a:pt x="297" y="80"/>
                  <a:pt x="287" y="85"/>
                  <a:pt x="268" y="85"/>
                </a:cubicBezTo>
                <a:cubicBezTo>
                  <a:pt x="264" y="85"/>
                  <a:pt x="259" y="85"/>
                  <a:pt x="255" y="85"/>
                </a:cubicBezTo>
                <a:cubicBezTo>
                  <a:pt x="248" y="83"/>
                  <a:pt x="211" y="52"/>
                  <a:pt x="209" y="47"/>
                </a:cubicBezTo>
                <a:cubicBezTo>
                  <a:pt x="209" y="45"/>
                  <a:pt x="209" y="44"/>
                  <a:pt x="208" y="43"/>
                </a:cubicBezTo>
                <a:cubicBezTo>
                  <a:pt x="214" y="37"/>
                  <a:pt x="232" y="31"/>
                  <a:pt x="242" y="30"/>
                </a:cubicBezTo>
                <a:cubicBezTo>
                  <a:pt x="242" y="23"/>
                  <a:pt x="242" y="16"/>
                  <a:pt x="242" y="10"/>
                </a:cubicBezTo>
                <a:cubicBezTo>
                  <a:pt x="228" y="13"/>
                  <a:pt x="197" y="25"/>
                  <a:pt x="192" y="36"/>
                </a:cubicBezTo>
                <a:cubicBezTo>
                  <a:pt x="186" y="50"/>
                  <a:pt x="198" y="71"/>
                  <a:pt x="206" y="65"/>
                </a:cubicBezTo>
                <a:cubicBezTo>
                  <a:pt x="210" y="67"/>
                  <a:pt x="213" y="70"/>
                  <a:pt x="215" y="74"/>
                </a:cubicBezTo>
                <a:cubicBezTo>
                  <a:pt x="215" y="76"/>
                  <a:pt x="214" y="78"/>
                  <a:pt x="214" y="80"/>
                </a:cubicBezTo>
                <a:cubicBezTo>
                  <a:pt x="206" y="85"/>
                  <a:pt x="193" y="85"/>
                  <a:pt x="179" y="85"/>
                </a:cubicBezTo>
                <a:cubicBezTo>
                  <a:pt x="179" y="70"/>
                  <a:pt x="173" y="64"/>
                  <a:pt x="169" y="55"/>
                </a:cubicBezTo>
                <a:cubicBezTo>
                  <a:pt x="168" y="55"/>
                  <a:pt x="168" y="54"/>
                  <a:pt x="168" y="54"/>
                </a:cubicBezTo>
                <a:cubicBezTo>
                  <a:pt x="166" y="62"/>
                  <a:pt x="164" y="69"/>
                  <a:pt x="163" y="76"/>
                </a:cubicBezTo>
                <a:cubicBezTo>
                  <a:pt x="167" y="81"/>
                  <a:pt x="175" y="89"/>
                  <a:pt x="172" y="99"/>
                </a:cubicBezTo>
                <a:cubicBezTo>
                  <a:pt x="169" y="108"/>
                  <a:pt x="146" y="127"/>
                  <a:pt x="136" y="129"/>
                </a:cubicBezTo>
                <a:cubicBezTo>
                  <a:pt x="123" y="132"/>
                  <a:pt x="117" y="124"/>
                  <a:pt x="109" y="121"/>
                </a:cubicBezTo>
                <a:cubicBezTo>
                  <a:pt x="109" y="122"/>
                  <a:pt x="108" y="124"/>
                  <a:pt x="108" y="125"/>
                </a:cubicBezTo>
                <a:cubicBezTo>
                  <a:pt x="108" y="125"/>
                  <a:pt x="107" y="126"/>
                  <a:pt x="107" y="127"/>
                </a:cubicBezTo>
                <a:cubicBezTo>
                  <a:pt x="118" y="131"/>
                  <a:pt x="126" y="140"/>
                  <a:pt x="138" y="144"/>
                </a:cubicBezTo>
                <a:cubicBezTo>
                  <a:pt x="157" y="149"/>
                  <a:pt x="180" y="123"/>
                  <a:pt x="179" y="107"/>
                </a:cubicBezTo>
                <a:cubicBezTo>
                  <a:pt x="203" y="108"/>
                  <a:pt x="223" y="103"/>
                  <a:pt x="223" y="80"/>
                </a:cubicBezTo>
                <a:cubicBezTo>
                  <a:pt x="223" y="80"/>
                  <a:pt x="223" y="80"/>
                  <a:pt x="223" y="80"/>
                </a:cubicBezTo>
                <a:cubicBezTo>
                  <a:pt x="230" y="94"/>
                  <a:pt x="257" y="117"/>
                  <a:pt x="285" y="106"/>
                </a:cubicBezTo>
                <a:cubicBezTo>
                  <a:pt x="290" y="104"/>
                  <a:pt x="293" y="99"/>
                  <a:pt x="297" y="96"/>
                </a:cubicBezTo>
                <a:cubicBezTo>
                  <a:pt x="299" y="99"/>
                  <a:pt x="301" y="102"/>
                  <a:pt x="303" y="105"/>
                </a:cubicBezTo>
                <a:cubicBezTo>
                  <a:pt x="313" y="113"/>
                  <a:pt x="339" y="106"/>
                  <a:pt x="345" y="102"/>
                </a:cubicBezTo>
                <a:cubicBezTo>
                  <a:pt x="353" y="106"/>
                  <a:pt x="361" y="108"/>
                  <a:pt x="372" y="107"/>
                </a:cubicBezTo>
                <a:cubicBezTo>
                  <a:pt x="372" y="89"/>
                  <a:pt x="372" y="71"/>
                  <a:pt x="369" y="57"/>
                </a:cubicBezTo>
                <a:cubicBezTo>
                  <a:pt x="368" y="57"/>
                  <a:pt x="368" y="57"/>
                  <a:pt x="367" y="57"/>
                </a:cubicBezTo>
                <a:cubicBezTo>
                  <a:pt x="365" y="61"/>
                  <a:pt x="362" y="65"/>
                  <a:pt x="359" y="69"/>
                </a:cubicBezTo>
                <a:cubicBezTo>
                  <a:pt x="359" y="75"/>
                  <a:pt x="361" y="78"/>
                  <a:pt x="363" y="82"/>
                </a:cubicBezTo>
                <a:cubicBezTo>
                  <a:pt x="363" y="83"/>
                  <a:pt x="363" y="84"/>
                  <a:pt x="363" y="85"/>
                </a:cubicBezTo>
                <a:cubicBezTo>
                  <a:pt x="358" y="84"/>
                  <a:pt x="353" y="83"/>
                  <a:pt x="349" y="81"/>
                </a:cubicBezTo>
                <a:cubicBezTo>
                  <a:pt x="349" y="75"/>
                  <a:pt x="349" y="68"/>
                  <a:pt x="349" y="61"/>
                </a:cubicBezTo>
                <a:cubicBezTo>
                  <a:pt x="340" y="68"/>
                  <a:pt x="344" y="77"/>
                  <a:pt x="337" y="82"/>
                </a:cubicBezTo>
                <a:cubicBezTo>
                  <a:pt x="333" y="85"/>
                  <a:pt x="328" y="85"/>
                  <a:pt x="321" y="85"/>
                </a:cubicBezTo>
                <a:cubicBezTo>
                  <a:pt x="302" y="85"/>
                  <a:pt x="302" y="80"/>
                  <a:pt x="302" y="62"/>
                </a:cubicBezTo>
                <a:cubicBezTo>
                  <a:pt x="300" y="62"/>
                  <a:pt x="299" y="61"/>
                  <a:pt x="297" y="61"/>
                </a:cubicBezTo>
                <a:close/>
                <a:moveTo>
                  <a:pt x="347" y="20"/>
                </a:moveTo>
                <a:cubicBezTo>
                  <a:pt x="345" y="24"/>
                  <a:pt x="343" y="28"/>
                  <a:pt x="341" y="32"/>
                </a:cubicBezTo>
                <a:cubicBezTo>
                  <a:pt x="338" y="33"/>
                  <a:pt x="332" y="28"/>
                  <a:pt x="329" y="27"/>
                </a:cubicBezTo>
                <a:cubicBezTo>
                  <a:pt x="325" y="30"/>
                  <a:pt x="321" y="39"/>
                  <a:pt x="320" y="44"/>
                </a:cubicBezTo>
                <a:cubicBezTo>
                  <a:pt x="325" y="46"/>
                  <a:pt x="329" y="49"/>
                  <a:pt x="334" y="51"/>
                </a:cubicBezTo>
                <a:cubicBezTo>
                  <a:pt x="336" y="47"/>
                  <a:pt x="339" y="43"/>
                  <a:pt x="341" y="39"/>
                </a:cubicBezTo>
                <a:cubicBezTo>
                  <a:pt x="345" y="39"/>
                  <a:pt x="349" y="43"/>
                  <a:pt x="353" y="45"/>
                </a:cubicBezTo>
                <a:cubicBezTo>
                  <a:pt x="356" y="40"/>
                  <a:pt x="359" y="34"/>
                  <a:pt x="363" y="29"/>
                </a:cubicBezTo>
                <a:cubicBezTo>
                  <a:pt x="357" y="26"/>
                  <a:pt x="352" y="23"/>
                  <a:pt x="347" y="20"/>
                </a:cubicBezTo>
                <a:close/>
                <a:moveTo>
                  <a:pt x="107" y="107"/>
                </a:moveTo>
                <a:cubicBezTo>
                  <a:pt x="107" y="91"/>
                  <a:pt x="109" y="72"/>
                  <a:pt x="104" y="60"/>
                </a:cubicBezTo>
                <a:cubicBezTo>
                  <a:pt x="102" y="57"/>
                  <a:pt x="100" y="53"/>
                  <a:pt x="97" y="50"/>
                </a:cubicBezTo>
                <a:cubicBezTo>
                  <a:pt x="97" y="49"/>
                  <a:pt x="97" y="49"/>
                  <a:pt x="96" y="49"/>
                </a:cubicBezTo>
                <a:cubicBezTo>
                  <a:pt x="94" y="55"/>
                  <a:pt x="92" y="62"/>
                  <a:pt x="90" y="68"/>
                </a:cubicBezTo>
                <a:cubicBezTo>
                  <a:pt x="93" y="73"/>
                  <a:pt x="98" y="77"/>
                  <a:pt x="99" y="85"/>
                </a:cubicBezTo>
                <a:cubicBezTo>
                  <a:pt x="85" y="85"/>
                  <a:pt x="70" y="85"/>
                  <a:pt x="56" y="85"/>
                </a:cubicBezTo>
                <a:cubicBezTo>
                  <a:pt x="47" y="82"/>
                  <a:pt x="43" y="72"/>
                  <a:pt x="35" y="68"/>
                </a:cubicBezTo>
                <a:cubicBezTo>
                  <a:pt x="20" y="68"/>
                  <a:pt x="2" y="104"/>
                  <a:pt x="0" y="118"/>
                </a:cubicBezTo>
                <a:cubicBezTo>
                  <a:pt x="1" y="119"/>
                  <a:pt x="3" y="119"/>
                  <a:pt x="4" y="120"/>
                </a:cubicBezTo>
                <a:cubicBezTo>
                  <a:pt x="10" y="112"/>
                  <a:pt x="17" y="87"/>
                  <a:pt x="31" y="90"/>
                </a:cubicBezTo>
                <a:cubicBezTo>
                  <a:pt x="39" y="94"/>
                  <a:pt x="42" y="104"/>
                  <a:pt x="51" y="107"/>
                </a:cubicBezTo>
                <a:cubicBezTo>
                  <a:pt x="70" y="107"/>
                  <a:pt x="89" y="107"/>
                  <a:pt x="107" y="107"/>
                </a:cubicBezTo>
                <a:close/>
                <a:moveTo>
                  <a:pt x="90" y="114"/>
                </a:moveTo>
                <a:cubicBezTo>
                  <a:pt x="88" y="119"/>
                  <a:pt x="86" y="123"/>
                  <a:pt x="84" y="127"/>
                </a:cubicBezTo>
                <a:cubicBezTo>
                  <a:pt x="80" y="125"/>
                  <a:pt x="76" y="123"/>
                  <a:pt x="72" y="122"/>
                </a:cubicBezTo>
                <a:cubicBezTo>
                  <a:pt x="69" y="127"/>
                  <a:pt x="66" y="132"/>
                  <a:pt x="63" y="137"/>
                </a:cubicBezTo>
                <a:cubicBezTo>
                  <a:pt x="68" y="140"/>
                  <a:pt x="73" y="143"/>
                  <a:pt x="78" y="146"/>
                </a:cubicBezTo>
                <a:cubicBezTo>
                  <a:pt x="80" y="141"/>
                  <a:pt x="82" y="137"/>
                  <a:pt x="84" y="132"/>
                </a:cubicBezTo>
                <a:cubicBezTo>
                  <a:pt x="89" y="134"/>
                  <a:pt x="92" y="137"/>
                  <a:pt x="96" y="139"/>
                </a:cubicBezTo>
                <a:cubicBezTo>
                  <a:pt x="100" y="133"/>
                  <a:pt x="103" y="128"/>
                  <a:pt x="106" y="123"/>
                </a:cubicBezTo>
                <a:cubicBezTo>
                  <a:pt x="101" y="120"/>
                  <a:pt x="95" y="117"/>
                  <a:pt x="90" y="114"/>
                </a:cubicBezTo>
                <a:close/>
              </a:path>
            </a:pathLst>
          </a:custGeom>
          <a:solidFill>
            <a:srgbClr val="FF5C39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4364C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30" name="Freeform 249">
            <a:extLst>
              <a:ext uri="{FF2B5EF4-FFF2-40B4-BE49-F238E27FC236}">
                <a16:creationId xmlns:a16="http://schemas.microsoft.com/office/drawing/2014/main" id="{37BE0E9F-1B12-8522-91F6-65D60145E3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291281" y="4203795"/>
            <a:ext cx="669171" cy="431557"/>
          </a:xfrm>
          <a:custGeom>
            <a:avLst/>
            <a:gdLst>
              <a:gd name="T0" fmla="*/ 0 w 220"/>
              <a:gd name="T1" fmla="*/ 13 h 142"/>
              <a:gd name="T2" fmla="*/ 22 w 220"/>
              <a:gd name="T3" fmla="*/ 0 h 142"/>
              <a:gd name="T4" fmla="*/ 0 w 220"/>
              <a:gd name="T5" fmla="*/ 23 h 142"/>
              <a:gd name="T6" fmla="*/ 22 w 220"/>
              <a:gd name="T7" fmla="*/ 10 h 142"/>
              <a:gd name="T8" fmla="*/ 8 w 220"/>
              <a:gd name="T9" fmla="*/ 39 h 142"/>
              <a:gd name="T10" fmla="*/ 13 w 220"/>
              <a:gd name="T11" fmla="*/ 110 h 142"/>
              <a:gd name="T12" fmla="*/ 20 w 220"/>
              <a:gd name="T13" fmla="*/ 96 h 142"/>
              <a:gd name="T14" fmla="*/ 14 w 220"/>
              <a:gd name="T15" fmla="*/ 27 h 142"/>
              <a:gd name="T16" fmla="*/ 217 w 220"/>
              <a:gd name="T17" fmla="*/ 80 h 142"/>
              <a:gd name="T18" fmla="*/ 213 w 220"/>
              <a:gd name="T19" fmla="*/ 73 h 142"/>
              <a:gd name="T20" fmla="*/ 213 w 220"/>
              <a:gd name="T21" fmla="*/ 96 h 142"/>
              <a:gd name="T22" fmla="*/ 198 w 220"/>
              <a:gd name="T23" fmla="*/ 78 h 142"/>
              <a:gd name="T24" fmla="*/ 186 w 220"/>
              <a:gd name="T25" fmla="*/ 97 h 142"/>
              <a:gd name="T26" fmla="*/ 167 w 220"/>
              <a:gd name="T27" fmla="*/ 78 h 142"/>
              <a:gd name="T28" fmla="*/ 140 w 220"/>
              <a:gd name="T29" fmla="*/ 86 h 142"/>
              <a:gd name="T30" fmla="*/ 106 w 220"/>
              <a:gd name="T31" fmla="*/ 53 h 142"/>
              <a:gd name="T32" fmla="*/ 139 w 220"/>
              <a:gd name="T33" fmla="*/ 28 h 142"/>
              <a:gd name="T34" fmla="*/ 108 w 220"/>
              <a:gd name="T35" fmla="*/ 74 h 142"/>
              <a:gd name="T36" fmla="*/ 138 w 220"/>
              <a:gd name="T37" fmla="*/ 95 h 142"/>
              <a:gd name="T38" fmla="*/ 92 w 220"/>
              <a:gd name="T39" fmla="*/ 97 h 142"/>
              <a:gd name="T40" fmla="*/ 81 w 220"/>
              <a:gd name="T41" fmla="*/ 69 h 142"/>
              <a:gd name="T42" fmla="*/ 87 w 220"/>
              <a:gd name="T43" fmla="*/ 104 h 142"/>
              <a:gd name="T44" fmla="*/ 31 w 220"/>
              <a:gd name="T45" fmla="*/ 132 h 142"/>
              <a:gd name="T46" fmla="*/ 63 w 220"/>
              <a:gd name="T47" fmla="*/ 140 h 142"/>
              <a:gd name="T48" fmla="*/ 168 w 220"/>
              <a:gd name="T49" fmla="*/ 104 h 142"/>
              <a:gd name="T50" fmla="*/ 218 w 220"/>
              <a:gd name="T51" fmla="*/ 108 h 142"/>
              <a:gd name="T52" fmla="*/ 184 w 220"/>
              <a:gd name="T53" fmla="*/ 40 h 142"/>
              <a:gd name="T54" fmla="*/ 199 w 220"/>
              <a:gd name="T55" fmla="*/ 36 h 142"/>
              <a:gd name="T56" fmla="*/ 201 w 220"/>
              <a:gd name="T57" fmla="*/ 42 h 142"/>
              <a:gd name="T58" fmla="*/ 207 w 220"/>
              <a:gd name="T59" fmla="*/ 57 h 142"/>
              <a:gd name="T60" fmla="*/ 201 w 220"/>
              <a:gd name="T61" fmla="*/ 42 h 142"/>
              <a:gd name="T62" fmla="*/ 181 w 220"/>
              <a:gd name="T63" fmla="*/ 58 h 142"/>
              <a:gd name="T64" fmla="*/ 197 w 220"/>
              <a:gd name="T65" fmla="*/ 53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20" h="142">
                <a:moveTo>
                  <a:pt x="22" y="0"/>
                </a:moveTo>
                <a:cubicBezTo>
                  <a:pt x="15" y="4"/>
                  <a:pt x="2" y="4"/>
                  <a:pt x="0" y="13"/>
                </a:cubicBezTo>
                <a:cubicBezTo>
                  <a:pt x="8" y="11"/>
                  <a:pt x="18" y="7"/>
                  <a:pt x="23" y="2"/>
                </a:cubicBezTo>
                <a:cubicBezTo>
                  <a:pt x="22" y="0"/>
                  <a:pt x="23" y="1"/>
                  <a:pt x="22" y="0"/>
                </a:cubicBezTo>
                <a:close/>
                <a:moveTo>
                  <a:pt x="22" y="10"/>
                </a:moveTo>
                <a:cubicBezTo>
                  <a:pt x="15" y="14"/>
                  <a:pt x="2" y="14"/>
                  <a:pt x="0" y="23"/>
                </a:cubicBezTo>
                <a:cubicBezTo>
                  <a:pt x="6" y="22"/>
                  <a:pt x="19" y="18"/>
                  <a:pt x="22" y="13"/>
                </a:cubicBezTo>
                <a:cubicBezTo>
                  <a:pt x="23" y="12"/>
                  <a:pt x="23" y="11"/>
                  <a:pt x="22" y="10"/>
                </a:cubicBezTo>
                <a:close/>
                <a:moveTo>
                  <a:pt x="14" y="27"/>
                </a:moveTo>
                <a:cubicBezTo>
                  <a:pt x="11" y="31"/>
                  <a:pt x="10" y="35"/>
                  <a:pt x="8" y="39"/>
                </a:cubicBezTo>
                <a:cubicBezTo>
                  <a:pt x="9" y="46"/>
                  <a:pt x="9" y="54"/>
                  <a:pt x="10" y="61"/>
                </a:cubicBezTo>
                <a:cubicBezTo>
                  <a:pt x="13" y="77"/>
                  <a:pt x="14" y="93"/>
                  <a:pt x="13" y="110"/>
                </a:cubicBezTo>
                <a:cubicBezTo>
                  <a:pt x="13" y="110"/>
                  <a:pt x="14" y="110"/>
                  <a:pt x="14" y="110"/>
                </a:cubicBezTo>
                <a:cubicBezTo>
                  <a:pt x="16" y="105"/>
                  <a:pt x="19" y="102"/>
                  <a:pt x="20" y="96"/>
                </a:cubicBezTo>
                <a:cubicBezTo>
                  <a:pt x="23" y="83"/>
                  <a:pt x="18" y="58"/>
                  <a:pt x="16" y="46"/>
                </a:cubicBezTo>
                <a:cubicBezTo>
                  <a:pt x="15" y="40"/>
                  <a:pt x="14" y="34"/>
                  <a:pt x="14" y="27"/>
                </a:cubicBezTo>
                <a:close/>
                <a:moveTo>
                  <a:pt x="218" y="108"/>
                </a:moveTo>
                <a:cubicBezTo>
                  <a:pt x="218" y="99"/>
                  <a:pt x="220" y="87"/>
                  <a:pt x="217" y="80"/>
                </a:cubicBezTo>
                <a:cubicBezTo>
                  <a:pt x="216" y="78"/>
                  <a:pt x="215" y="76"/>
                  <a:pt x="213" y="73"/>
                </a:cubicBezTo>
                <a:cubicBezTo>
                  <a:pt x="213" y="73"/>
                  <a:pt x="213" y="73"/>
                  <a:pt x="213" y="73"/>
                </a:cubicBezTo>
                <a:cubicBezTo>
                  <a:pt x="212" y="76"/>
                  <a:pt x="210" y="78"/>
                  <a:pt x="209" y="81"/>
                </a:cubicBezTo>
                <a:cubicBezTo>
                  <a:pt x="211" y="83"/>
                  <a:pt x="219" y="93"/>
                  <a:pt x="213" y="96"/>
                </a:cubicBezTo>
                <a:cubicBezTo>
                  <a:pt x="202" y="101"/>
                  <a:pt x="202" y="84"/>
                  <a:pt x="199" y="78"/>
                </a:cubicBezTo>
                <a:cubicBezTo>
                  <a:pt x="199" y="78"/>
                  <a:pt x="199" y="78"/>
                  <a:pt x="198" y="78"/>
                </a:cubicBezTo>
                <a:cubicBezTo>
                  <a:pt x="197" y="82"/>
                  <a:pt x="198" y="93"/>
                  <a:pt x="195" y="95"/>
                </a:cubicBezTo>
                <a:cubicBezTo>
                  <a:pt x="193" y="97"/>
                  <a:pt x="189" y="97"/>
                  <a:pt x="186" y="97"/>
                </a:cubicBezTo>
                <a:cubicBezTo>
                  <a:pt x="174" y="97"/>
                  <a:pt x="169" y="88"/>
                  <a:pt x="168" y="78"/>
                </a:cubicBezTo>
                <a:cubicBezTo>
                  <a:pt x="167" y="78"/>
                  <a:pt x="167" y="78"/>
                  <a:pt x="167" y="78"/>
                </a:cubicBezTo>
                <a:cubicBezTo>
                  <a:pt x="161" y="93"/>
                  <a:pt x="171" y="97"/>
                  <a:pt x="146" y="97"/>
                </a:cubicBezTo>
                <a:cubicBezTo>
                  <a:pt x="144" y="93"/>
                  <a:pt x="142" y="90"/>
                  <a:pt x="140" y="86"/>
                </a:cubicBezTo>
                <a:cubicBezTo>
                  <a:pt x="134" y="78"/>
                  <a:pt x="127" y="71"/>
                  <a:pt x="119" y="65"/>
                </a:cubicBezTo>
                <a:cubicBezTo>
                  <a:pt x="115" y="62"/>
                  <a:pt x="107" y="58"/>
                  <a:pt x="106" y="53"/>
                </a:cubicBezTo>
                <a:cubicBezTo>
                  <a:pt x="110" y="47"/>
                  <a:pt x="131" y="41"/>
                  <a:pt x="139" y="39"/>
                </a:cubicBezTo>
                <a:cubicBezTo>
                  <a:pt x="139" y="35"/>
                  <a:pt x="139" y="32"/>
                  <a:pt x="139" y="28"/>
                </a:cubicBezTo>
                <a:cubicBezTo>
                  <a:pt x="120" y="33"/>
                  <a:pt x="97" y="40"/>
                  <a:pt x="98" y="65"/>
                </a:cubicBezTo>
                <a:cubicBezTo>
                  <a:pt x="100" y="68"/>
                  <a:pt x="104" y="72"/>
                  <a:pt x="108" y="74"/>
                </a:cubicBezTo>
                <a:cubicBezTo>
                  <a:pt x="110" y="75"/>
                  <a:pt x="110" y="75"/>
                  <a:pt x="111" y="73"/>
                </a:cubicBezTo>
                <a:cubicBezTo>
                  <a:pt x="123" y="77"/>
                  <a:pt x="129" y="88"/>
                  <a:pt x="138" y="95"/>
                </a:cubicBezTo>
                <a:cubicBezTo>
                  <a:pt x="138" y="96"/>
                  <a:pt x="138" y="96"/>
                  <a:pt x="138" y="97"/>
                </a:cubicBezTo>
                <a:cubicBezTo>
                  <a:pt x="123" y="97"/>
                  <a:pt x="107" y="97"/>
                  <a:pt x="92" y="97"/>
                </a:cubicBezTo>
                <a:cubicBezTo>
                  <a:pt x="92" y="83"/>
                  <a:pt x="88" y="79"/>
                  <a:pt x="84" y="71"/>
                </a:cubicBezTo>
                <a:cubicBezTo>
                  <a:pt x="83" y="71"/>
                  <a:pt x="82" y="70"/>
                  <a:pt x="81" y="69"/>
                </a:cubicBezTo>
                <a:cubicBezTo>
                  <a:pt x="80" y="73"/>
                  <a:pt x="79" y="76"/>
                  <a:pt x="77" y="80"/>
                </a:cubicBezTo>
                <a:cubicBezTo>
                  <a:pt x="81" y="85"/>
                  <a:pt x="90" y="93"/>
                  <a:pt x="87" y="104"/>
                </a:cubicBezTo>
                <a:cubicBezTo>
                  <a:pt x="83" y="123"/>
                  <a:pt x="56" y="138"/>
                  <a:pt x="32" y="129"/>
                </a:cubicBezTo>
                <a:cubicBezTo>
                  <a:pt x="31" y="130"/>
                  <a:pt x="31" y="131"/>
                  <a:pt x="31" y="132"/>
                </a:cubicBezTo>
                <a:cubicBezTo>
                  <a:pt x="35" y="133"/>
                  <a:pt x="38" y="135"/>
                  <a:pt x="42" y="136"/>
                </a:cubicBezTo>
                <a:cubicBezTo>
                  <a:pt x="47" y="138"/>
                  <a:pt x="55" y="142"/>
                  <a:pt x="63" y="140"/>
                </a:cubicBezTo>
                <a:cubicBezTo>
                  <a:pt x="74" y="138"/>
                  <a:pt x="92" y="122"/>
                  <a:pt x="92" y="108"/>
                </a:cubicBezTo>
                <a:cubicBezTo>
                  <a:pt x="113" y="108"/>
                  <a:pt x="156" y="112"/>
                  <a:pt x="168" y="104"/>
                </a:cubicBezTo>
                <a:cubicBezTo>
                  <a:pt x="176" y="108"/>
                  <a:pt x="194" y="111"/>
                  <a:pt x="200" y="104"/>
                </a:cubicBezTo>
                <a:cubicBezTo>
                  <a:pt x="203" y="108"/>
                  <a:pt x="211" y="108"/>
                  <a:pt x="218" y="108"/>
                </a:cubicBezTo>
                <a:close/>
                <a:moveTo>
                  <a:pt x="188" y="31"/>
                </a:moveTo>
                <a:cubicBezTo>
                  <a:pt x="187" y="34"/>
                  <a:pt x="185" y="37"/>
                  <a:pt x="184" y="40"/>
                </a:cubicBezTo>
                <a:cubicBezTo>
                  <a:pt x="187" y="42"/>
                  <a:pt x="191" y="44"/>
                  <a:pt x="194" y="46"/>
                </a:cubicBezTo>
                <a:cubicBezTo>
                  <a:pt x="196" y="42"/>
                  <a:pt x="198" y="39"/>
                  <a:pt x="199" y="36"/>
                </a:cubicBezTo>
                <a:cubicBezTo>
                  <a:pt x="195" y="34"/>
                  <a:pt x="192" y="32"/>
                  <a:pt x="188" y="31"/>
                </a:cubicBezTo>
                <a:close/>
                <a:moveTo>
                  <a:pt x="201" y="42"/>
                </a:moveTo>
                <a:cubicBezTo>
                  <a:pt x="199" y="45"/>
                  <a:pt x="198" y="48"/>
                  <a:pt x="196" y="51"/>
                </a:cubicBezTo>
                <a:cubicBezTo>
                  <a:pt x="200" y="53"/>
                  <a:pt x="203" y="55"/>
                  <a:pt x="207" y="57"/>
                </a:cubicBezTo>
                <a:cubicBezTo>
                  <a:pt x="208" y="54"/>
                  <a:pt x="210" y="51"/>
                  <a:pt x="212" y="47"/>
                </a:cubicBezTo>
                <a:cubicBezTo>
                  <a:pt x="208" y="46"/>
                  <a:pt x="204" y="44"/>
                  <a:pt x="201" y="42"/>
                </a:cubicBezTo>
                <a:close/>
                <a:moveTo>
                  <a:pt x="186" y="48"/>
                </a:moveTo>
                <a:cubicBezTo>
                  <a:pt x="184" y="52"/>
                  <a:pt x="183" y="55"/>
                  <a:pt x="181" y="58"/>
                </a:cubicBezTo>
                <a:cubicBezTo>
                  <a:pt x="185" y="60"/>
                  <a:pt x="188" y="62"/>
                  <a:pt x="192" y="63"/>
                </a:cubicBezTo>
                <a:cubicBezTo>
                  <a:pt x="193" y="60"/>
                  <a:pt x="195" y="57"/>
                  <a:pt x="197" y="53"/>
                </a:cubicBezTo>
                <a:cubicBezTo>
                  <a:pt x="193" y="52"/>
                  <a:pt x="189" y="50"/>
                  <a:pt x="186" y="48"/>
                </a:cubicBezTo>
                <a:close/>
              </a:path>
            </a:pathLst>
          </a:custGeom>
          <a:solidFill>
            <a:srgbClr val="00BCF2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31" name="Freeform 250">
            <a:extLst>
              <a:ext uri="{FF2B5EF4-FFF2-40B4-BE49-F238E27FC236}">
                <a16:creationId xmlns:a16="http://schemas.microsoft.com/office/drawing/2014/main" id="{7123573A-8A9A-C5CA-59AD-EC54FAA7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382775" y="4114715"/>
            <a:ext cx="883665" cy="288989"/>
          </a:xfrm>
          <a:custGeom>
            <a:avLst/>
            <a:gdLst>
              <a:gd name="T0" fmla="*/ 42 w 291"/>
              <a:gd name="T1" fmla="*/ 54 h 95"/>
              <a:gd name="T2" fmla="*/ 80 w 291"/>
              <a:gd name="T3" fmla="*/ 59 h 95"/>
              <a:gd name="T4" fmla="*/ 41 w 291"/>
              <a:gd name="T5" fmla="*/ 82 h 95"/>
              <a:gd name="T6" fmla="*/ 6 w 291"/>
              <a:gd name="T7" fmla="*/ 72 h 95"/>
              <a:gd name="T8" fmla="*/ 31 w 291"/>
              <a:gd name="T9" fmla="*/ 20 h 95"/>
              <a:gd name="T10" fmla="*/ 30 w 291"/>
              <a:gd name="T11" fmla="*/ 21 h 95"/>
              <a:gd name="T12" fmla="*/ 28 w 291"/>
              <a:gd name="T13" fmla="*/ 16 h 95"/>
              <a:gd name="T14" fmla="*/ 38 w 291"/>
              <a:gd name="T15" fmla="*/ 15 h 95"/>
              <a:gd name="T16" fmla="*/ 76 w 291"/>
              <a:gd name="T17" fmla="*/ 19 h 95"/>
              <a:gd name="T18" fmla="*/ 37 w 291"/>
              <a:gd name="T19" fmla="*/ 40 h 95"/>
              <a:gd name="T20" fmla="*/ 34 w 291"/>
              <a:gd name="T21" fmla="*/ 62 h 95"/>
              <a:gd name="T22" fmla="*/ 32 w 291"/>
              <a:gd name="T23" fmla="*/ 63 h 95"/>
              <a:gd name="T24" fmla="*/ 106 w 291"/>
              <a:gd name="T25" fmla="*/ 3 h 95"/>
              <a:gd name="T26" fmla="*/ 125 w 291"/>
              <a:gd name="T27" fmla="*/ 14 h 95"/>
              <a:gd name="T28" fmla="*/ 96 w 291"/>
              <a:gd name="T29" fmla="*/ 18 h 95"/>
              <a:gd name="T30" fmla="*/ 100 w 291"/>
              <a:gd name="T31" fmla="*/ 31 h 95"/>
              <a:gd name="T32" fmla="*/ 111 w 291"/>
              <a:gd name="T33" fmla="*/ 34 h 95"/>
              <a:gd name="T34" fmla="*/ 101 w 291"/>
              <a:gd name="T35" fmla="*/ 46 h 95"/>
              <a:gd name="T36" fmla="*/ 112 w 291"/>
              <a:gd name="T37" fmla="*/ 49 h 95"/>
              <a:gd name="T38" fmla="*/ 127 w 291"/>
              <a:gd name="T39" fmla="*/ 61 h 95"/>
              <a:gd name="T40" fmla="*/ 102 w 291"/>
              <a:gd name="T41" fmla="*/ 57 h 95"/>
              <a:gd name="T42" fmla="*/ 107 w 291"/>
              <a:gd name="T43" fmla="*/ 82 h 95"/>
              <a:gd name="T44" fmla="*/ 125 w 291"/>
              <a:gd name="T45" fmla="*/ 64 h 95"/>
              <a:gd name="T46" fmla="*/ 107 w 291"/>
              <a:gd name="T47" fmla="*/ 63 h 95"/>
              <a:gd name="T48" fmla="*/ 160 w 291"/>
              <a:gd name="T49" fmla="*/ 16 h 95"/>
              <a:gd name="T50" fmla="*/ 147 w 291"/>
              <a:gd name="T51" fmla="*/ 9 h 95"/>
              <a:gd name="T52" fmla="*/ 138 w 291"/>
              <a:gd name="T53" fmla="*/ 16 h 95"/>
              <a:gd name="T54" fmla="*/ 130 w 291"/>
              <a:gd name="T55" fmla="*/ 59 h 95"/>
              <a:gd name="T56" fmla="*/ 121 w 291"/>
              <a:gd name="T57" fmla="*/ 92 h 95"/>
              <a:gd name="T58" fmla="*/ 141 w 291"/>
              <a:gd name="T59" fmla="*/ 85 h 95"/>
              <a:gd name="T60" fmla="*/ 157 w 291"/>
              <a:gd name="T61" fmla="*/ 19 h 95"/>
              <a:gd name="T62" fmla="*/ 138 w 291"/>
              <a:gd name="T63" fmla="*/ 29 h 95"/>
              <a:gd name="T64" fmla="*/ 138 w 291"/>
              <a:gd name="T65" fmla="*/ 42 h 95"/>
              <a:gd name="T66" fmla="*/ 138 w 291"/>
              <a:gd name="T67" fmla="*/ 44 h 95"/>
              <a:gd name="T68" fmla="*/ 181 w 291"/>
              <a:gd name="T69" fmla="*/ 29 h 95"/>
              <a:gd name="T70" fmla="*/ 181 w 291"/>
              <a:gd name="T71" fmla="*/ 85 h 95"/>
              <a:gd name="T72" fmla="*/ 174 w 291"/>
              <a:gd name="T73" fmla="*/ 85 h 95"/>
              <a:gd name="T74" fmla="*/ 162 w 291"/>
              <a:gd name="T75" fmla="*/ 33 h 95"/>
              <a:gd name="T76" fmla="*/ 184 w 291"/>
              <a:gd name="T77" fmla="*/ 6 h 95"/>
              <a:gd name="T78" fmla="*/ 161 w 291"/>
              <a:gd name="T79" fmla="*/ 41 h 95"/>
              <a:gd name="T80" fmla="*/ 167 w 291"/>
              <a:gd name="T81" fmla="*/ 56 h 95"/>
              <a:gd name="T82" fmla="*/ 232 w 291"/>
              <a:gd name="T83" fmla="*/ 15 h 95"/>
              <a:gd name="T84" fmla="*/ 201 w 291"/>
              <a:gd name="T85" fmla="*/ 10 h 95"/>
              <a:gd name="T86" fmla="*/ 206 w 291"/>
              <a:gd name="T87" fmla="*/ 72 h 95"/>
              <a:gd name="T88" fmla="*/ 228 w 291"/>
              <a:gd name="T89" fmla="*/ 17 h 95"/>
              <a:gd name="T90" fmla="*/ 223 w 291"/>
              <a:gd name="T91" fmla="*/ 41 h 95"/>
              <a:gd name="T92" fmla="*/ 206 w 291"/>
              <a:gd name="T93" fmla="*/ 44 h 95"/>
              <a:gd name="T94" fmla="*/ 282 w 291"/>
              <a:gd name="T95" fmla="*/ 26 h 95"/>
              <a:gd name="T96" fmla="*/ 291 w 291"/>
              <a:gd name="T97" fmla="*/ 12 h 95"/>
              <a:gd name="T98" fmla="*/ 233 w 291"/>
              <a:gd name="T99" fmla="*/ 12 h 95"/>
              <a:gd name="T100" fmla="*/ 240 w 291"/>
              <a:gd name="T101" fmla="*/ 30 h 95"/>
              <a:gd name="T102" fmla="*/ 240 w 291"/>
              <a:gd name="T103" fmla="*/ 90 h 95"/>
              <a:gd name="T104" fmla="*/ 285 w 291"/>
              <a:gd name="T105" fmla="*/ 89 h 95"/>
              <a:gd name="T106" fmla="*/ 255 w 291"/>
              <a:gd name="T107" fmla="*/ 12 h 95"/>
              <a:gd name="T108" fmla="*/ 255 w 291"/>
              <a:gd name="T109" fmla="*/ 12 h 95"/>
              <a:gd name="T110" fmla="*/ 240 w 291"/>
              <a:gd name="T111" fmla="*/ 69 h 95"/>
              <a:gd name="T112" fmla="*/ 252 w 291"/>
              <a:gd name="T113" fmla="*/ 55 h 95"/>
              <a:gd name="T114" fmla="*/ 269 w 291"/>
              <a:gd name="T115" fmla="*/ 64 h 95"/>
              <a:gd name="T116" fmla="*/ 271 w 291"/>
              <a:gd name="T117" fmla="*/ 59 h 95"/>
              <a:gd name="T118" fmla="*/ 279 w 291"/>
              <a:gd name="T119" fmla="*/ 81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91" h="95">
                <a:moveTo>
                  <a:pt x="46" y="41"/>
                </a:moveTo>
                <a:cubicBezTo>
                  <a:pt x="53" y="48"/>
                  <a:pt x="53" y="48"/>
                  <a:pt x="53" y="48"/>
                </a:cubicBezTo>
                <a:cubicBezTo>
                  <a:pt x="49" y="49"/>
                  <a:pt x="49" y="49"/>
                  <a:pt x="49" y="49"/>
                </a:cubicBezTo>
                <a:cubicBezTo>
                  <a:pt x="48" y="49"/>
                  <a:pt x="46" y="51"/>
                  <a:pt x="42" y="54"/>
                </a:cubicBezTo>
                <a:cubicBezTo>
                  <a:pt x="74" y="54"/>
                  <a:pt x="74" y="54"/>
                  <a:pt x="74" y="54"/>
                </a:cubicBezTo>
                <a:cubicBezTo>
                  <a:pt x="78" y="50"/>
                  <a:pt x="78" y="50"/>
                  <a:pt x="78" y="50"/>
                </a:cubicBezTo>
                <a:cubicBezTo>
                  <a:pt x="85" y="56"/>
                  <a:pt x="85" y="56"/>
                  <a:pt x="85" y="56"/>
                </a:cubicBezTo>
                <a:cubicBezTo>
                  <a:pt x="80" y="59"/>
                  <a:pt x="80" y="59"/>
                  <a:pt x="80" y="59"/>
                </a:cubicBezTo>
                <a:cubicBezTo>
                  <a:pt x="67" y="73"/>
                  <a:pt x="54" y="82"/>
                  <a:pt x="41" y="86"/>
                </a:cubicBezTo>
                <a:cubicBezTo>
                  <a:pt x="27" y="91"/>
                  <a:pt x="14" y="94"/>
                  <a:pt x="0" y="95"/>
                </a:cubicBezTo>
                <a:cubicBezTo>
                  <a:pt x="0" y="93"/>
                  <a:pt x="0" y="93"/>
                  <a:pt x="0" y="93"/>
                </a:cubicBezTo>
                <a:cubicBezTo>
                  <a:pt x="15" y="91"/>
                  <a:pt x="29" y="87"/>
                  <a:pt x="41" y="82"/>
                </a:cubicBezTo>
                <a:cubicBezTo>
                  <a:pt x="53" y="76"/>
                  <a:pt x="64" y="68"/>
                  <a:pt x="74" y="56"/>
                </a:cubicBezTo>
                <a:cubicBezTo>
                  <a:pt x="41" y="56"/>
                  <a:pt x="41" y="56"/>
                  <a:pt x="41" y="56"/>
                </a:cubicBezTo>
                <a:cubicBezTo>
                  <a:pt x="31" y="63"/>
                  <a:pt x="20" y="69"/>
                  <a:pt x="7" y="74"/>
                </a:cubicBezTo>
                <a:cubicBezTo>
                  <a:pt x="6" y="72"/>
                  <a:pt x="6" y="72"/>
                  <a:pt x="6" y="72"/>
                </a:cubicBezTo>
                <a:cubicBezTo>
                  <a:pt x="15" y="68"/>
                  <a:pt x="22" y="64"/>
                  <a:pt x="28" y="59"/>
                </a:cubicBezTo>
                <a:cubicBezTo>
                  <a:pt x="35" y="54"/>
                  <a:pt x="41" y="48"/>
                  <a:pt x="46" y="41"/>
                </a:cubicBezTo>
                <a:close/>
                <a:moveTo>
                  <a:pt x="36" y="17"/>
                </a:moveTo>
                <a:cubicBezTo>
                  <a:pt x="31" y="20"/>
                  <a:pt x="31" y="20"/>
                  <a:pt x="31" y="20"/>
                </a:cubicBezTo>
                <a:cubicBezTo>
                  <a:pt x="36" y="23"/>
                  <a:pt x="40" y="26"/>
                  <a:pt x="41" y="28"/>
                </a:cubicBezTo>
                <a:cubicBezTo>
                  <a:pt x="42" y="30"/>
                  <a:pt x="42" y="32"/>
                  <a:pt x="40" y="34"/>
                </a:cubicBezTo>
                <a:cubicBezTo>
                  <a:pt x="38" y="37"/>
                  <a:pt x="37" y="36"/>
                  <a:pt x="36" y="33"/>
                </a:cubicBezTo>
                <a:cubicBezTo>
                  <a:pt x="35" y="30"/>
                  <a:pt x="33" y="26"/>
                  <a:pt x="30" y="21"/>
                </a:cubicBezTo>
                <a:cubicBezTo>
                  <a:pt x="26" y="23"/>
                  <a:pt x="22" y="25"/>
                  <a:pt x="18" y="27"/>
                </a:cubicBezTo>
                <a:cubicBezTo>
                  <a:pt x="14" y="29"/>
                  <a:pt x="9" y="32"/>
                  <a:pt x="4" y="34"/>
                </a:cubicBezTo>
                <a:cubicBezTo>
                  <a:pt x="3" y="32"/>
                  <a:pt x="3" y="32"/>
                  <a:pt x="3" y="32"/>
                </a:cubicBezTo>
                <a:cubicBezTo>
                  <a:pt x="14" y="27"/>
                  <a:pt x="22" y="22"/>
                  <a:pt x="28" y="16"/>
                </a:cubicBezTo>
                <a:cubicBezTo>
                  <a:pt x="35" y="10"/>
                  <a:pt x="40" y="5"/>
                  <a:pt x="42" y="1"/>
                </a:cubicBezTo>
                <a:cubicBezTo>
                  <a:pt x="49" y="7"/>
                  <a:pt x="49" y="7"/>
                  <a:pt x="49" y="7"/>
                </a:cubicBezTo>
                <a:cubicBezTo>
                  <a:pt x="45" y="9"/>
                  <a:pt x="45" y="9"/>
                  <a:pt x="45" y="9"/>
                </a:cubicBezTo>
                <a:cubicBezTo>
                  <a:pt x="38" y="15"/>
                  <a:pt x="38" y="15"/>
                  <a:pt x="38" y="15"/>
                </a:cubicBezTo>
                <a:cubicBezTo>
                  <a:pt x="68" y="15"/>
                  <a:pt x="68" y="15"/>
                  <a:pt x="68" y="15"/>
                </a:cubicBezTo>
                <a:cubicBezTo>
                  <a:pt x="73" y="10"/>
                  <a:pt x="73" y="10"/>
                  <a:pt x="73" y="10"/>
                </a:cubicBezTo>
                <a:cubicBezTo>
                  <a:pt x="80" y="18"/>
                  <a:pt x="80" y="18"/>
                  <a:pt x="80" y="18"/>
                </a:cubicBezTo>
                <a:cubicBezTo>
                  <a:pt x="76" y="19"/>
                  <a:pt x="76" y="19"/>
                  <a:pt x="76" y="19"/>
                </a:cubicBezTo>
                <a:cubicBezTo>
                  <a:pt x="68" y="26"/>
                  <a:pt x="58" y="33"/>
                  <a:pt x="47" y="40"/>
                </a:cubicBezTo>
                <a:cubicBezTo>
                  <a:pt x="36" y="46"/>
                  <a:pt x="21" y="50"/>
                  <a:pt x="1" y="53"/>
                </a:cubicBezTo>
                <a:cubicBezTo>
                  <a:pt x="1" y="52"/>
                  <a:pt x="1" y="52"/>
                  <a:pt x="1" y="52"/>
                </a:cubicBezTo>
                <a:cubicBezTo>
                  <a:pt x="14" y="49"/>
                  <a:pt x="26" y="45"/>
                  <a:pt x="37" y="40"/>
                </a:cubicBezTo>
                <a:cubicBezTo>
                  <a:pt x="48" y="35"/>
                  <a:pt x="59" y="28"/>
                  <a:pt x="68" y="17"/>
                </a:cubicBezTo>
                <a:cubicBezTo>
                  <a:pt x="36" y="17"/>
                  <a:pt x="36" y="17"/>
                  <a:pt x="36" y="17"/>
                </a:cubicBezTo>
                <a:cubicBezTo>
                  <a:pt x="36" y="17"/>
                  <a:pt x="36" y="17"/>
                  <a:pt x="36" y="17"/>
                </a:cubicBezTo>
                <a:close/>
                <a:moveTo>
                  <a:pt x="34" y="62"/>
                </a:moveTo>
                <a:cubicBezTo>
                  <a:pt x="39" y="65"/>
                  <a:pt x="41" y="68"/>
                  <a:pt x="43" y="71"/>
                </a:cubicBezTo>
                <a:cubicBezTo>
                  <a:pt x="44" y="73"/>
                  <a:pt x="44" y="76"/>
                  <a:pt x="41" y="78"/>
                </a:cubicBezTo>
                <a:cubicBezTo>
                  <a:pt x="39" y="80"/>
                  <a:pt x="37" y="80"/>
                  <a:pt x="37" y="76"/>
                </a:cubicBezTo>
                <a:cubicBezTo>
                  <a:pt x="36" y="72"/>
                  <a:pt x="35" y="68"/>
                  <a:pt x="32" y="63"/>
                </a:cubicBezTo>
                <a:cubicBezTo>
                  <a:pt x="34" y="62"/>
                  <a:pt x="34" y="62"/>
                  <a:pt x="34" y="62"/>
                </a:cubicBezTo>
                <a:cubicBezTo>
                  <a:pt x="34" y="62"/>
                  <a:pt x="34" y="62"/>
                  <a:pt x="34" y="62"/>
                </a:cubicBezTo>
                <a:close/>
                <a:moveTo>
                  <a:pt x="105" y="4"/>
                </a:moveTo>
                <a:cubicBezTo>
                  <a:pt x="106" y="3"/>
                  <a:pt x="106" y="3"/>
                  <a:pt x="106" y="3"/>
                </a:cubicBezTo>
                <a:cubicBezTo>
                  <a:pt x="112" y="6"/>
                  <a:pt x="116" y="9"/>
                  <a:pt x="117" y="11"/>
                </a:cubicBezTo>
                <a:cubicBezTo>
                  <a:pt x="118" y="13"/>
                  <a:pt x="117" y="16"/>
                  <a:pt x="114" y="18"/>
                </a:cubicBezTo>
                <a:cubicBezTo>
                  <a:pt x="121" y="18"/>
                  <a:pt x="121" y="18"/>
                  <a:pt x="121" y="18"/>
                </a:cubicBezTo>
                <a:cubicBezTo>
                  <a:pt x="125" y="14"/>
                  <a:pt x="125" y="14"/>
                  <a:pt x="125" y="14"/>
                </a:cubicBezTo>
                <a:cubicBezTo>
                  <a:pt x="131" y="20"/>
                  <a:pt x="131" y="20"/>
                  <a:pt x="131" y="20"/>
                </a:cubicBezTo>
                <a:cubicBezTo>
                  <a:pt x="107" y="20"/>
                  <a:pt x="107" y="20"/>
                  <a:pt x="107" y="20"/>
                </a:cubicBezTo>
                <a:cubicBezTo>
                  <a:pt x="105" y="20"/>
                  <a:pt x="103" y="21"/>
                  <a:pt x="99" y="22"/>
                </a:cubicBezTo>
                <a:cubicBezTo>
                  <a:pt x="96" y="18"/>
                  <a:pt x="96" y="18"/>
                  <a:pt x="96" y="18"/>
                </a:cubicBezTo>
                <a:cubicBezTo>
                  <a:pt x="112" y="18"/>
                  <a:pt x="112" y="18"/>
                  <a:pt x="112" y="18"/>
                </a:cubicBezTo>
                <a:cubicBezTo>
                  <a:pt x="112" y="16"/>
                  <a:pt x="112" y="15"/>
                  <a:pt x="111" y="13"/>
                </a:cubicBezTo>
                <a:cubicBezTo>
                  <a:pt x="110" y="10"/>
                  <a:pt x="108" y="8"/>
                  <a:pt x="105" y="4"/>
                </a:cubicBezTo>
                <a:close/>
                <a:moveTo>
                  <a:pt x="100" y="31"/>
                </a:moveTo>
                <a:cubicBezTo>
                  <a:pt x="118" y="31"/>
                  <a:pt x="118" y="31"/>
                  <a:pt x="118" y="31"/>
                </a:cubicBezTo>
                <a:cubicBezTo>
                  <a:pt x="122" y="28"/>
                  <a:pt x="122" y="28"/>
                  <a:pt x="122" y="28"/>
                </a:cubicBezTo>
                <a:cubicBezTo>
                  <a:pt x="128" y="34"/>
                  <a:pt x="128" y="34"/>
                  <a:pt x="128" y="34"/>
                </a:cubicBezTo>
                <a:cubicBezTo>
                  <a:pt x="111" y="34"/>
                  <a:pt x="111" y="34"/>
                  <a:pt x="111" y="34"/>
                </a:cubicBezTo>
                <a:cubicBezTo>
                  <a:pt x="109" y="34"/>
                  <a:pt x="106" y="34"/>
                  <a:pt x="103" y="35"/>
                </a:cubicBezTo>
                <a:cubicBezTo>
                  <a:pt x="100" y="31"/>
                  <a:pt x="100" y="31"/>
                  <a:pt x="100" y="31"/>
                </a:cubicBezTo>
                <a:cubicBezTo>
                  <a:pt x="100" y="31"/>
                  <a:pt x="100" y="31"/>
                  <a:pt x="100" y="31"/>
                </a:cubicBezTo>
                <a:close/>
                <a:moveTo>
                  <a:pt x="101" y="46"/>
                </a:moveTo>
                <a:cubicBezTo>
                  <a:pt x="118" y="46"/>
                  <a:pt x="118" y="46"/>
                  <a:pt x="118" y="46"/>
                </a:cubicBezTo>
                <a:cubicBezTo>
                  <a:pt x="122" y="42"/>
                  <a:pt x="122" y="42"/>
                  <a:pt x="122" y="42"/>
                </a:cubicBezTo>
                <a:cubicBezTo>
                  <a:pt x="128" y="49"/>
                  <a:pt x="128" y="49"/>
                  <a:pt x="128" y="49"/>
                </a:cubicBezTo>
                <a:cubicBezTo>
                  <a:pt x="112" y="49"/>
                  <a:pt x="112" y="49"/>
                  <a:pt x="112" y="49"/>
                </a:cubicBezTo>
                <a:cubicBezTo>
                  <a:pt x="110" y="49"/>
                  <a:pt x="107" y="49"/>
                  <a:pt x="104" y="50"/>
                </a:cubicBezTo>
                <a:cubicBezTo>
                  <a:pt x="101" y="46"/>
                  <a:pt x="101" y="46"/>
                  <a:pt x="101" y="46"/>
                </a:cubicBezTo>
                <a:cubicBezTo>
                  <a:pt x="101" y="46"/>
                  <a:pt x="101" y="46"/>
                  <a:pt x="101" y="46"/>
                </a:cubicBezTo>
                <a:close/>
                <a:moveTo>
                  <a:pt x="127" y="61"/>
                </a:moveTo>
                <a:cubicBezTo>
                  <a:pt x="127" y="61"/>
                  <a:pt x="127" y="61"/>
                  <a:pt x="122" y="56"/>
                </a:cubicBezTo>
                <a:cubicBezTo>
                  <a:pt x="122" y="56"/>
                  <a:pt x="122" y="56"/>
                  <a:pt x="120" y="60"/>
                </a:cubicBezTo>
                <a:cubicBezTo>
                  <a:pt x="120" y="60"/>
                  <a:pt x="120" y="60"/>
                  <a:pt x="108" y="60"/>
                </a:cubicBezTo>
                <a:cubicBezTo>
                  <a:pt x="108" y="60"/>
                  <a:pt x="108" y="60"/>
                  <a:pt x="102" y="57"/>
                </a:cubicBezTo>
                <a:cubicBezTo>
                  <a:pt x="102" y="60"/>
                  <a:pt x="102" y="66"/>
                  <a:pt x="102" y="74"/>
                </a:cubicBezTo>
                <a:cubicBezTo>
                  <a:pt x="102" y="82"/>
                  <a:pt x="102" y="88"/>
                  <a:pt x="102" y="90"/>
                </a:cubicBezTo>
                <a:cubicBezTo>
                  <a:pt x="102" y="90"/>
                  <a:pt x="102" y="90"/>
                  <a:pt x="107" y="88"/>
                </a:cubicBezTo>
                <a:cubicBezTo>
                  <a:pt x="107" y="88"/>
                  <a:pt x="107" y="88"/>
                  <a:pt x="107" y="82"/>
                </a:cubicBezTo>
                <a:cubicBezTo>
                  <a:pt x="107" y="82"/>
                  <a:pt x="107" y="82"/>
                  <a:pt x="120" y="82"/>
                </a:cubicBezTo>
                <a:cubicBezTo>
                  <a:pt x="120" y="82"/>
                  <a:pt x="120" y="82"/>
                  <a:pt x="120" y="87"/>
                </a:cubicBezTo>
                <a:cubicBezTo>
                  <a:pt x="120" y="87"/>
                  <a:pt x="120" y="87"/>
                  <a:pt x="125" y="84"/>
                </a:cubicBezTo>
                <a:cubicBezTo>
                  <a:pt x="125" y="79"/>
                  <a:pt x="125" y="73"/>
                  <a:pt x="125" y="64"/>
                </a:cubicBezTo>
                <a:cubicBezTo>
                  <a:pt x="125" y="64"/>
                  <a:pt x="125" y="64"/>
                  <a:pt x="127" y="61"/>
                </a:cubicBezTo>
                <a:close/>
                <a:moveTo>
                  <a:pt x="120" y="80"/>
                </a:moveTo>
                <a:cubicBezTo>
                  <a:pt x="120" y="80"/>
                  <a:pt x="120" y="80"/>
                  <a:pt x="107" y="80"/>
                </a:cubicBezTo>
                <a:cubicBezTo>
                  <a:pt x="107" y="80"/>
                  <a:pt x="107" y="80"/>
                  <a:pt x="107" y="63"/>
                </a:cubicBezTo>
                <a:cubicBezTo>
                  <a:pt x="120" y="63"/>
                  <a:pt x="120" y="63"/>
                  <a:pt x="120" y="63"/>
                </a:cubicBezTo>
                <a:cubicBezTo>
                  <a:pt x="120" y="63"/>
                  <a:pt x="120" y="63"/>
                  <a:pt x="120" y="80"/>
                </a:cubicBezTo>
                <a:close/>
                <a:moveTo>
                  <a:pt x="157" y="19"/>
                </a:moveTo>
                <a:cubicBezTo>
                  <a:pt x="157" y="19"/>
                  <a:pt x="157" y="19"/>
                  <a:pt x="160" y="16"/>
                </a:cubicBezTo>
                <a:cubicBezTo>
                  <a:pt x="160" y="16"/>
                  <a:pt x="160" y="16"/>
                  <a:pt x="154" y="12"/>
                </a:cubicBezTo>
                <a:cubicBezTo>
                  <a:pt x="154" y="12"/>
                  <a:pt x="154" y="12"/>
                  <a:pt x="152" y="16"/>
                </a:cubicBezTo>
                <a:cubicBezTo>
                  <a:pt x="152" y="16"/>
                  <a:pt x="152" y="16"/>
                  <a:pt x="143" y="16"/>
                </a:cubicBezTo>
                <a:cubicBezTo>
                  <a:pt x="144" y="13"/>
                  <a:pt x="146" y="11"/>
                  <a:pt x="147" y="9"/>
                </a:cubicBezTo>
                <a:cubicBezTo>
                  <a:pt x="149" y="6"/>
                  <a:pt x="150" y="5"/>
                  <a:pt x="151" y="4"/>
                </a:cubicBezTo>
                <a:cubicBezTo>
                  <a:pt x="151" y="4"/>
                  <a:pt x="151" y="4"/>
                  <a:pt x="144" y="0"/>
                </a:cubicBezTo>
                <a:cubicBezTo>
                  <a:pt x="144" y="4"/>
                  <a:pt x="143" y="9"/>
                  <a:pt x="141" y="16"/>
                </a:cubicBezTo>
                <a:cubicBezTo>
                  <a:pt x="141" y="16"/>
                  <a:pt x="141" y="16"/>
                  <a:pt x="138" y="16"/>
                </a:cubicBezTo>
                <a:cubicBezTo>
                  <a:pt x="138" y="16"/>
                  <a:pt x="138" y="16"/>
                  <a:pt x="133" y="13"/>
                </a:cubicBezTo>
                <a:cubicBezTo>
                  <a:pt x="133" y="13"/>
                  <a:pt x="133" y="13"/>
                  <a:pt x="133" y="55"/>
                </a:cubicBezTo>
                <a:cubicBezTo>
                  <a:pt x="126" y="55"/>
                  <a:pt x="126" y="55"/>
                  <a:pt x="126" y="55"/>
                </a:cubicBezTo>
                <a:cubicBezTo>
                  <a:pt x="126" y="55"/>
                  <a:pt x="126" y="55"/>
                  <a:pt x="130" y="59"/>
                </a:cubicBezTo>
                <a:cubicBezTo>
                  <a:pt x="133" y="58"/>
                  <a:pt x="135" y="58"/>
                  <a:pt x="137" y="58"/>
                </a:cubicBezTo>
                <a:cubicBezTo>
                  <a:pt x="137" y="58"/>
                  <a:pt x="137" y="58"/>
                  <a:pt x="147" y="58"/>
                </a:cubicBezTo>
                <a:cubicBezTo>
                  <a:pt x="141" y="71"/>
                  <a:pt x="132" y="82"/>
                  <a:pt x="120" y="91"/>
                </a:cubicBezTo>
                <a:cubicBezTo>
                  <a:pt x="120" y="91"/>
                  <a:pt x="120" y="91"/>
                  <a:pt x="121" y="92"/>
                </a:cubicBezTo>
                <a:cubicBezTo>
                  <a:pt x="135" y="85"/>
                  <a:pt x="145" y="74"/>
                  <a:pt x="153" y="58"/>
                </a:cubicBezTo>
                <a:cubicBezTo>
                  <a:pt x="153" y="58"/>
                  <a:pt x="153" y="58"/>
                  <a:pt x="153" y="82"/>
                </a:cubicBezTo>
                <a:cubicBezTo>
                  <a:pt x="153" y="84"/>
                  <a:pt x="152" y="85"/>
                  <a:pt x="150" y="85"/>
                </a:cubicBezTo>
                <a:cubicBezTo>
                  <a:pt x="148" y="85"/>
                  <a:pt x="146" y="85"/>
                  <a:pt x="141" y="85"/>
                </a:cubicBezTo>
                <a:cubicBezTo>
                  <a:pt x="141" y="85"/>
                  <a:pt x="141" y="85"/>
                  <a:pt x="141" y="86"/>
                </a:cubicBezTo>
                <a:cubicBezTo>
                  <a:pt x="146" y="88"/>
                  <a:pt x="150" y="90"/>
                  <a:pt x="150" y="94"/>
                </a:cubicBezTo>
                <a:cubicBezTo>
                  <a:pt x="155" y="92"/>
                  <a:pt x="158" y="89"/>
                  <a:pt x="157" y="85"/>
                </a:cubicBezTo>
                <a:cubicBezTo>
                  <a:pt x="157" y="85"/>
                  <a:pt x="157" y="85"/>
                  <a:pt x="157" y="19"/>
                </a:cubicBezTo>
                <a:close/>
                <a:moveTo>
                  <a:pt x="138" y="18"/>
                </a:moveTo>
                <a:cubicBezTo>
                  <a:pt x="153" y="18"/>
                  <a:pt x="153" y="18"/>
                  <a:pt x="153" y="18"/>
                </a:cubicBezTo>
                <a:cubicBezTo>
                  <a:pt x="153" y="18"/>
                  <a:pt x="153" y="18"/>
                  <a:pt x="153" y="29"/>
                </a:cubicBezTo>
                <a:cubicBezTo>
                  <a:pt x="153" y="29"/>
                  <a:pt x="153" y="29"/>
                  <a:pt x="138" y="29"/>
                </a:cubicBezTo>
                <a:cubicBezTo>
                  <a:pt x="138" y="29"/>
                  <a:pt x="138" y="29"/>
                  <a:pt x="138" y="18"/>
                </a:cubicBezTo>
                <a:close/>
                <a:moveTo>
                  <a:pt x="153" y="31"/>
                </a:moveTo>
                <a:cubicBezTo>
                  <a:pt x="153" y="31"/>
                  <a:pt x="153" y="31"/>
                  <a:pt x="153" y="42"/>
                </a:cubicBezTo>
                <a:cubicBezTo>
                  <a:pt x="153" y="42"/>
                  <a:pt x="153" y="42"/>
                  <a:pt x="138" y="42"/>
                </a:cubicBezTo>
                <a:cubicBezTo>
                  <a:pt x="138" y="42"/>
                  <a:pt x="138" y="42"/>
                  <a:pt x="138" y="31"/>
                </a:cubicBezTo>
                <a:lnTo>
                  <a:pt x="153" y="31"/>
                </a:lnTo>
                <a:close/>
                <a:moveTo>
                  <a:pt x="138" y="55"/>
                </a:moveTo>
                <a:cubicBezTo>
                  <a:pt x="138" y="55"/>
                  <a:pt x="138" y="55"/>
                  <a:pt x="138" y="44"/>
                </a:cubicBezTo>
                <a:cubicBezTo>
                  <a:pt x="153" y="44"/>
                  <a:pt x="153" y="44"/>
                  <a:pt x="153" y="44"/>
                </a:cubicBezTo>
                <a:cubicBezTo>
                  <a:pt x="153" y="44"/>
                  <a:pt x="153" y="44"/>
                  <a:pt x="153" y="55"/>
                </a:cubicBezTo>
                <a:cubicBezTo>
                  <a:pt x="153" y="55"/>
                  <a:pt x="153" y="55"/>
                  <a:pt x="138" y="55"/>
                </a:cubicBezTo>
                <a:close/>
                <a:moveTo>
                  <a:pt x="181" y="29"/>
                </a:moveTo>
                <a:cubicBezTo>
                  <a:pt x="185" y="25"/>
                  <a:pt x="185" y="25"/>
                  <a:pt x="185" y="25"/>
                </a:cubicBezTo>
                <a:cubicBezTo>
                  <a:pt x="191" y="31"/>
                  <a:pt x="191" y="31"/>
                  <a:pt x="191" y="31"/>
                </a:cubicBezTo>
                <a:cubicBezTo>
                  <a:pt x="181" y="31"/>
                  <a:pt x="181" y="31"/>
                  <a:pt x="181" y="31"/>
                </a:cubicBezTo>
                <a:cubicBezTo>
                  <a:pt x="181" y="85"/>
                  <a:pt x="181" y="85"/>
                  <a:pt x="181" y="85"/>
                </a:cubicBezTo>
                <a:cubicBezTo>
                  <a:pt x="181" y="89"/>
                  <a:pt x="178" y="91"/>
                  <a:pt x="173" y="94"/>
                </a:cubicBezTo>
                <a:cubicBezTo>
                  <a:pt x="173" y="90"/>
                  <a:pt x="170" y="87"/>
                  <a:pt x="163" y="85"/>
                </a:cubicBezTo>
                <a:cubicBezTo>
                  <a:pt x="163" y="84"/>
                  <a:pt x="163" y="84"/>
                  <a:pt x="163" y="84"/>
                </a:cubicBezTo>
                <a:cubicBezTo>
                  <a:pt x="169" y="85"/>
                  <a:pt x="172" y="85"/>
                  <a:pt x="174" y="85"/>
                </a:cubicBezTo>
                <a:cubicBezTo>
                  <a:pt x="175" y="85"/>
                  <a:pt x="176" y="84"/>
                  <a:pt x="176" y="82"/>
                </a:cubicBezTo>
                <a:cubicBezTo>
                  <a:pt x="176" y="31"/>
                  <a:pt x="176" y="31"/>
                  <a:pt x="176" y="31"/>
                </a:cubicBezTo>
                <a:cubicBezTo>
                  <a:pt x="170" y="31"/>
                  <a:pt x="170" y="31"/>
                  <a:pt x="170" y="31"/>
                </a:cubicBezTo>
                <a:cubicBezTo>
                  <a:pt x="168" y="31"/>
                  <a:pt x="165" y="32"/>
                  <a:pt x="162" y="33"/>
                </a:cubicBezTo>
                <a:cubicBezTo>
                  <a:pt x="159" y="29"/>
                  <a:pt x="159" y="29"/>
                  <a:pt x="159" y="29"/>
                </a:cubicBezTo>
                <a:cubicBezTo>
                  <a:pt x="176" y="29"/>
                  <a:pt x="176" y="29"/>
                  <a:pt x="176" y="29"/>
                </a:cubicBezTo>
                <a:cubicBezTo>
                  <a:pt x="176" y="16"/>
                  <a:pt x="176" y="7"/>
                  <a:pt x="176" y="3"/>
                </a:cubicBezTo>
                <a:cubicBezTo>
                  <a:pt x="184" y="6"/>
                  <a:pt x="184" y="6"/>
                  <a:pt x="184" y="6"/>
                </a:cubicBezTo>
                <a:cubicBezTo>
                  <a:pt x="181" y="9"/>
                  <a:pt x="181" y="9"/>
                  <a:pt x="181" y="9"/>
                </a:cubicBezTo>
                <a:cubicBezTo>
                  <a:pt x="181" y="29"/>
                  <a:pt x="181" y="29"/>
                  <a:pt x="181" y="29"/>
                </a:cubicBezTo>
                <a:cubicBezTo>
                  <a:pt x="181" y="29"/>
                  <a:pt x="181" y="29"/>
                  <a:pt x="181" y="29"/>
                </a:cubicBezTo>
                <a:close/>
                <a:moveTo>
                  <a:pt x="161" y="41"/>
                </a:moveTo>
                <a:cubicBezTo>
                  <a:pt x="167" y="45"/>
                  <a:pt x="171" y="48"/>
                  <a:pt x="172" y="50"/>
                </a:cubicBezTo>
                <a:cubicBezTo>
                  <a:pt x="173" y="53"/>
                  <a:pt x="173" y="54"/>
                  <a:pt x="172" y="56"/>
                </a:cubicBezTo>
                <a:cubicBezTo>
                  <a:pt x="171" y="57"/>
                  <a:pt x="171" y="59"/>
                  <a:pt x="169" y="60"/>
                </a:cubicBezTo>
                <a:cubicBezTo>
                  <a:pt x="168" y="60"/>
                  <a:pt x="167" y="59"/>
                  <a:pt x="167" y="56"/>
                </a:cubicBezTo>
                <a:cubicBezTo>
                  <a:pt x="166" y="52"/>
                  <a:pt x="163" y="48"/>
                  <a:pt x="160" y="43"/>
                </a:cubicBezTo>
                <a:cubicBezTo>
                  <a:pt x="161" y="41"/>
                  <a:pt x="161" y="41"/>
                  <a:pt x="161" y="41"/>
                </a:cubicBezTo>
                <a:cubicBezTo>
                  <a:pt x="161" y="41"/>
                  <a:pt x="161" y="41"/>
                  <a:pt x="161" y="41"/>
                </a:cubicBezTo>
                <a:close/>
                <a:moveTo>
                  <a:pt x="232" y="15"/>
                </a:moveTo>
                <a:cubicBezTo>
                  <a:pt x="232" y="15"/>
                  <a:pt x="232" y="15"/>
                  <a:pt x="225" y="10"/>
                </a:cubicBezTo>
                <a:cubicBezTo>
                  <a:pt x="225" y="10"/>
                  <a:pt x="225" y="10"/>
                  <a:pt x="222" y="13"/>
                </a:cubicBezTo>
                <a:cubicBezTo>
                  <a:pt x="222" y="13"/>
                  <a:pt x="222" y="13"/>
                  <a:pt x="206" y="13"/>
                </a:cubicBezTo>
                <a:cubicBezTo>
                  <a:pt x="206" y="13"/>
                  <a:pt x="206" y="13"/>
                  <a:pt x="201" y="10"/>
                </a:cubicBezTo>
                <a:cubicBezTo>
                  <a:pt x="201" y="16"/>
                  <a:pt x="201" y="28"/>
                  <a:pt x="201" y="47"/>
                </a:cubicBezTo>
                <a:cubicBezTo>
                  <a:pt x="201" y="66"/>
                  <a:pt x="201" y="78"/>
                  <a:pt x="201" y="83"/>
                </a:cubicBezTo>
                <a:cubicBezTo>
                  <a:pt x="206" y="80"/>
                  <a:pt x="206" y="80"/>
                  <a:pt x="206" y="80"/>
                </a:cubicBezTo>
                <a:cubicBezTo>
                  <a:pt x="206" y="80"/>
                  <a:pt x="206" y="80"/>
                  <a:pt x="206" y="72"/>
                </a:cubicBezTo>
                <a:cubicBezTo>
                  <a:pt x="206" y="72"/>
                  <a:pt x="206" y="72"/>
                  <a:pt x="223" y="72"/>
                </a:cubicBezTo>
                <a:cubicBezTo>
                  <a:pt x="223" y="72"/>
                  <a:pt x="223" y="72"/>
                  <a:pt x="223" y="79"/>
                </a:cubicBezTo>
                <a:cubicBezTo>
                  <a:pt x="223" y="79"/>
                  <a:pt x="223" y="79"/>
                  <a:pt x="229" y="77"/>
                </a:cubicBezTo>
                <a:cubicBezTo>
                  <a:pt x="228" y="73"/>
                  <a:pt x="228" y="54"/>
                  <a:pt x="228" y="17"/>
                </a:cubicBezTo>
                <a:cubicBezTo>
                  <a:pt x="228" y="17"/>
                  <a:pt x="228" y="17"/>
                  <a:pt x="232" y="15"/>
                </a:cubicBezTo>
                <a:close/>
                <a:moveTo>
                  <a:pt x="206" y="16"/>
                </a:moveTo>
                <a:cubicBezTo>
                  <a:pt x="223" y="16"/>
                  <a:pt x="223" y="16"/>
                  <a:pt x="223" y="16"/>
                </a:cubicBezTo>
                <a:cubicBezTo>
                  <a:pt x="223" y="16"/>
                  <a:pt x="223" y="16"/>
                  <a:pt x="223" y="41"/>
                </a:cubicBezTo>
                <a:cubicBezTo>
                  <a:pt x="223" y="41"/>
                  <a:pt x="223" y="41"/>
                  <a:pt x="206" y="41"/>
                </a:cubicBezTo>
                <a:cubicBezTo>
                  <a:pt x="206" y="41"/>
                  <a:pt x="206" y="41"/>
                  <a:pt x="206" y="16"/>
                </a:cubicBezTo>
                <a:close/>
                <a:moveTo>
                  <a:pt x="206" y="69"/>
                </a:moveTo>
                <a:cubicBezTo>
                  <a:pt x="206" y="69"/>
                  <a:pt x="206" y="69"/>
                  <a:pt x="206" y="44"/>
                </a:cubicBezTo>
                <a:cubicBezTo>
                  <a:pt x="223" y="43"/>
                  <a:pt x="223" y="43"/>
                  <a:pt x="223" y="43"/>
                </a:cubicBezTo>
                <a:cubicBezTo>
                  <a:pt x="223" y="43"/>
                  <a:pt x="223" y="43"/>
                  <a:pt x="223" y="69"/>
                </a:cubicBezTo>
                <a:cubicBezTo>
                  <a:pt x="223" y="69"/>
                  <a:pt x="223" y="69"/>
                  <a:pt x="206" y="69"/>
                </a:cubicBezTo>
                <a:close/>
                <a:moveTo>
                  <a:pt x="282" y="26"/>
                </a:moveTo>
                <a:cubicBezTo>
                  <a:pt x="282" y="26"/>
                  <a:pt x="282" y="26"/>
                  <a:pt x="279" y="29"/>
                </a:cubicBezTo>
                <a:cubicBezTo>
                  <a:pt x="279" y="29"/>
                  <a:pt x="279" y="29"/>
                  <a:pt x="268" y="30"/>
                </a:cubicBezTo>
                <a:cubicBezTo>
                  <a:pt x="268" y="30"/>
                  <a:pt x="268" y="30"/>
                  <a:pt x="268" y="12"/>
                </a:cubicBezTo>
                <a:cubicBezTo>
                  <a:pt x="268" y="12"/>
                  <a:pt x="268" y="12"/>
                  <a:pt x="291" y="12"/>
                </a:cubicBezTo>
                <a:cubicBezTo>
                  <a:pt x="291" y="12"/>
                  <a:pt x="291" y="12"/>
                  <a:pt x="284" y="4"/>
                </a:cubicBezTo>
                <a:cubicBezTo>
                  <a:pt x="284" y="4"/>
                  <a:pt x="284" y="4"/>
                  <a:pt x="278" y="9"/>
                </a:cubicBezTo>
                <a:cubicBezTo>
                  <a:pt x="278" y="9"/>
                  <a:pt x="278" y="9"/>
                  <a:pt x="229" y="9"/>
                </a:cubicBezTo>
                <a:cubicBezTo>
                  <a:pt x="229" y="9"/>
                  <a:pt x="229" y="9"/>
                  <a:pt x="233" y="12"/>
                </a:cubicBezTo>
                <a:cubicBezTo>
                  <a:pt x="233" y="12"/>
                  <a:pt x="233" y="12"/>
                  <a:pt x="238" y="12"/>
                </a:cubicBezTo>
                <a:cubicBezTo>
                  <a:pt x="238" y="12"/>
                  <a:pt x="238" y="12"/>
                  <a:pt x="250" y="12"/>
                </a:cubicBezTo>
                <a:cubicBezTo>
                  <a:pt x="250" y="12"/>
                  <a:pt x="250" y="12"/>
                  <a:pt x="250" y="30"/>
                </a:cubicBezTo>
                <a:cubicBezTo>
                  <a:pt x="250" y="30"/>
                  <a:pt x="250" y="30"/>
                  <a:pt x="240" y="30"/>
                </a:cubicBezTo>
                <a:cubicBezTo>
                  <a:pt x="240" y="30"/>
                  <a:pt x="240" y="30"/>
                  <a:pt x="234" y="26"/>
                </a:cubicBezTo>
                <a:cubicBezTo>
                  <a:pt x="234" y="37"/>
                  <a:pt x="235" y="48"/>
                  <a:pt x="235" y="61"/>
                </a:cubicBezTo>
                <a:cubicBezTo>
                  <a:pt x="235" y="73"/>
                  <a:pt x="234" y="84"/>
                  <a:pt x="234" y="93"/>
                </a:cubicBezTo>
                <a:cubicBezTo>
                  <a:pt x="240" y="90"/>
                  <a:pt x="240" y="90"/>
                  <a:pt x="240" y="90"/>
                </a:cubicBezTo>
                <a:cubicBezTo>
                  <a:pt x="240" y="90"/>
                  <a:pt x="240" y="90"/>
                  <a:pt x="240" y="84"/>
                </a:cubicBezTo>
                <a:cubicBezTo>
                  <a:pt x="240" y="84"/>
                  <a:pt x="240" y="84"/>
                  <a:pt x="279" y="84"/>
                </a:cubicBezTo>
                <a:cubicBezTo>
                  <a:pt x="279" y="84"/>
                  <a:pt x="279" y="84"/>
                  <a:pt x="279" y="91"/>
                </a:cubicBezTo>
                <a:cubicBezTo>
                  <a:pt x="279" y="91"/>
                  <a:pt x="279" y="91"/>
                  <a:pt x="285" y="89"/>
                </a:cubicBezTo>
                <a:cubicBezTo>
                  <a:pt x="285" y="79"/>
                  <a:pt x="285" y="61"/>
                  <a:pt x="285" y="33"/>
                </a:cubicBezTo>
                <a:cubicBezTo>
                  <a:pt x="285" y="33"/>
                  <a:pt x="285" y="33"/>
                  <a:pt x="288" y="31"/>
                </a:cubicBezTo>
                <a:cubicBezTo>
                  <a:pt x="288" y="31"/>
                  <a:pt x="288" y="31"/>
                  <a:pt x="282" y="26"/>
                </a:cubicBezTo>
                <a:close/>
                <a:moveTo>
                  <a:pt x="255" y="12"/>
                </a:moveTo>
                <a:cubicBezTo>
                  <a:pt x="263" y="12"/>
                  <a:pt x="263" y="12"/>
                  <a:pt x="263" y="12"/>
                </a:cubicBezTo>
                <a:cubicBezTo>
                  <a:pt x="263" y="12"/>
                  <a:pt x="263" y="12"/>
                  <a:pt x="263" y="30"/>
                </a:cubicBezTo>
                <a:cubicBezTo>
                  <a:pt x="263" y="30"/>
                  <a:pt x="263" y="30"/>
                  <a:pt x="255" y="30"/>
                </a:cubicBezTo>
                <a:cubicBezTo>
                  <a:pt x="255" y="30"/>
                  <a:pt x="255" y="30"/>
                  <a:pt x="255" y="12"/>
                </a:cubicBezTo>
                <a:close/>
                <a:moveTo>
                  <a:pt x="240" y="32"/>
                </a:moveTo>
                <a:cubicBezTo>
                  <a:pt x="250" y="32"/>
                  <a:pt x="250" y="32"/>
                  <a:pt x="250" y="32"/>
                </a:cubicBezTo>
                <a:cubicBezTo>
                  <a:pt x="250" y="40"/>
                  <a:pt x="249" y="47"/>
                  <a:pt x="248" y="53"/>
                </a:cubicBezTo>
                <a:cubicBezTo>
                  <a:pt x="247" y="58"/>
                  <a:pt x="244" y="63"/>
                  <a:pt x="240" y="69"/>
                </a:cubicBezTo>
                <a:cubicBezTo>
                  <a:pt x="240" y="69"/>
                  <a:pt x="240" y="69"/>
                  <a:pt x="240" y="32"/>
                </a:cubicBezTo>
                <a:close/>
                <a:moveTo>
                  <a:pt x="240" y="81"/>
                </a:moveTo>
                <a:cubicBezTo>
                  <a:pt x="240" y="81"/>
                  <a:pt x="240" y="81"/>
                  <a:pt x="240" y="71"/>
                </a:cubicBezTo>
                <a:cubicBezTo>
                  <a:pt x="246" y="66"/>
                  <a:pt x="250" y="61"/>
                  <a:pt x="252" y="55"/>
                </a:cubicBezTo>
                <a:cubicBezTo>
                  <a:pt x="254" y="49"/>
                  <a:pt x="255" y="41"/>
                  <a:pt x="255" y="32"/>
                </a:cubicBezTo>
                <a:cubicBezTo>
                  <a:pt x="263" y="32"/>
                  <a:pt x="263" y="32"/>
                  <a:pt x="263" y="32"/>
                </a:cubicBezTo>
                <a:cubicBezTo>
                  <a:pt x="263" y="32"/>
                  <a:pt x="263" y="32"/>
                  <a:pt x="263" y="58"/>
                </a:cubicBezTo>
                <a:cubicBezTo>
                  <a:pt x="263" y="62"/>
                  <a:pt x="265" y="64"/>
                  <a:pt x="269" y="64"/>
                </a:cubicBezTo>
                <a:cubicBezTo>
                  <a:pt x="269" y="64"/>
                  <a:pt x="269" y="64"/>
                  <a:pt x="273" y="64"/>
                </a:cubicBezTo>
                <a:cubicBezTo>
                  <a:pt x="278" y="64"/>
                  <a:pt x="280" y="63"/>
                  <a:pt x="279" y="61"/>
                </a:cubicBezTo>
                <a:cubicBezTo>
                  <a:pt x="278" y="58"/>
                  <a:pt x="277" y="57"/>
                  <a:pt x="276" y="58"/>
                </a:cubicBezTo>
                <a:cubicBezTo>
                  <a:pt x="274" y="58"/>
                  <a:pt x="273" y="59"/>
                  <a:pt x="271" y="59"/>
                </a:cubicBezTo>
                <a:cubicBezTo>
                  <a:pt x="269" y="59"/>
                  <a:pt x="268" y="58"/>
                  <a:pt x="268" y="55"/>
                </a:cubicBezTo>
                <a:cubicBezTo>
                  <a:pt x="268" y="55"/>
                  <a:pt x="268" y="55"/>
                  <a:pt x="268" y="32"/>
                </a:cubicBezTo>
                <a:cubicBezTo>
                  <a:pt x="268" y="32"/>
                  <a:pt x="268" y="32"/>
                  <a:pt x="279" y="32"/>
                </a:cubicBezTo>
                <a:cubicBezTo>
                  <a:pt x="279" y="32"/>
                  <a:pt x="279" y="32"/>
                  <a:pt x="279" y="81"/>
                </a:cubicBezTo>
                <a:cubicBezTo>
                  <a:pt x="279" y="81"/>
                  <a:pt x="279" y="81"/>
                  <a:pt x="240" y="8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32" name="Freeform 251">
            <a:extLst>
              <a:ext uri="{FF2B5EF4-FFF2-40B4-BE49-F238E27FC236}">
                <a16:creationId xmlns:a16="http://schemas.microsoft.com/office/drawing/2014/main" id="{8106FAB4-B73A-1BB0-451F-917517D5D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9158134" y="554050"/>
            <a:ext cx="225756" cy="1408983"/>
          </a:xfrm>
          <a:custGeom>
            <a:avLst/>
            <a:gdLst>
              <a:gd name="T0" fmla="*/ 31 w 72"/>
              <a:gd name="T1" fmla="*/ 4 h 448"/>
              <a:gd name="T2" fmla="*/ 62 w 72"/>
              <a:gd name="T3" fmla="*/ 4 h 448"/>
              <a:gd name="T4" fmla="*/ 62 w 72"/>
              <a:gd name="T5" fmla="*/ 30 h 448"/>
              <a:gd name="T6" fmla="*/ 1 w 72"/>
              <a:gd name="T7" fmla="*/ 31 h 448"/>
              <a:gd name="T8" fmla="*/ 0 w 72"/>
              <a:gd name="T9" fmla="*/ 64 h 448"/>
              <a:gd name="T10" fmla="*/ 63 w 72"/>
              <a:gd name="T11" fmla="*/ 66 h 448"/>
              <a:gd name="T12" fmla="*/ 11 w 72"/>
              <a:gd name="T13" fmla="*/ 82 h 448"/>
              <a:gd name="T14" fmla="*/ 51 w 72"/>
              <a:gd name="T15" fmla="*/ 47 h 448"/>
              <a:gd name="T16" fmla="*/ 67 w 72"/>
              <a:gd name="T17" fmla="*/ 56 h 448"/>
              <a:gd name="T18" fmla="*/ 71 w 72"/>
              <a:gd name="T19" fmla="*/ 60 h 448"/>
              <a:gd name="T20" fmla="*/ 66 w 72"/>
              <a:gd name="T21" fmla="*/ 72 h 448"/>
              <a:gd name="T22" fmla="*/ 72 w 72"/>
              <a:gd name="T23" fmla="*/ 72 h 448"/>
              <a:gd name="T24" fmla="*/ 66 w 72"/>
              <a:gd name="T25" fmla="*/ 72 h 448"/>
              <a:gd name="T26" fmla="*/ 7 w 72"/>
              <a:gd name="T27" fmla="*/ 128 h 448"/>
              <a:gd name="T28" fmla="*/ 39 w 72"/>
              <a:gd name="T29" fmla="*/ 106 h 448"/>
              <a:gd name="T30" fmla="*/ 61 w 72"/>
              <a:gd name="T31" fmla="*/ 133 h 448"/>
              <a:gd name="T32" fmla="*/ 48 w 72"/>
              <a:gd name="T33" fmla="*/ 108 h 448"/>
              <a:gd name="T34" fmla="*/ 16 w 72"/>
              <a:gd name="T35" fmla="*/ 136 h 448"/>
              <a:gd name="T36" fmla="*/ 3 w 72"/>
              <a:gd name="T37" fmla="*/ 104 h 448"/>
              <a:gd name="T38" fmla="*/ 1 w 72"/>
              <a:gd name="T39" fmla="*/ 144 h 448"/>
              <a:gd name="T40" fmla="*/ 62 w 72"/>
              <a:gd name="T41" fmla="*/ 146 h 448"/>
              <a:gd name="T42" fmla="*/ 54 w 72"/>
              <a:gd name="T43" fmla="*/ 203 h 448"/>
              <a:gd name="T44" fmla="*/ 8 w 72"/>
              <a:gd name="T45" fmla="*/ 244 h 448"/>
              <a:gd name="T46" fmla="*/ 54 w 72"/>
              <a:gd name="T47" fmla="*/ 203 h 448"/>
              <a:gd name="T48" fmla="*/ 4 w 72"/>
              <a:gd name="T49" fmla="*/ 223 h 448"/>
              <a:gd name="T50" fmla="*/ 59 w 72"/>
              <a:gd name="T51" fmla="*/ 223 h 448"/>
              <a:gd name="T52" fmla="*/ 69 w 72"/>
              <a:gd name="T53" fmla="*/ 213 h 448"/>
              <a:gd name="T54" fmla="*/ 69 w 72"/>
              <a:gd name="T55" fmla="*/ 219 h 448"/>
              <a:gd name="T56" fmla="*/ 67 w 72"/>
              <a:gd name="T57" fmla="*/ 228 h 448"/>
              <a:gd name="T58" fmla="*/ 71 w 72"/>
              <a:gd name="T59" fmla="*/ 232 h 448"/>
              <a:gd name="T60" fmla="*/ 1 w 72"/>
              <a:gd name="T61" fmla="*/ 307 h 448"/>
              <a:gd name="T62" fmla="*/ 54 w 72"/>
              <a:gd name="T63" fmla="*/ 268 h 448"/>
              <a:gd name="T64" fmla="*/ 62 w 72"/>
              <a:gd name="T65" fmla="*/ 264 h 448"/>
              <a:gd name="T66" fmla="*/ 9 w 72"/>
              <a:gd name="T67" fmla="*/ 306 h 448"/>
              <a:gd name="T68" fmla="*/ 1 w 72"/>
              <a:gd name="T69" fmla="*/ 310 h 448"/>
              <a:gd name="T70" fmla="*/ 8 w 72"/>
              <a:gd name="T71" fmla="*/ 330 h 448"/>
              <a:gd name="T72" fmla="*/ 54 w 72"/>
              <a:gd name="T73" fmla="*/ 371 h 448"/>
              <a:gd name="T74" fmla="*/ 32 w 72"/>
              <a:gd name="T75" fmla="*/ 375 h 448"/>
              <a:gd name="T76" fmla="*/ 31 w 72"/>
              <a:gd name="T77" fmla="*/ 327 h 448"/>
              <a:gd name="T78" fmla="*/ 66 w 72"/>
              <a:gd name="T79" fmla="*/ 344 h 448"/>
              <a:gd name="T80" fmla="*/ 72 w 72"/>
              <a:gd name="T81" fmla="*/ 344 h 448"/>
              <a:gd name="T82" fmla="*/ 66 w 72"/>
              <a:gd name="T83" fmla="*/ 344 h 448"/>
              <a:gd name="T84" fmla="*/ 71 w 72"/>
              <a:gd name="T85" fmla="*/ 356 h 448"/>
              <a:gd name="T86" fmla="*/ 67 w 72"/>
              <a:gd name="T87" fmla="*/ 360 h 448"/>
              <a:gd name="T88" fmla="*/ 53 w 72"/>
              <a:gd name="T89" fmla="*/ 444 h 448"/>
              <a:gd name="T90" fmla="*/ 1 w 72"/>
              <a:gd name="T91" fmla="*/ 419 h 448"/>
              <a:gd name="T92" fmla="*/ 45 w 72"/>
              <a:gd name="T93" fmla="*/ 396 h 448"/>
              <a:gd name="T94" fmla="*/ 62 w 72"/>
              <a:gd name="T95" fmla="*/ 395 h 448"/>
              <a:gd name="T96" fmla="*/ 8 w 72"/>
              <a:gd name="T97" fmla="*/ 420 h 448"/>
              <a:gd name="T98" fmla="*/ 62 w 72"/>
              <a:gd name="T99" fmla="*/ 444 h 4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72" h="448">
                <a:moveTo>
                  <a:pt x="1" y="31"/>
                </a:moveTo>
                <a:cubicBezTo>
                  <a:pt x="30" y="5"/>
                  <a:pt x="30" y="5"/>
                  <a:pt x="30" y="5"/>
                </a:cubicBezTo>
                <a:cubicBezTo>
                  <a:pt x="30" y="5"/>
                  <a:pt x="31" y="4"/>
                  <a:pt x="31" y="4"/>
                </a:cubicBezTo>
                <a:cubicBezTo>
                  <a:pt x="31" y="4"/>
                  <a:pt x="31" y="4"/>
                  <a:pt x="31" y="4"/>
                </a:cubicBezTo>
                <a:cubicBezTo>
                  <a:pt x="1" y="4"/>
                  <a:pt x="1" y="4"/>
                  <a:pt x="1" y="4"/>
                </a:cubicBezTo>
                <a:cubicBezTo>
                  <a:pt x="1" y="0"/>
                  <a:pt x="1" y="0"/>
                  <a:pt x="1" y="0"/>
                </a:cubicBezTo>
                <a:cubicBezTo>
                  <a:pt x="62" y="0"/>
                  <a:pt x="62" y="0"/>
                  <a:pt x="62" y="0"/>
                </a:cubicBezTo>
                <a:cubicBezTo>
                  <a:pt x="62" y="4"/>
                  <a:pt x="62" y="4"/>
                  <a:pt x="62" y="4"/>
                </a:cubicBezTo>
                <a:cubicBezTo>
                  <a:pt x="33" y="4"/>
                  <a:pt x="33" y="4"/>
                  <a:pt x="33" y="4"/>
                </a:cubicBezTo>
                <a:cubicBezTo>
                  <a:pt x="33" y="4"/>
                  <a:pt x="33" y="4"/>
                  <a:pt x="33" y="4"/>
                </a:cubicBezTo>
                <a:cubicBezTo>
                  <a:pt x="34" y="4"/>
                  <a:pt x="34" y="5"/>
                  <a:pt x="34" y="5"/>
                </a:cubicBezTo>
                <a:cubicBezTo>
                  <a:pt x="62" y="30"/>
                  <a:pt x="62" y="30"/>
                  <a:pt x="62" y="30"/>
                </a:cubicBezTo>
                <a:cubicBezTo>
                  <a:pt x="62" y="35"/>
                  <a:pt x="62" y="35"/>
                  <a:pt x="62" y="35"/>
                </a:cubicBezTo>
                <a:cubicBezTo>
                  <a:pt x="32" y="8"/>
                  <a:pt x="32" y="8"/>
                  <a:pt x="32" y="8"/>
                </a:cubicBezTo>
                <a:cubicBezTo>
                  <a:pt x="1" y="37"/>
                  <a:pt x="1" y="37"/>
                  <a:pt x="1" y="37"/>
                </a:cubicBezTo>
                <a:lnTo>
                  <a:pt x="1" y="31"/>
                </a:lnTo>
                <a:close/>
                <a:moveTo>
                  <a:pt x="54" y="44"/>
                </a:moveTo>
                <a:cubicBezTo>
                  <a:pt x="48" y="39"/>
                  <a:pt x="40" y="36"/>
                  <a:pt x="31" y="36"/>
                </a:cubicBezTo>
                <a:cubicBezTo>
                  <a:pt x="22" y="36"/>
                  <a:pt x="14" y="39"/>
                  <a:pt x="8" y="44"/>
                </a:cubicBezTo>
                <a:cubicBezTo>
                  <a:pt x="3" y="49"/>
                  <a:pt x="0" y="56"/>
                  <a:pt x="0" y="64"/>
                </a:cubicBezTo>
                <a:cubicBezTo>
                  <a:pt x="0" y="73"/>
                  <a:pt x="3" y="80"/>
                  <a:pt x="8" y="85"/>
                </a:cubicBezTo>
                <a:cubicBezTo>
                  <a:pt x="14" y="90"/>
                  <a:pt x="22" y="93"/>
                  <a:pt x="32" y="93"/>
                </a:cubicBezTo>
                <a:cubicBezTo>
                  <a:pt x="41" y="93"/>
                  <a:pt x="49" y="91"/>
                  <a:pt x="54" y="85"/>
                </a:cubicBezTo>
                <a:cubicBezTo>
                  <a:pt x="60" y="80"/>
                  <a:pt x="63" y="74"/>
                  <a:pt x="63" y="66"/>
                </a:cubicBezTo>
                <a:cubicBezTo>
                  <a:pt x="63" y="57"/>
                  <a:pt x="60" y="49"/>
                  <a:pt x="54" y="44"/>
                </a:cubicBezTo>
                <a:close/>
                <a:moveTo>
                  <a:pt x="52" y="82"/>
                </a:moveTo>
                <a:cubicBezTo>
                  <a:pt x="47" y="87"/>
                  <a:pt x="40" y="89"/>
                  <a:pt x="32" y="89"/>
                </a:cubicBezTo>
                <a:cubicBezTo>
                  <a:pt x="23" y="89"/>
                  <a:pt x="16" y="87"/>
                  <a:pt x="11" y="82"/>
                </a:cubicBezTo>
                <a:cubicBezTo>
                  <a:pt x="6" y="78"/>
                  <a:pt x="4" y="72"/>
                  <a:pt x="4" y="64"/>
                </a:cubicBezTo>
                <a:cubicBezTo>
                  <a:pt x="4" y="57"/>
                  <a:pt x="6" y="51"/>
                  <a:pt x="11" y="47"/>
                </a:cubicBezTo>
                <a:cubicBezTo>
                  <a:pt x="16" y="43"/>
                  <a:pt x="23" y="41"/>
                  <a:pt x="31" y="41"/>
                </a:cubicBezTo>
                <a:cubicBezTo>
                  <a:pt x="39" y="41"/>
                  <a:pt x="46" y="43"/>
                  <a:pt x="51" y="47"/>
                </a:cubicBezTo>
                <a:cubicBezTo>
                  <a:pt x="56" y="52"/>
                  <a:pt x="59" y="58"/>
                  <a:pt x="59" y="65"/>
                </a:cubicBezTo>
                <a:cubicBezTo>
                  <a:pt x="59" y="72"/>
                  <a:pt x="56" y="78"/>
                  <a:pt x="52" y="82"/>
                </a:cubicBezTo>
                <a:close/>
                <a:moveTo>
                  <a:pt x="66" y="58"/>
                </a:moveTo>
                <a:cubicBezTo>
                  <a:pt x="66" y="57"/>
                  <a:pt x="66" y="56"/>
                  <a:pt x="67" y="56"/>
                </a:cubicBezTo>
                <a:cubicBezTo>
                  <a:pt x="67" y="55"/>
                  <a:pt x="68" y="55"/>
                  <a:pt x="69" y="55"/>
                </a:cubicBezTo>
                <a:cubicBezTo>
                  <a:pt x="70" y="55"/>
                  <a:pt x="70" y="55"/>
                  <a:pt x="71" y="56"/>
                </a:cubicBezTo>
                <a:cubicBezTo>
                  <a:pt x="71" y="56"/>
                  <a:pt x="72" y="57"/>
                  <a:pt x="72" y="58"/>
                </a:cubicBezTo>
                <a:cubicBezTo>
                  <a:pt x="72" y="59"/>
                  <a:pt x="71" y="59"/>
                  <a:pt x="71" y="60"/>
                </a:cubicBezTo>
                <a:cubicBezTo>
                  <a:pt x="70" y="61"/>
                  <a:pt x="70" y="61"/>
                  <a:pt x="69" y="61"/>
                </a:cubicBezTo>
                <a:cubicBezTo>
                  <a:pt x="68" y="61"/>
                  <a:pt x="67" y="61"/>
                  <a:pt x="67" y="60"/>
                </a:cubicBezTo>
                <a:cubicBezTo>
                  <a:pt x="66" y="59"/>
                  <a:pt x="66" y="59"/>
                  <a:pt x="66" y="58"/>
                </a:cubicBezTo>
                <a:close/>
                <a:moveTo>
                  <a:pt x="66" y="72"/>
                </a:moveTo>
                <a:cubicBezTo>
                  <a:pt x="66" y="71"/>
                  <a:pt x="66" y="70"/>
                  <a:pt x="67" y="70"/>
                </a:cubicBezTo>
                <a:cubicBezTo>
                  <a:pt x="67" y="69"/>
                  <a:pt x="68" y="69"/>
                  <a:pt x="69" y="69"/>
                </a:cubicBezTo>
                <a:cubicBezTo>
                  <a:pt x="70" y="69"/>
                  <a:pt x="70" y="69"/>
                  <a:pt x="71" y="70"/>
                </a:cubicBezTo>
                <a:cubicBezTo>
                  <a:pt x="71" y="70"/>
                  <a:pt x="72" y="71"/>
                  <a:pt x="72" y="72"/>
                </a:cubicBezTo>
                <a:cubicBezTo>
                  <a:pt x="72" y="73"/>
                  <a:pt x="71" y="73"/>
                  <a:pt x="71" y="74"/>
                </a:cubicBezTo>
                <a:cubicBezTo>
                  <a:pt x="70" y="75"/>
                  <a:pt x="70" y="75"/>
                  <a:pt x="69" y="75"/>
                </a:cubicBezTo>
                <a:cubicBezTo>
                  <a:pt x="68" y="75"/>
                  <a:pt x="67" y="75"/>
                  <a:pt x="67" y="74"/>
                </a:cubicBezTo>
                <a:cubicBezTo>
                  <a:pt x="66" y="74"/>
                  <a:pt x="66" y="73"/>
                  <a:pt x="66" y="72"/>
                </a:cubicBezTo>
                <a:close/>
                <a:moveTo>
                  <a:pt x="3" y="104"/>
                </a:moveTo>
                <a:cubicBezTo>
                  <a:pt x="8" y="104"/>
                  <a:pt x="8" y="104"/>
                  <a:pt x="8" y="104"/>
                </a:cubicBezTo>
                <a:cubicBezTo>
                  <a:pt x="5" y="108"/>
                  <a:pt x="4" y="112"/>
                  <a:pt x="4" y="117"/>
                </a:cubicBezTo>
                <a:cubicBezTo>
                  <a:pt x="4" y="122"/>
                  <a:pt x="5" y="125"/>
                  <a:pt x="7" y="128"/>
                </a:cubicBezTo>
                <a:cubicBezTo>
                  <a:pt x="9" y="130"/>
                  <a:pt x="11" y="131"/>
                  <a:pt x="15" y="131"/>
                </a:cubicBezTo>
                <a:cubicBezTo>
                  <a:pt x="18" y="131"/>
                  <a:pt x="20" y="130"/>
                  <a:pt x="22" y="129"/>
                </a:cubicBezTo>
                <a:cubicBezTo>
                  <a:pt x="24" y="127"/>
                  <a:pt x="27" y="124"/>
                  <a:pt x="30" y="118"/>
                </a:cubicBezTo>
                <a:cubicBezTo>
                  <a:pt x="33" y="112"/>
                  <a:pt x="36" y="108"/>
                  <a:pt x="39" y="106"/>
                </a:cubicBezTo>
                <a:cubicBezTo>
                  <a:pt x="41" y="105"/>
                  <a:pt x="44" y="104"/>
                  <a:pt x="47" y="104"/>
                </a:cubicBezTo>
                <a:cubicBezTo>
                  <a:pt x="52" y="104"/>
                  <a:pt x="55" y="106"/>
                  <a:pt x="58" y="109"/>
                </a:cubicBezTo>
                <a:cubicBezTo>
                  <a:pt x="61" y="112"/>
                  <a:pt x="63" y="117"/>
                  <a:pt x="63" y="122"/>
                </a:cubicBezTo>
                <a:cubicBezTo>
                  <a:pt x="63" y="126"/>
                  <a:pt x="62" y="129"/>
                  <a:pt x="61" y="133"/>
                </a:cubicBezTo>
                <a:cubicBezTo>
                  <a:pt x="56" y="133"/>
                  <a:pt x="56" y="133"/>
                  <a:pt x="56" y="133"/>
                </a:cubicBezTo>
                <a:cubicBezTo>
                  <a:pt x="58" y="130"/>
                  <a:pt x="59" y="126"/>
                  <a:pt x="59" y="122"/>
                </a:cubicBezTo>
                <a:cubicBezTo>
                  <a:pt x="59" y="118"/>
                  <a:pt x="58" y="114"/>
                  <a:pt x="56" y="112"/>
                </a:cubicBezTo>
                <a:cubicBezTo>
                  <a:pt x="54" y="109"/>
                  <a:pt x="51" y="108"/>
                  <a:pt x="48" y="108"/>
                </a:cubicBezTo>
                <a:cubicBezTo>
                  <a:pt x="45" y="108"/>
                  <a:pt x="42" y="109"/>
                  <a:pt x="40" y="111"/>
                </a:cubicBezTo>
                <a:cubicBezTo>
                  <a:pt x="38" y="112"/>
                  <a:pt x="36" y="116"/>
                  <a:pt x="33" y="121"/>
                </a:cubicBezTo>
                <a:cubicBezTo>
                  <a:pt x="30" y="127"/>
                  <a:pt x="27" y="131"/>
                  <a:pt x="24" y="133"/>
                </a:cubicBezTo>
                <a:cubicBezTo>
                  <a:pt x="22" y="135"/>
                  <a:pt x="19" y="136"/>
                  <a:pt x="16" y="136"/>
                </a:cubicBezTo>
                <a:cubicBezTo>
                  <a:pt x="11" y="136"/>
                  <a:pt x="7" y="134"/>
                  <a:pt x="4" y="131"/>
                </a:cubicBezTo>
                <a:cubicBezTo>
                  <a:pt x="1" y="127"/>
                  <a:pt x="0" y="123"/>
                  <a:pt x="0" y="117"/>
                </a:cubicBezTo>
                <a:cubicBezTo>
                  <a:pt x="0" y="115"/>
                  <a:pt x="0" y="113"/>
                  <a:pt x="1" y="110"/>
                </a:cubicBezTo>
                <a:cubicBezTo>
                  <a:pt x="1" y="107"/>
                  <a:pt x="2" y="105"/>
                  <a:pt x="3" y="104"/>
                </a:cubicBezTo>
                <a:close/>
                <a:moveTo>
                  <a:pt x="5" y="150"/>
                </a:moveTo>
                <a:cubicBezTo>
                  <a:pt x="5" y="186"/>
                  <a:pt x="5" y="186"/>
                  <a:pt x="5" y="186"/>
                </a:cubicBezTo>
                <a:cubicBezTo>
                  <a:pt x="1" y="186"/>
                  <a:pt x="1" y="186"/>
                  <a:pt x="1" y="186"/>
                </a:cubicBezTo>
                <a:cubicBezTo>
                  <a:pt x="1" y="144"/>
                  <a:pt x="1" y="144"/>
                  <a:pt x="1" y="144"/>
                </a:cubicBezTo>
                <a:cubicBezTo>
                  <a:pt x="2" y="144"/>
                  <a:pt x="2" y="144"/>
                  <a:pt x="2" y="144"/>
                </a:cubicBezTo>
                <a:cubicBezTo>
                  <a:pt x="58" y="180"/>
                  <a:pt x="58" y="180"/>
                  <a:pt x="58" y="180"/>
                </a:cubicBezTo>
                <a:cubicBezTo>
                  <a:pt x="58" y="146"/>
                  <a:pt x="58" y="146"/>
                  <a:pt x="58" y="146"/>
                </a:cubicBezTo>
                <a:cubicBezTo>
                  <a:pt x="62" y="146"/>
                  <a:pt x="62" y="146"/>
                  <a:pt x="62" y="146"/>
                </a:cubicBezTo>
                <a:cubicBezTo>
                  <a:pt x="62" y="187"/>
                  <a:pt x="62" y="187"/>
                  <a:pt x="62" y="187"/>
                </a:cubicBezTo>
                <a:cubicBezTo>
                  <a:pt x="60" y="187"/>
                  <a:pt x="60" y="187"/>
                  <a:pt x="60" y="187"/>
                </a:cubicBezTo>
                <a:lnTo>
                  <a:pt x="5" y="150"/>
                </a:lnTo>
                <a:close/>
                <a:moveTo>
                  <a:pt x="54" y="203"/>
                </a:moveTo>
                <a:cubicBezTo>
                  <a:pt x="48" y="197"/>
                  <a:pt x="40" y="195"/>
                  <a:pt x="31" y="195"/>
                </a:cubicBezTo>
                <a:cubicBezTo>
                  <a:pt x="22" y="195"/>
                  <a:pt x="14" y="197"/>
                  <a:pt x="8" y="202"/>
                </a:cubicBezTo>
                <a:cubicBezTo>
                  <a:pt x="3" y="207"/>
                  <a:pt x="0" y="214"/>
                  <a:pt x="0" y="223"/>
                </a:cubicBezTo>
                <a:cubicBezTo>
                  <a:pt x="0" y="232"/>
                  <a:pt x="3" y="239"/>
                  <a:pt x="8" y="244"/>
                </a:cubicBezTo>
                <a:cubicBezTo>
                  <a:pt x="14" y="249"/>
                  <a:pt x="22" y="252"/>
                  <a:pt x="32" y="252"/>
                </a:cubicBezTo>
                <a:cubicBezTo>
                  <a:pt x="41" y="252"/>
                  <a:pt x="49" y="249"/>
                  <a:pt x="54" y="244"/>
                </a:cubicBezTo>
                <a:cubicBezTo>
                  <a:pt x="60" y="239"/>
                  <a:pt x="63" y="232"/>
                  <a:pt x="63" y="224"/>
                </a:cubicBezTo>
                <a:cubicBezTo>
                  <a:pt x="63" y="215"/>
                  <a:pt x="60" y="208"/>
                  <a:pt x="54" y="203"/>
                </a:cubicBezTo>
                <a:close/>
                <a:moveTo>
                  <a:pt x="52" y="241"/>
                </a:moveTo>
                <a:cubicBezTo>
                  <a:pt x="47" y="245"/>
                  <a:pt x="40" y="247"/>
                  <a:pt x="32" y="247"/>
                </a:cubicBezTo>
                <a:cubicBezTo>
                  <a:pt x="23" y="247"/>
                  <a:pt x="16" y="245"/>
                  <a:pt x="11" y="241"/>
                </a:cubicBezTo>
                <a:cubicBezTo>
                  <a:pt x="6" y="236"/>
                  <a:pt x="4" y="230"/>
                  <a:pt x="4" y="223"/>
                </a:cubicBezTo>
                <a:cubicBezTo>
                  <a:pt x="4" y="216"/>
                  <a:pt x="6" y="210"/>
                  <a:pt x="11" y="206"/>
                </a:cubicBezTo>
                <a:cubicBezTo>
                  <a:pt x="16" y="201"/>
                  <a:pt x="23" y="199"/>
                  <a:pt x="31" y="199"/>
                </a:cubicBezTo>
                <a:cubicBezTo>
                  <a:pt x="39" y="199"/>
                  <a:pt x="46" y="201"/>
                  <a:pt x="51" y="206"/>
                </a:cubicBezTo>
                <a:cubicBezTo>
                  <a:pt x="56" y="210"/>
                  <a:pt x="59" y="216"/>
                  <a:pt x="59" y="223"/>
                </a:cubicBezTo>
                <a:cubicBezTo>
                  <a:pt x="59" y="231"/>
                  <a:pt x="56" y="237"/>
                  <a:pt x="52" y="241"/>
                </a:cubicBezTo>
                <a:close/>
                <a:moveTo>
                  <a:pt x="66" y="216"/>
                </a:moveTo>
                <a:cubicBezTo>
                  <a:pt x="66" y="215"/>
                  <a:pt x="66" y="215"/>
                  <a:pt x="67" y="214"/>
                </a:cubicBezTo>
                <a:cubicBezTo>
                  <a:pt x="67" y="214"/>
                  <a:pt x="68" y="213"/>
                  <a:pt x="69" y="213"/>
                </a:cubicBezTo>
                <a:cubicBezTo>
                  <a:pt x="70" y="213"/>
                  <a:pt x="70" y="214"/>
                  <a:pt x="71" y="214"/>
                </a:cubicBezTo>
                <a:cubicBezTo>
                  <a:pt x="71" y="215"/>
                  <a:pt x="72" y="215"/>
                  <a:pt x="72" y="216"/>
                </a:cubicBezTo>
                <a:cubicBezTo>
                  <a:pt x="72" y="217"/>
                  <a:pt x="71" y="218"/>
                  <a:pt x="71" y="218"/>
                </a:cubicBezTo>
                <a:cubicBezTo>
                  <a:pt x="70" y="219"/>
                  <a:pt x="70" y="219"/>
                  <a:pt x="69" y="219"/>
                </a:cubicBezTo>
                <a:cubicBezTo>
                  <a:pt x="68" y="219"/>
                  <a:pt x="67" y="219"/>
                  <a:pt x="67" y="218"/>
                </a:cubicBezTo>
                <a:cubicBezTo>
                  <a:pt x="66" y="218"/>
                  <a:pt x="66" y="217"/>
                  <a:pt x="66" y="216"/>
                </a:cubicBezTo>
                <a:close/>
                <a:moveTo>
                  <a:pt x="66" y="230"/>
                </a:moveTo>
                <a:cubicBezTo>
                  <a:pt x="66" y="230"/>
                  <a:pt x="66" y="229"/>
                  <a:pt x="67" y="228"/>
                </a:cubicBezTo>
                <a:cubicBezTo>
                  <a:pt x="67" y="228"/>
                  <a:pt x="68" y="227"/>
                  <a:pt x="69" y="227"/>
                </a:cubicBezTo>
                <a:cubicBezTo>
                  <a:pt x="70" y="227"/>
                  <a:pt x="70" y="228"/>
                  <a:pt x="71" y="228"/>
                </a:cubicBezTo>
                <a:cubicBezTo>
                  <a:pt x="71" y="229"/>
                  <a:pt x="72" y="230"/>
                  <a:pt x="72" y="230"/>
                </a:cubicBezTo>
                <a:cubicBezTo>
                  <a:pt x="72" y="231"/>
                  <a:pt x="71" y="232"/>
                  <a:pt x="71" y="232"/>
                </a:cubicBezTo>
                <a:cubicBezTo>
                  <a:pt x="70" y="233"/>
                  <a:pt x="70" y="233"/>
                  <a:pt x="69" y="233"/>
                </a:cubicBezTo>
                <a:cubicBezTo>
                  <a:pt x="68" y="233"/>
                  <a:pt x="67" y="233"/>
                  <a:pt x="67" y="233"/>
                </a:cubicBezTo>
                <a:cubicBezTo>
                  <a:pt x="66" y="232"/>
                  <a:pt x="66" y="231"/>
                  <a:pt x="66" y="230"/>
                </a:cubicBezTo>
                <a:close/>
                <a:moveTo>
                  <a:pt x="1" y="307"/>
                </a:moveTo>
                <a:cubicBezTo>
                  <a:pt x="50" y="271"/>
                  <a:pt x="50" y="271"/>
                  <a:pt x="50" y="271"/>
                </a:cubicBezTo>
                <a:cubicBezTo>
                  <a:pt x="51" y="270"/>
                  <a:pt x="52" y="269"/>
                  <a:pt x="53" y="269"/>
                </a:cubicBezTo>
                <a:cubicBezTo>
                  <a:pt x="54" y="268"/>
                  <a:pt x="54" y="268"/>
                  <a:pt x="54" y="268"/>
                </a:cubicBezTo>
                <a:cubicBezTo>
                  <a:pt x="54" y="268"/>
                  <a:pt x="54" y="268"/>
                  <a:pt x="54" y="268"/>
                </a:cubicBezTo>
                <a:cubicBezTo>
                  <a:pt x="53" y="268"/>
                  <a:pt x="52" y="268"/>
                  <a:pt x="51" y="268"/>
                </a:cubicBezTo>
                <a:cubicBezTo>
                  <a:pt x="1" y="268"/>
                  <a:pt x="1" y="268"/>
                  <a:pt x="1" y="268"/>
                </a:cubicBezTo>
                <a:cubicBezTo>
                  <a:pt x="1" y="264"/>
                  <a:pt x="1" y="264"/>
                  <a:pt x="1" y="264"/>
                </a:cubicBezTo>
                <a:cubicBezTo>
                  <a:pt x="62" y="264"/>
                  <a:pt x="62" y="264"/>
                  <a:pt x="62" y="264"/>
                </a:cubicBezTo>
                <a:cubicBezTo>
                  <a:pt x="62" y="267"/>
                  <a:pt x="62" y="267"/>
                  <a:pt x="62" y="267"/>
                </a:cubicBezTo>
                <a:cubicBezTo>
                  <a:pt x="13" y="303"/>
                  <a:pt x="13" y="303"/>
                  <a:pt x="13" y="303"/>
                </a:cubicBezTo>
                <a:cubicBezTo>
                  <a:pt x="12" y="304"/>
                  <a:pt x="11" y="305"/>
                  <a:pt x="9" y="306"/>
                </a:cubicBezTo>
                <a:cubicBezTo>
                  <a:pt x="9" y="306"/>
                  <a:pt x="9" y="306"/>
                  <a:pt x="9" y="306"/>
                </a:cubicBezTo>
                <a:cubicBezTo>
                  <a:pt x="11" y="306"/>
                  <a:pt x="13" y="306"/>
                  <a:pt x="14" y="306"/>
                </a:cubicBezTo>
                <a:cubicBezTo>
                  <a:pt x="62" y="306"/>
                  <a:pt x="62" y="306"/>
                  <a:pt x="62" y="306"/>
                </a:cubicBezTo>
                <a:cubicBezTo>
                  <a:pt x="62" y="310"/>
                  <a:pt x="62" y="310"/>
                  <a:pt x="62" y="310"/>
                </a:cubicBezTo>
                <a:cubicBezTo>
                  <a:pt x="1" y="310"/>
                  <a:pt x="1" y="310"/>
                  <a:pt x="1" y="310"/>
                </a:cubicBezTo>
                <a:lnTo>
                  <a:pt x="1" y="307"/>
                </a:lnTo>
                <a:close/>
                <a:moveTo>
                  <a:pt x="54" y="330"/>
                </a:moveTo>
                <a:cubicBezTo>
                  <a:pt x="48" y="325"/>
                  <a:pt x="40" y="322"/>
                  <a:pt x="31" y="322"/>
                </a:cubicBezTo>
                <a:cubicBezTo>
                  <a:pt x="22" y="322"/>
                  <a:pt x="14" y="325"/>
                  <a:pt x="8" y="330"/>
                </a:cubicBezTo>
                <a:cubicBezTo>
                  <a:pt x="3" y="335"/>
                  <a:pt x="0" y="342"/>
                  <a:pt x="0" y="350"/>
                </a:cubicBezTo>
                <a:cubicBezTo>
                  <a:pt x="0" y="359"/>
                  <a:pt x="3" y="366"/>
                  <a:pt x="8" y="371"/>
                </a:cubicBezTo>
                <a:cubicBezTo>
                  <a:pt x="14" y="376"/>
                  <a:pt x="22" y="379"/>
                  <a:pt x="32" y="379"/>
                </a:cubicBezTo>
                <a:cubicBezTo>
                  <a:pt x="41" y="379"/>
                  <a:pt x="49" y="376"/>
                  <a:pt x="54" y="371"/>
                </a:cubicBezTo>
                <a:cubicBezTo>
                  <a:pt x="60" y="366"/>
                  <a:pt x="63" y="360"/>
                  <a:pt x="63" y="351"/>
                </a:cubicBezTo>
                <a:cubicBezTo>
                  <a:pt x="63" y="342"/>
                  <a:pt x="60" y="335"/>
                  <a:pt x="54" y="330"/>
                </a:cubicBezTo>
                <a:close/>
                <a:moveTo>
                  <a:pt x="52" y="368"/>
                </a:moveTo>
                <a:cubicBezTo>
                  <a:pt x="47" y="372"/>
                  <a:pt x="40" y="375"/>
                  <a:pt x="32" y="375"/>
                </a:cubicBezTo>
                <a:cubicBezTo>
                  <a:pt x="23" y="375"/>
                  <a:pt x="16" y="372"/>
                  <a:pt x="11" y="368"/>
                </a:cubicBezTo>
                <a:cubicBezTo>
                  <a:pt x="6" y="364"/>
                  <a:pt x="4" y="358"/>
                  <a:pt x="4" y="350"/>
                </a:cubicBezTo>
                <a:cubicBezTo>
                  <a:pt x="4" y="343"/>
                  <a:pt x="6" y="337"/>
                  <a:pt x="11" y="333"/>
                </a:cubicBezTo>
                <a:cubicBezTo>
                  <a:pt x="16" y="329"/>
                  <a:pt x="23" y="327"/>
                  <a:pt x="31" y="327"/>
                </a:cubicBezTo>
                <a:cubicBezTo>
                  <a:pt x="39" y="327"/>
                  <a:pt x="46" y="329"/>
                  <a:pt x="51" y="333"/>
                </a:cubicBezTo>
                <a:cubicBezTo>
                  <a:pt x="56" y="338"/>
                  <a:pt x="59" y="344"/>
                  <a:pt x="59" y="351"/>
                </a:cubicBezTo>
                <a:cubicBezTo>
                  <a:pt x="59" y="358"/>
                  <a:pt x="56" y="364"/>
                  <a:pt x="52" y="368"/>
                </a:cubicBezTo>
                <a:close/>
                <a:moveTo>
                  <a:pt x="66" y="344"/>
                </a:moveTo>
                <a:cubicBezTo>
                  <a:pt x="66" y="343"/>
                  <a:pt x="66" y="342"/>
                  <a:pt x="67" y="342"/>
                </a:cubicBezTo>
                <a:cubicBezTo>
                  <a:pt x="67" y="341"/>
                  <a:pt x="68" y="341"/>
                  <a:pt x="69" y="341"/>
                </a:cubicBezTo>
                <a:cubicBezTo>
                  <a:pt x="70" y="341"/>
                  <a:pt x="70" y="341"/>
                  <a:pt x="71" y="342"/>
                </a:cubicBezTo>
                <a:cubicBezTo>
                  <a:pt x="71" y="342"/>
                  <a:pt x="72" y="343"/>
                  <a:pt x="72" y="344"/>
                </a:cubicBezTo>
                <a:cubicBezTo>
                  <a:pt x="72" y="344"/>
                  <a:pt x="71" y="345"/>
                  <a:pt x="71" y="346"/>
                </a:cubicBezTo>
                <a:cubicBezTo>
                  <a:pt x="70" y="346"/>
                  <a:pt x="70" y="347"/>
                  <a:pt x="69" y="347"/>
                </a:cubicBezTo>
                <a:cubicBezTo>
                  <a:pt x="68" y="347"/>
                  <a:pt x="67" y="346"/>
                  <a:pt x="67" y="346"/>
                </a:cubicBezTo>
                <a:cubicBezTo>
                  <a:pt x="66" y="345"/>
                  <a:pt x="66" y="345"/>
                  <a:pt x="66" y="344"/>
                </a:cubicBezTo>
                <a:close/>
                <a:moveTo>
                  <a:pt x="66" y="358"/>
                </a:moveTo>
                <a:cubicBezTo>
                  <a:pt x="66" y="357"/>
                  <a:pt x="66" y="356"/>
                  <a:pt x="67" y="356"/>
                </a:cubicBezTo>
                <a:cubicBezTo>
                  <a:pt x="67" y="355"/>
                  <a:pt x="68" y="355"/>
                  <a:pt x="69" y="355"/>
                </a:cubicBezTo>
                <a:cubicBezTo>
                  <a:pt x="70" y="355"/>
                  <a:pt x="70" y="355"/>
                  <a:pt x="71" y="356"/>
                </a:cubicBezTo>
                <a:cubicBezTo>
                  <a:pt x="71" y="356"/>
                  <a:pt x="72" y="357"/>
                  <a:pt x="72" y="358"/>
                </a:cubicBezTo>
                <a:cubicBezTo>
                  <a:pt x="72" y="359"/>
                  <a:pt x="71" y="359"/>
                  <a:pt x="71" y="360"/>
                </a:cubicBezTo>
                <a:cubicBezTo>
                  <a:pt x="70" y="361"/>
                  <a:pt x="70" y="361"/>
                  <a:pt x="69" y="361"/>
                </a:cubicBezTo>
                <a:cubicBezTo>
                  <a:pt x="68" y="361"/>
                  <a:pt x="67" y="361"/>
                  <a:pt x="67" y="360"/>
                </a:cubicBezTo>
                <a:cubicBezTo>
                  <a:pt x="66" y="359"/>
                  <a:pt x="66" y="359"/>
                  <a:pt x="66" y="358"/>
                </a:cubicBezTo>
                <a:close/>
                <a:moveTo>
                  <a:pt x="1" y="444"/>
                </a:moveTo>
                <a:cubicBezTo>
                  <a:pt x="44" y="444"/>
                  <a:pt x="44" y="444"/>
                  <a:pt x="44" y="444"/>
                </a:cubicBezTo>
                <a:cubicBezTo>
                  <a:pt x="45" y="444"/>
                  <a:pt x="48" y="444"/>
                  <a:pt x="53" y="444"/>
                </a:cubicBezTo>
                <a:cubicBezTo>
                  <a:pt x="53" y="444"/>
                  <a:pt x="53" y="444"/>
                  <a:pt x="53" y="444"/>
                </a:cubicBezTo>
                <a:cubicBezTo>
                  <a:pt x="51" y="443"/>
                  <a:pt x="49" y="443"/>
                  <a:pt x="48" y="442"/>
                </a:cubicBezTo>
                <a:cubicBezTo>
                  <a:pt x="1" y="420"/>
                  <a:pt x="1" y="420"/>
                  <a:pt x="1" y="420"/>
                </a:cubicBezTo>
                <a:cubicBezTo>
                  <a:pt x="1" y="419"/>
                  <a:pt x="1" y="419"/>
                  <a:pt x="1" y="419"/>
                </a:cubicBezTo>
                <a:cubicBezTo>
                  <a:pt x="47" y="397"/>
                  <a:pt x="47" y="397"/>
                  <a:pt x="47" y="397"/>
                </a:cubicBezTo>
                <a:cubicBezTo>
                  <a:pt x="49" y="397"/>
                  <a:pt x="51" y="396"/>
                  <a:pt x="53" y="395"/>
                </a:cubicBezTo>
                <a:cubicBezTo>
                  <a:pt x="53" y="395"/>
                  <a:pt x="53" y="395"/>
                  <a:pt x="53" y="395"/>
                </a:cubicBezTo>
                <a:cubicBezTo>
                  <a:pt x="50" y="395"/>
                  <a:pt x="48" y="396"/>
                  <a:pt x="45" y="396"/>
                </a:cubicBezTo>
                <a:cubicBezTo>
                  <a:pt x="1" y="396"/>
                  <a:pt x="1" y="396"/>
                  <a:pt x="1" y="396"/>
                </a:cubicBezTo>
                <a:cubicBezTo>
                  <a:pt x="1" y="391"/>
                  <a:pt x="1" y="391"/>
                  <a:pt x="1" y="391"/>
                </a:cubicBezTo>
                <a:cubicBezTo>
                  <a:pt x="62" y="391"/>
                  <a:pt x="62" y="391"/>
                  <a:pt x="62" y="391"/>
                </a:cubicBezTo>
                <a:cubicBezTo>
                  <a:pt x="62" y="395"/>
                  <a:pt x="62" y="395"/>
                  <a:pt x="62" y="395"/>
                </a:cubicBezTo>
                <a:cubicBezTo>
                  <a:pt x="13" y="418"/>
                  <a:pt x="13" y="418"/>
                  <a:pt x="13" y="418"/>
                </a:cubicBezTo>
                <a:cubicBezTo>
                  <a:pt x="12" y="418"/>
                  <a:pt x="12" y="418"/>
                  <a:pt x="12" y="418"/>
                </a:cubicBezTo>
                <a:cubicBezTo>
                  <a:pt x="11" y="419"/>
                  <a:pt x="11" y="419"/>
                  <a:pt x="10" y="419"/>
                </a:cubicBezTo>
                <a:cubicBezTo>
                  <a:pt x="9" y="419"/>
                  <a:pt x="9" y="419"/>
                  <a:pt x="8" y="420"/>
                </a:cubicBezTo>
                <a:cubicBezTo>
                  <a:pt x="8" y="420"/>
                  <a:pt x="8" y="420"/>
                  <a:pt x="8" y="420"/>
                </a:cubicBezTo>
                <a:cubicBezTo>
                  <a:pt x="9" y="421"/>
                  <a:pt x="9" y="421"/>
                  <a:pt x="9" y="421"/>
                </a:cubicBezTo>
                <a:cubicBezTo>
                  <a:pt x="9" y="421"/>
                  <a:pt x="10" y="421"/>
                  <a:pt x="13" y="422"/>
                </a:cubicBezTo>
                <a:cubicBezTo>
                  <a:pt x="62" y="444"/>
                  <a:pt x="62" y="444"/>
                  <a:pt x="62" y="444"/>
                </a:cubicBezTo>
                <a:cubicBezTo>
                  <a:pt x="62" y="448"/>
                  <a:pt x="62" y="448"/>
                  <a:pt x="62" y="448"/>
                </a:cubicBezTo>
                <a:cubicBezTo>
                  <a:pt x="1" y="448"/>
                  <a:pt x="1" y="448"/>
                  <a:pt x="1" y="448"/>
                </a:cubicBezTo>
                <a:lnTo>
                  <a:pt x="1" y="444"/>
                </a:lnTo>
                <a:close/>
              </a:path>
            </a:pathLst>
          </a:custGeom>
          <a:solidFill>
            <a:srgbClr val="FF5C39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33" name="Freeform 252">
            <a:extLst>
              <a:ext uri="{FF2B5EF4-FFF2-40B4-BE49-F238E27FC236}">
                <a16:creationId xmlns:a16="http://schemas.microsoft.com/office/drawing/2014/main" id="{E271AE2A-5F75-6303-7AF9-196965CC3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6950831" y="5001155"/>
            <a:ext cx="267154" cy="1080177"/>
          </a:xfrm>
          <a:custGeom>
            <a:avLst/>
            <a:gdLst>
              <a:gd name="T0" fmla="*/ 0 w 88"/>
              <a:gd name="T1" fmla="*/ 31 h 355"/>
              <a:gd name="T2" fmla="*/ 33 w 88"/>
              <a:gd name="T3" fmla="*/ 0 h 355"/>
              <a:gd name="T4" fmla="*/ 69 w 88"/>
              <a:gd name="T5" fmla="*/ 34 h 355"/>
              <a:gd name="T6" fmla="*/ 62 w 88"/>
              <a:gd name="T7" fmla="*/ 49 h 355"/>
              <a:gd name="T8" fmla="*/ 56 w 88"/>
              <a:gd name="T9" fmla="*/ 13 h 355"/>
              <a:gd name="T10" fmla="*/ 12 w 88"/>
              <a:gd name="T11" fmla="*/ 13 h 355"/>
              <a:gd name="T12" fmla="*/ 7 w 88"/>
              <a:gd name="T13" fmla="*/ 49 h 355"/>
              <a:gd name="T14" fmla="*/ 1 w 88"/>
              <a:gd name="T15" fmla="*/ 58 h 355"/>
              <a:gd name="T16" fmla="*/ 22 w 88"/>
              <a:gd name="T17" fmla="*/ 70 h 355"/>
              <a:gd name="T18" fmla="*/ 1 w 88"/>
              <a:gd name="T19" fmla="*/ 107 h 355"/>
              <a:gd name="T20" fmla="*/ 68 w 88"/>
              <a:gd name="T21" fmla="*/ 87 h 355"/>
              <a:gd name="T22" fmla="*/ 1 w 88"/>
              <a:gd name="T23" fmla="*/ 58 h 355"/>
              <a:gd name="T24" fmla="*/ 60 w 88"/>
              <a:gd name="T25" fmla="*/ 86 h 355"/>
              <a:gd name="T26" fmla="*/ 26 w 88"/>
              <a:gd name="T27" fmla="*/ 98 h 355"/>
              <a:gd name="T28" fmla="*/ 57 w 88"/>
              <a:gd name="T29" fmla="*/ 83 h 355"/>
              <a:gd name="T30" fmla="*/ 73 w 88"/>
              <a:gd name="T31" fmla="*/ 81 h 355"/>
              <a:gd name="T32" fmla="*/ 88 w 88"/>
              <a:gd name="T33" fmla="*/ 88 h 355"/>
              <a:gd name="T34" fmla="*/ 73 w 88"/>
              <a:gd name="T35" fmla="*/ 81 h 355"/>
              <a:gd name="T36" fmla="*/ 49 w 88"/>
              <a:gd name="T37" fmla="*/ 183 h 355"/>
              <a:gd name="T38" fmla="*/ 58 w 88"/>
              <a:gd name="T39" fmla="*/ 183 h 355"/>
              <a:gd name="T40" fmla="*/ 1 w 88"/>
              <a:gd name="T41" fmla="*/ 156 h 355"/>
              <a:gd name="T42" fmla="*/ 52 w 88"/>
              <a:gd name="T43" fmla="*/ 131 h 355"/>
              <a:gd name="T44" fmla="*/ 59 w 88"/>
              <a:gd name="T45" fmla="*/ 128 h 355"/>
              <a:gd name="T46" fmla="*/ 1 w 88"/>
              <a:gd name="T47" fmla="*/ 129 h 355"/>
              <a:gd name="T48" fmla="*/ 68 w 88"/>
              <a:gd name="T49" fmla="*/ 124 h 355"/>
              <a:gd name="T50" fmla="*/ 14 w 88"/>
              <a:gd name="T51" fmla="*/ 154 h 355"/>
              <a:gd name="T52" fmla="*/ 11 w 88"/>
              <a:gd name="T53" fmla="*/ 155 h 355"/>
              <a:gd name="T54" fmla="*/ 8 w 88"/>
              <a:gd name="T55" fmla="*/ 156 h 355"/>
              <a:gd name="T56" fmla="*/ 14 w 88"/>
              <a:gd name="T57" fmla="*/ 158 h 355"/>
              <a:gd name="T58" fmla="*/ 68 w 88"/>
              <a:gd name="T59" fmla="*/ 187 h 355"/>
              <a:gd name="T60" fmla="*/ 1 w 88"/>
              <a:gd name="T61" fmla="*/ 183 h 355"/>
              <a:gd name="T62" fmla="*/ 67 w 88"/>
              <a:gd name="T63" fmla="*/ 291 h 355"/>
              <a:gd name="T64" fmla="*/ 64 w 88"/>
              <a:gd name="T65" fmla="*/ 286 h 355"/>
              <a:gd name="T66" fmla="*/ 64 w 88"/>
              <a:gd name="T67" fmla="*/ 280 h 355"/>
              <a:gd name="T68" fmla="*/ 69 w 88"/>
              <a:gd name="T69" fmla="*/ 260 h 355"/>
              <a:gd name="T70" fmla="*/ 60 w 88"/>
              <a:gd name="T71" fmla="*/ 236 h 355"/>
              <a:gd name="T72" fmla="*/ 34 w 88"/>
              <a:gd name="T73" fmla="*/ 227 h 355"/>
              <a:gd name="T74" fmla="*/ 9 w 88"/>
              <a:gd name="T75" fmla="*/ 236 h 355"/>
              <a:gd name="T76" fmla="*/ 0 w 88"/>
              <a:gd name="T77" fmla="*/ 258 h 355"/>
              <a:gd name="T78" fmla="*/ 9 w 88"/>
              <a:gd name="T79" fmla="*/ 282 h 355"/>
              <a:gd name="T80" fmla="*/ 35 w 88"/>
              <a:gd name="T81" fmla="*/ 290 h 355"/>
              <a:gd name="T82" fmla="*/ 60 w 88"/>
              <a:gd name="T83" fmla="*/ 284 h 355"/>
              <a:gd name="T84" fmla="*/ 70 w 88"/>
              <a:gd name="T85" fmla="*/ 296 h 355"/>
              <a:gd name="T86" fmla="*/ 76 w 88"/>
              <a:gd name="T87" fmla="*/ 295 h 355"/>
              <a:gd name="T88" fmla="*/ 70 w 88"/>
              <a:gd name="T89" fmla="*/ 291 h 355"/>
              <a:gd name="T90" fmla="*/ 47 w 88"/>
              <a:gd name="T91" fmla="*/ 284 h 355"/>
              <a:gd name="T92" fmla="*/ 22 w 88"/>
              <a:gd name="T93" fmla="*/ 284 h 355"/>
              <a:gd name="T94" fmla="*/ 6 w 88"/>
              <a:gd name="T95" fmla="*/ 270 h 355"/>
              <a:gd name="T96" fmla="*/ 6 w 88"/>
              <a:gd name="T97" fmla="*/ 247 h 355"/>
              <a:gd name="T98" fmla="*/ 22 w 88"/>
              <a:gd name="T99" fmla="*/ 234 h 355"/>
              <a:gd name="T100" fmla="*/ 47 w 88"/>
              <a:gd name="T101" fmla="*/ 234 h 355"/>
              <a:gd name="T102" fmla="*/ 63 w 88"/>
              <a:gd name="T103" fmla="*/ 248 h 355"/>
              <a:gd name="T104" fmla="*/ 63 w 88"/>
              <a:gd name="T105" fmla="*/ 270 h 355"/>
              <a:gd name="T106" fmla="*/ 1 w 88"/>
              <a:gd name="T107" fmla="*/ 352 h 355"/>
              <a:gd name="T108" fmla="*/ 58 w 88"/>
              <a:gd name="T109" fmla="*/ 309 h 355"/>
              <a:gd name="T110" fmla="*/ 59 w 88"/>
              <a:gd name="T111" fmla="*/ 309 h 355"/>
              <a:gd name="T112" fmla="*/ 1 w 88"/>
              <a:gd name="T113" fmla="*/ 309 h 355"/>
              <a:gd name="T114" fmla="*/ 68 w 88"/>
              <a:gd name="T115" fmla="*/ 304 h 355"/>
              <a:gd name="T116" fmla="*/ 14 w 88"/>
              <a:gd name="T117" fmla="*/ 347 h 355"/>
              <a:gd name="T118" fmla="*/ 10 w 88"/>
              <a:gd name="T119" fmla="*/ 351 h 355"/>
              <a:gd name="T120" fmla="*/ 68 w 88"/>
              <a:gd name="T121" fmla="*/ 350 h 355"/>
              <a:gd name="T122" fmla="*/ 1 w 88"/>
              <a:gd name="T123" fmla="*/ 355 h 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88" h="355">
                <a:moveTo>
                  <a:pt x="3" y="49"/>
                </a:moveTo>
                <a:cubicBezTo>
                  <a:pt x="1" y="43"/>
                  <a:pt x="0" y="37"/>
                  <a:pt x="0" y="31"/>
                </a:cubicBezTo>
                <a:cubicBezTo>
                  <a:pt x="0" y="22"/>
                  <a:pt x="3" y="15"/>
                  <a:pt x="9" y="9"/>
                </a:cubicBezTo>
                <a:cubicBezTo>
                  <a:pt x="15" y="3"/>
                  <a:pt x="23" y="0"/>
                  <a:pt x="33" y="0"/>
                </a:cubicBezTo>
                <a:cubicBezTo>
                  <a:pt x="44" y="0"/>
                  <a:pt x="53" y="3"/>
                  <a:pt x="59" y="10"/>
                </a:cubicBezTo>
                <a:cubicBezTo>
                  <a:pt x="66" y="16"/>
                  <a:pt x="69" y="24"/>
                  <a:pt x="69" y="34"/>
                </a:cubicBezTo>
                <a:cubicBezTo>
                  <a:pt x="69" y="39"/>
                  <a:pt x="68" y="44"/>
                  <a:pt x="67" y="49"/>
                </a:cubicBezTo>
                <a:cubicBezTo>
                  <a:pt x="62" y="49"/>
                  <a:pt x="62" y="49"/>
                  <a:pt x="62" y="49"/>
                </a:cubicBezTo>
                <a:cubicBezTo>
                  <a:pt x="64" y="44"/>
                  <a:pt x="65" y="39"/>
                  <a:pt x="65" y="34"/>
                </a:cubicBezTo>
                <a:cubicBezTo>
                  <a:pt x="65" y="25"/>
                  <a:pt x="62" y="18"/>
                  <a:pt x="56" y="13"/>
                </a:cubicBezTo>
                <a:cubicBezTo>
                  <a:pt x="51" y="8"/>
                  <a:pt x="43" y="5"/>
                  <a:pt x="34" y="5"/>
                </a:cubicBezTo>
                <a:cubicBezTo>
                  <a:pt x="24" y="5"/>
                  <a:pt x="17" y="7"/>
                  <a:pt x="12" y="13"/>
                </a:cubicBezTo>
                <a:cubicBezTo>
                  <a:pt x="6" y="18"/>
                  <a:pt x="4" y="24"/>
                  <a:pt x="4" y="32"/>
                </a:cubicBezTo>
                <a:cubicBezTo>
                  <a:pt x="4" y="38"/>
                  <a:pt x="5" y="44"/>
                  <a:pt x="7" y="49"/>
                </a:cubicBezTo>
                <a:lnTo>
                  <a:pt x="3" y="49"/>
                </a:lnTo>
                <a:close/>
                <a:moveTo>
                  <a:pt x="1" y="58"/>
                </a:moveTo>
                <a:cubicBezTo>
                  <a:pt x="1" y="63"/>
                  <a:pt x="1" y="63"/>
                  <a:pt x="1" y="63"/>
                </a:cubicBezTo>
                <a:cubicBezTo>
                  <a:pt x="22" y="70"/>
                  <a:pt x="22" y="70"/>
                  <a:pt x="22" y="70"/>
                </a:cubicBezTo>
                <a:cubicBezTo>
                  <a:pt x="22" y="100"/>
                  <a:pt x="22" y="100"/>
                  <a:pt x="22" y="100"/>
                </a:cubicBezTo>
                <a:cubicBezTo>
                  <a:pt x="1" y="107"/>
                  <a:pt x="1" y="107"/>
                  <a:pt x="1" y="107"/>
                </a:cubicBezTo>
                <a:cubicBezTo>
                  <a:pt x="1" y="113"/>
                  <a:pt x="1" y="113"/>
                  <a:pt x="1" y="113"/>
                </a:cubicBezTo>
                <a:cubicBezTo>
                  <a:pt x="68" y="87"/>
                  <a:pt x="68" y="87"/>
                  <a:pt x="68" y="87"/>
                </a:cubicBezTo>
                <a:cubicBezTo>
                  <a:pt x="68" y="83"/>
                  <a:pt x="68" y="83"/>
                  <a:pt x="68" y="83"/>
                </a:cubicBezTo>
                <a:lnTo>
                  <a:pt x="1" y="58"/>
                </a:lnTo>
                <a:close/>
                <a:moveTo>
                  <a:pt x="62" y="85"/>
                </a:moveTo>
                <a:cubicBezTo>
                  <a:pt x="61" y="85"/>
                  <a:pt x="61" y="86"/>
                  <a:pt x="60" y="86"/>
                </a:cubicBezTo>
                <a:cubicBezTo>
                  <a:pt x="59" y="86"/>
                  <a:pt x="58" y="86"/>
                  <a:pt x="57" y="87"/>
                </a:cubicBezTo>
                <a:cubicBezTo>
                  <a:pt x="26" y="98"/>
                  <a:pt x="26" y="98"/>
                  <a:pt x="26" y="98"/>
                </a:cubicBezTo>
                <a:cubicBezTo>
                  <a:pt x="26" y="72"/>
                  <a:pt x="26" y="72"/>
                  <a:pt x="26" y="72"/>
                </a:cubicBezTo>
                <a:cubicBezTo>
                  <a:pt x="57" y="83"/>
                  <a:pt x="57" y="83"/>
                  <a:pt x="57" y="83"/>
                </a:cubicBezTo>
                <a:cubicBezTo>
                  <a:pt x="58" y="84"/>
                  <a:pt x="60" y="84"/>
                  <a:pt x="62" y="85"/>
                </a:cubicBezTo>
                <a:close/>
                <a:moveTo>
                  <a:pt x="73" y="81"/>
                </a:moveTo>
                <a:cubicBezTo>
                  <a:pt x="73" y="77"/>
                  <a:pt x="73" y="77"/>
                  <a:pt x="73" y="77"/>
                </a:cubicBezTo>
                <a:cubicBezTo>
                  <a:pt x="88" y="88"/>
                  <a:pt x="88" y="88"/>
                  <a:pt x="88" y="88"/>
                </a:cubicBezTo>
                <a:cubicBezTo>
                  <a:pt x="88" y="93"/>
                  <a:pt x="88" y="93"/>
                  <a:pt x="88" y="93"/>
                </a:cubicBezTo>
                <a:lnTo>
                  <a:pt x="73" y="81"/>
                </a:lnTo>
                <a:close/>
                <a:moveTo>
                  <a:pt x="1" y="183"/>
                </a:moveTo>
                <a:cubicBezTo>
                  <a:pt x="49" y="183"/>
                  <a:pt x="49" y="183"/>
                  <a:pt x="49" y="183"/>
                </a:cubicBezTo>
                <a:cubicBezTo>
                  <a:pt x="50" y="183"/>
                  <a:pt x="53" y="183"/>
                  <a:pt x="58" y="183"/>
                </a:cubicBezTo>
                <a:cubicBezTo>
                  <a:pt x="58" y="183"/>
                  <a:pt x="58" y="183"/>
                  <a:pt x="58" y="183"/>
                </a:cubicBezTo>
                <a:cubicBezTo>
                  <a:pt x="56" y="182"/>
                  <a:pt x="54" y="181"/>
                  <a:pt x="53" y="180"/>
                </a:cubicBezTo>
                <a:cubicBezTo>
                  <a:pt x="1" y="156"/>
                  <a:pt x="1" y="156"/>
                  <a:pt x="1" y="156"/>
                </a:cubicBezTo>
                <a:cubicBezTo>
                  <a:pt x="1" y="155"/>
                  <a:pt x="1" y="155"/>
                  <a:pt x="1" y="155"/>
                </a:cubicBezTo>
                <a:cubicBezTo>
                  <a:pt x="52" y="131"/>
                  <a:pt x="52" y="131"/>
                  <a:pt x="52" y="131"/>
                </a:cubicBezTo>
                <a:cubicBezTo>
                  <a:pt x="54" y="130"/>
                  <a:pt x="56" y="129"/>
                  <a:pt x="59" y="129"/>
                </a:cubicBezTo>
                <a:cubicBezTo>
                  <a:pt x="59" y="128"/>
                  <a:pt x="59" y="128"/>
                  <a:pt x="59" y="128"/>
                </a:cubicBezTo>
                <a:cubicBezTo>
                  <a:pt x="56" y="129"/>
                  <a:pt x="53" y="129"/>
                  <a:pt x="50" y="129"/>
                </a:cubicBezTo>
                <a:cubicBezTo>
                  <a:pt x="1" y="129"/>
                  <a:pt x="1" y="129"/>
                  <a:pt x="1" y="129"/>
                </a:cubicBezTo>
                <a:cubicBezTo>
                  <a:pt x="1" y="124"/>
                  <a:pt x="1" y="124"/>
                  <a:pt x="1" y="124"/>
                </a:cubicBezTo>
                <a:cubicBezTo>
                  <a:pt x="68" y="124"/>
                  <a:pt x="68" y="124"/>
                  <a:pt x="68" y="124"/>
                </a:cubicBezTo>
                <a:cubicBezTo>
                  <a:pt x="68" y="128"/>
                  <a:pt x="68" y="128"/>
                  <a:pt x="68" y="128"/>
                </a:cubicBezTo>
                <a:cubicBezTo>
                  <a:pt x="14" y="154"/>
                  <a:pt x="14" y="154"/>
                  <a:pt x="14" y="154"/>
                </a:cubicBezTo>
                <a:cubicBezTo>
                  <a:pt x="13" y="154"/>
                  <a:pt x="13" y="154"/>
                  <a:pt x="13" y="154"/>
                </a:cubicBezTo>
                <a:cubicBezTo>
                  <a:pt x="12" y="154"/>
                  <a:pt x="11" y="154"/>
                  <a:pt x="11" y="155"/>
                </a:cubicBezTo>
                <a:cubicBezTo>
                  <a:pt x="10" y="155"/>
                  <a:pt x="9" y="155"/>
                  <a:pt x="8" y="156"/>
                </a:cubicBezTo>
                <a:cubicBezTo>
                  <a:pt x="8" y="156"/>
                  <a:pt x="8" y="156"/>
                  <a:pt x="8" y="156"/>
                </a:cubicBezTo>
                <a:cubicBezTo>
                  <a:pt x="10" y="156"/>
                  <a:pt x="10" y="156"/>
                  <a:pt x="10" y="156"/>
                </a:cubicBezTo>
                <a:cubicBezTo>
                  <a:pt x="10" y="157"/>
                  <a:pt x="11" y="157"/>
                  <a:pt x="14" y="158"/>
                </a:cubicBezTo>
                <a:cubicBezTo>
                  <a:pt x="68" y="183"/>
                  <a:pt x="68" y="183"/>
                  <a:pt x="68" y="183"/>
                </a:cubicBezTo>
                <a:cubicBezTo>
                  <a:pt x="68" y="187"/>
                  <a:pt x="68" y="187"/>
                  <a:pt x="68" y="187"/>
                </a:cubicBezTo>
                <a:cubicBezTo>
                  <a:pt x="1" y="187"/>
                  <a:pt x="1" y="187"/>
                  <a:pt x="1" y="187"/>
                </a:cubicBezTo>
                <a:lnTo>
                  <a:pt x="1" y="183"/>
                </a:lnTo>
                <a:close/>
                <a:moveTo>
                  <a:pt x="70" y="291"/>
                </a:moveTo>
                <a:cubicBezTo>
                  <a:pt x="69" y="291"/>
                  <a:pt x="68" y="291"/>
                  <a:pt x="67" y="291"/>
                </a:cubicBezTo>
                <a:cubicBezTo>
                  <a:pt x="66" y="290"/>
                  <a:pt x="66" y="290"/>
                  <a:pt x="65" y="289"/>
                </a:cubicBezTo>
                <a:cubicBezTo>
                  <a:pt x="65" y="288"/>
                  <a:pt x="64" y="287"/>
                  <a:pt x="64" y="286"/>
                </a:cubicBezTo>
                <a:cubicBezTo>
                  <a:pt x="64" y="285"/>
                  <a:pt x="64" y="284"/>
                  <a:pt x="64" y="282"/>
                </a:cubicBezTo>
                <a:cubicBezTo>
                  <a:pt x="64" y="281"/>
                  <a:pt x="64" y="280"/>
                  <a:pt x="64" y="280"/>
                </a:cubicBezTo>
                <a:cubicBezTo>
                  <a:pt x="64" y="279"/>
                  <a:pt x="64" y="278"/>
                  <a:pt x="64" y="277"/>
                </a:cubicBezTo>
                <a:cubicBezTo>
                  <a:pt x="67" y="272"/>
                  <a:pt x="69" y="267"/>
                  <a:pt x="69" y="260"/>
                </a:cubicBezTo>
                <a:cubicBezTo>
                  <a:pt x="69" y="255"/>
                  <a:pt x="68" y="250"/>
                  <a:pt x="67" y="246"/>
                </a:cubicBezTo>
                <a:cubicBezTo>
                  <a:pt x="65" y="242"/>
                  <a:pt x="63" y="239"/>
                  <a:pt x="60" y="236"/>
                </a:cubicBezTo>
                <a:cubicBezTo>
                  <a:pt x="56" y="233"/>
                  <a:pt x="53" y="231"/>
                  <a:pt x="48" y="229"/>
                </a:cubicBezTo>
                <a:cubicBezTo>
                  <a:pt x="44" y="228"/>
                  <a:pt x="39" y="227"/>
                  <a:pt x="34" y="227"/>
                </a:cubicBezTo>
                <a:cubicBezTo>
                  <a:pt x="29" y="227"/>
                  <a:pt x="24" y="228"/>
                  <a:pt x="20" y="229"/>
                </a:cubicBezTo>
                <a:cubicBezTo>
                  <a:pt x="16" y="231"/>
                  <a:pt x="12" y="233"/>
                  <a:pt x="9" y="236"/>
                </a:cubicBezTo>
                <a:cubicBezTo>
                  <a:pt x="6" y="238"/>
                  <a:pt x="4" y="242"/>
                  <a:pt x="2" y="245"/>
                </a:cubicBezTo>
                <a:cubicBezTo>
                  <a:pt x="0" y="249"/>
                  <a:pt x="0" y="254"/>
                  <a:pt x="0" y="258"/>
                </a:cubicBezTo>
                <a:cubicBezTo>
                  <a:pt x="0" y="263"/>
                  <a:pt x="0" y="268"/>
                  <a:pt x="2" y="271"/>
                </a:cubicBezTo>
                <a:cubicBezTo>
                  <a:pt x="4" y="275"/>
                  <a:pt x="6" y="279"/>
                  <a:pt x="9" y="282"/>
                </a:cubicBezTo>
                <a:cubicBezTo>
                  <a:pt x="12" y="284"/>
                  <a:pt x="16" y="286"/>
                  <a:pt x="20" y="288"/>
                </a:cubicBezTo>
                <a:cubicBezTo>
                  <a:pt x="25" y="289"/>
                  <a:pt x="30" y="290"/>
                  <a:pt x="35" y="290"/>
                </a:cubicBezTo>
                <a:cubicBezTo>
                  <a:pt x="45" y="290"/>
                  <a:pt x="53" y="287"/>
                  <a:pt x="60" y="282"/>
                </a:cubicBezTo>
                <a:cubicBezTo>
                  <a:pt x="60" y="284"/>
                  <a:pt x="60" y="284"/>
                  <a:pt x="60" y="284"/>
                </a:cubicBezTo>
                <a:cubicBezTo>
                  <a:pt x="60" y="288"/>
                  <a:pt x="60" y="291"/>
                  <a:pt x="62" y="293"/>
                </a:cubicBezTo>
                <a:cubicBezTo>
                  <a:pt x="64" y="295"/>
                  <a:pt x="66" y="296"/>
                  <a:pt x="70" y="296"/>
                </a:cubicBezTo>
                <a:cubicBezTo>
                  <a:pt x="71" y="296"/>
                  <a:pt x="72" y="296"/>
                  <a:pt x="73" y="296"/>
                </a:cubicBezTo>
                <a:cubicBezTo>
                  <a:pt x="74" y="295"/>
                  <a:pt x="75" y="295"/>
                  <a:pt x="76" y="295"/>
                </a:cubicBezTo>
                <a:cubicBezTo>
                  <a:pt x="76" y="290"/>
                  <a:pt x="76" y="290"/>
                  <a:pt x="76" y="290"/>
                </a:cubicBezTo>
                <a:cubicBezTo>
                  <a:pt x="74" y="291"/>
                  <a:pt x="72" y="291"/>
                  <a:pt x="70" y="291"/>
                </a:cubicBezTo>
                <a:close/>
                <a:moveTo>
                  <a:pt x="57" y="278"/>
                </a:moveTo>
                <a:cubicBezTo>
                  <a:pt x="54" y="281"/>
                  <a:pt x="51" y="282"/>
                  <a:pt x="47" y="284"/>
                </a:cubicBezTo>
                <a:cubicBezTo>
                  <a:pt x="44" y="285"/>
                  <a:pt x="39" y="285"/>
                  <a:pt x="35" y="285"/>
                </a:cubicBezTo>
                <a:cubicBezTo>
                  <a:pt x="30" y="285"/>
                  <a:pt x="25" y="285"/>
                  <a:pt x="22" y="284"/>
                </a:cubicBezTo>
                <a:cubicBezTo>
                  <a:pt x="18" y="282"/>
                  <a:pt x="15" y="280"/>
                  <a:pt x="12" y="278"/>
                </a:cubicBezTo>
                <a:cubicBezTo>
                  <a:pt x="9" y="276"/>
                  <a:pt x="7" y="273"/>
                  <a:pt x="6" y="270"/>
                </a:cubicBezTo>
                <a:cubicBezTo>
                  <a:pt x="4" y="266"/>
                  <a:pt x="4" y="262"/>
                  <a:pt x="4" y="258"/>
                </a:cubicBezTo>
                <a:cubicBezTo>
                  <a:pt x="4" y="254"/>
                  <a:pt x="5" y="251"/>
                  <a:pt x="6" y="247"/>
                </a:cubicBezTo>
                <a:cubicBezTo>
                  <a:pt x="7" y="244"/>
                  <a:pt x="9" y="241"/>
                  <a:pt x="12" y="239"/>
                </a:cubicBezTo>
                <a:cubicBezTo>
                  <a:pt x="15" y="237"/>
                  <a:pt x="18" y="235"/>
                  <a:pt x="22" y="234"/>
                </a:cubicBezTo>
                <a:cubicBezTo>
                  <a:pt x="25" y="233"/>
                  <a:pt x="30" y="232"/>
                  <a:pt x="34" y="232"/>
                </a:cubicBezTo>
                <a:cubicBezTo>
                  <a:pt x="39" y="232"/>
                  <a:pt x="43" y="233"/>
                  <a:pt x="47" y="234"/>
                </a:cubicBezTo>
                <a:cubicBezTo>
                  <a:pt x="51" y="235"/>
                  <a:pt x="54" y="237"/>
                  <a:pt x="56" y="240"/>
                </a:cubicBezTo>
                <a:cubicBezTo>
                  <a:pt x="59" y="242"/>
                  <a:pt x="61" y="245"/>
                  <a:pt x="63" y="248"/>
                </a:cubicBezTo>
                <a:cubicBezTo>
                  <a:pt x="64" y="251"/>
                  <a:pt x="65" y="255"/>
                  <a:pt x="65" y="259"/>
                </a:cubicBezTo>
                <a:cubicBezTo>
                  <a:pt x="65" y="263"/>
                  <a:pt x="64" y="267"/>
                  <a:pt x="63" y="270"/>
                </a:cubicBezTo>
                <a:cubicBezTo>
                  <a:pt x="62" y="273"/>
                  <a:pt x="60" y="276"/>
                  <a:pt x="57" y="278"/>
                </a:cubicBezTo>
                <a:close/>
                <a:moveTo>
                  <a:pt x="1" y="352"/>
                </a:moveTo>
                <a:cubicBezTo>
                  <a:pt x="55" y="312"/>
                  <a:pt x="55" y="312"/>
                  <a:pt x="55" y="312"/>
                </a:cubicBezTo>
                <a:cubicBezTo>
                  <a:pt x="56" y="311"/>
                  <a:pt x="57" y="310"/>
                  <a:pt x="58" y="309"/>
                </a:cubicBezTo>
                <a:cubicBezTo>
                  <a:pt x="59" y="309"/>
                  <a:pt x="59" y="309"/>
                  <a:pt x="59" y="309"/>
                </a:cubicBezTo>
                <a:cubicBezTo>
                  <a:pt x="59" y="309"/>
                  <a:pt x="59" y="309"/>
                  <a:pt x="59" y="309"/>
                </a:cubicBezTo>
                <a:cubicBezTo>
                  <a:pt x="59" y="309"/>
                  <a:pt x="58" y="309"/>
                  <a:pt x="56" y="309"/>
                </a:cubicBezTo>
                <a:cubicBezTo>
                  <a:pt x="1" y="309"/>
                  <a:pt x="1" y="309"/>
                  <a:pt x="1" y="309"/>
                </a:cubicBezTo>
                <a:cubicBezTo>
                  <a:pt x="1" y="304"/>
                  <a:pt x="1" y="304"/>
                  <a:pt x="1" y="304"/>
                </a:cubicBezTo>
                <a:cubicBezTo>
                  <a:pt x="68" y="304"/>
                  <a:pt x="68" y="304"/>
                  <a:pt x="68" y="304"/>
                </a:cubicBezTo>
                <a:cubicBezTo>
                  <a:pt x="68" y="308"/>
                  <a:pt x="68" y="308"/>
                  <a:pt x="68" y="308"/>
                </a:cubicBezTo>
                <a:cubicBezTo>
                  <a:pt x="14" y="347"/>
                  <a:pt x="14" y="347"/>
                  <a:pt x="14" y="347"/>
                </a:cubicBezTo>
                <a:cubicBezTo>
                  <a:pt x="13" y="348"/>
                  <a:pt x="11" y="349"/>
                  <a:pt x="10" y="350"/>
                </a:cubicBezTo>
                <a:cubicBezTo>
                  <a:pt x="10" y="351"/>
                  <a:pt x="10" y="351"/>
                  <a:pt x="10" y="351"/>
                </a:cubicBezTo>
                <a:cubicBezTo>
                  <a:pt x="12" y="350"/>
                  <a:pt x="14" y="350"/>
                  <a:pt x="15" y="350"/>
                </a:cubicBezTo>
                <a:cubicBezTo>
                  <a:pt x="68" y="350"/>
                  <a:pt x="68" y="350"/>
                  <a:pt x="68" y="350"/>
                </a:cubicBezTo>
                <a:cubicBezTo>
                  <a:pt x="68" y="355"/>
                  <a:pt x="68" y="355"/>
                  <a:pt x="68" y="355"/>
                </a:cubicBezTo>
                <a:cubicBezTo>
                  <a:pt x="1" y="355"/>
                  <a:pt x="1" y="355"/>
                  <a:pt x="1" y="355"/>
                </a:cubicBezTo>
                <a:lnTo>
                  <a:pt x="1" y="35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34" name="Freeform 254">
            <a:extLst>
              <a:ext uri="{FF2B5EF4-FFF2-40B4-BE49-F238E27FC236}">
                <a16:creationId xmlns:a16="http://schemas.microsoft.com/office/drawing/2014/main" id="{D262328D-F3F2-FC28-977A-6DDD2E631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366083" y="4330268"/>
            <a:ext cx="981279" cy="146420"/>
          </a:xfrm>
          <a:custGeom>
            <a:avLst/>
            <a:gdLst>
              <a:gd name="T0" fmla="*/ 0 w 323"/>
              <a:gd name="T1" fmla="*/ 24 h 48"/>
              <a:gd name="T2" fmla="*/ 37 w 323"/>
              <a:gd name="T3" fmla="*/ 6 h 48"/>
              <a:gd name="T4" fmla="*/ 21 w 323"/>
              <a:gd name="T5" fmla="*/ 48 h 48"/>
              <a:gd name="T6" fmla="*/ 5 w 323"/>
              <a:gd name="T7" fmla="*/ 24 h 48"/>
              <a:gd name="T8" fmla="*/ 33 w 323"/>
              <a:gd name="T9" fmla="*/ 38 h 48"/>
              <a:gd name="T10" fmla="*/ 22 w 323"/>
              <a:gd name="T11" fmla="*/ 5 h 48"/>
              <a:gd name="T12" fmla="*/ 66 w 323"/>
              <a:gd name="T13" fmla="*/ 1 h 48"/>
              <a:gd name="T14" fmla="*/ 77 w 323"/>
              <a:gd name="T15" fmla="*/ 18 h 48"/>
              <a:gd name="T16" fmla="*/ 78 w 323"/>
              <a:gd name="T17" fmla="*/ 26 h 48"/>
              <a:gd name="T18" fmla="*/ 66 w 323"/>
              <a:gd name="T19" fmla="*/ 47 h 48"/>
              <a:gd name="T20" fmla="*/ 58 w 323"/>
              <a:gd name="T21" fmla="*/ 20 h 48"/>
              <a:gd name="T22" fmla="*/ 73 w 323"/>
              <a:gd name="T23" fmla="*/ 12 h 48"/>
              <a:gd name="T24" fmla="*/ 58 w 323"/>
              <a:gd name="T25" fmla="*/ 25 h 48"/>
              <a:gd name="T26" fmla="*/ 73 w 323"/>
              <a:gd name="T27" fmla="*/ 40 h 48"/>
              <a:gd name="T28" fmla="*/ 58 w 323"/>
              <a:gd name="T29" fmla="*/ 25 h 48"/>
              <a:gd name="T30" fmla="*/ 109 w 323"/>
              <a:gd name="T31" fmla="*/ 34 h 48"/>
              <a:gd name="T32" fmla="*/ 103 w 323"/>
              <a:gd name="T33" fmla="*/ 28 h 48"/>
              <a:gd name="T34" fmla="*/ 96 w 323"/>
              <a:gd name="T35" fmla="*/ 47 h 48"/>
              <a:gd name="T36" fmla="*/ 104 w 323"/>
              <a:gd name="T37" fmla="*/ 1 h 48"/>
              <a:gd name="T38" fmla="*/ 117 w 323"/>
              <a:gd name="T39" fmla="*/ 7 h 48"/>
              <a:gd name="T40" fmla="*/ 116 w 323"/>
              <a:gd name="T41" fmla="*/ 21 h 48"/>
              <a:gd name="T42" fmla="*/ 108 w 323"/>
              <a:gd name="T43" fmla="*/ 26 h 48"/>
              <a:gd name="T44" fmla="*/ 113 w 323"/>
              <a:gd name="T45" fmla="*/ 30 h 48"/>
              <a:gd name="T46" fmla="*/ 96 w 323"/>
              <a:gd name="T47" fmla="*/ 5 h 48"/>
              <a:gd name="T48" fmla="*/ 107 w 323"/>
              <a:gd name="T49" fmla="*/ 22 h 48"/>
              <a:gd name="T50" fmla="*/ 113 w 323"/>
              <a:gd name="T51" fmla="*/ 13 h 48"/>
              <a:gd name="T52" fmla="*/ 96 w 323"/>
              <a:gd name="T53" fmla="*/ 5 h 48"/>
              <a:gd name="T54" fmla="*/ 130 w 323"/>
              <a:gd name="T55" fmla="*/ 1 h 48"/>
              <a:gd name="T56" fmla="*/ 182 w 323"/>
              <a:gd name="T57" fmla="*/ 44 h 48"/>
              <a:gd name="T58" fmla="*/ 145 w 323"/>
              <a:gd name="T59" fmla="*/ 24 h 48"/>
              <a:gd name="T60" fmla="*/ 181 w 323"/>
              <a:gd name="T61" fmla="*/ 2 h 48"/>
              <a:gd name="T62" fmla="*/ 155 w 323"/>
              <a:gd name="T63" fmla="*/ 10 h 48"/>
              <a:gd name="T64" fmla="*/ 167 w 323"/>
              <a:gd name="T65" fmla="*/ 43 h 48"/>
              <a:gd name="T66" fmla="*/ 167 w 323"/>
              <a:gd name="T67" fmla="*/ 28 h 48"/>
              <a:gd name="T68" fmla="*/ 182 w 323"/>
              <a:gd name="T69" fmla="*/ 44 h 48"/>
              <a:gd name="T70" fmla="*/ 218 w 323"/>
              <a:gd name="T71" fmla="*/ 34 h 48"/>
              <a:gd name="T72" fmla="*/ 188 w 323"/>
              <a:gd name="T73" fmla="*/ 47 h 48"/>
              <a:gd name="T74" fmla="*/ 229 w 323"/>
              <a:gd name="T75" fmla="*/ 47 h 48"/>
              <a:gd name="T76" fmla="*/ 208 w 323"/>
              <a:gd name="T77" fmla="*/ 6 h 48"/>
              <a:gd name="T78" fmla="*/ 200 w 323"/>
              <a:gd name="T79" fmla="*/ 29 h 48"/>
              <a:gd name="T80" fmla="*/ 236 w 323"/>
              <a:gd name="T81" fmla="*/ 1 h 48"/>
              <a:gd name="T82" fmla="*/ 266 w 323"/>
              <a:gd name="T83" fmla="*/ 40 h 48"/>
              <a:gd name="T84" fmla="*/ 241 w 323"/>
              <a:gd name="T85" fmla="*/ 5 h 48"/>
              <a:gd name="T86" fmla="*/ 262 w 323"/>
              <a:gd name="T87" fmla="*/ 37 h 48"/>
              <a:gd name="T88" fmla="*/ 241 w 323"/>
              <a:gd name="T89" fmla="*/ 5 h 48"/>
              <a:gd name="T90" fmla="*/ 279 w 323"/>
              <a:gd name="T91" fmla="*/ 24 h 48"/>
              <a:gd name="T92" fmla="*/ 317 w 323"/>
              <a:gd name="T93" fmla="*/ 6 h 48"/>
              <a:gd name="T94" fmla="*/ 301 w 323"/>
              <a:gd name="T95" fmla="*/ 48 h 48"/>
              <a:gd name="T96" fmla="*/ 285 w 323"/>
              <a:gd name="T97" fmla="*/ 24 h 48"/>
              <a:gd name="T98" fmla="*/ 313 w 323"/>
              <a:gd name="T99" fmla="*/ 38 h 48"/>
              <a:gd name="T100" fmla="*/ 301 w 323"/>
              <a:gd name="T101" fmla="*/ 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23" h="48">
                <a:moveTo>
                  <a:pt x="21" y="48"/>
                </a:moveTo>
                <a:cubicBezTo>
                  <a:pt x="15" y="48"/>
                  <a:pt x="9" y="46"/>
                  <a:pt x="5" y="41"/>
                </a:cubicBezTo>
                <a:cubicBezTo>
                  <a:pt x="1" y="37"/>
                  <a:pt x="0" y="31"/>
                  <a:pt x="0" y="24"/>
                </a:cubicBezTo>
                <a:cubicBezTo>
                  <a:pt x="0" y="17"/>
                  <a:pt x="2" y="11"/>
                  <a:pt x="6" y="6"/>
                </a:cubicBezTo>
                <a:cubicBezTo>
                  <a:pt x="10" y="2"/>
                  <a:pt x="15" y="0"/>
                  <a:pt x="22" y="0"/>
                </a:cubicBezTo>
                <a:cubicBezTo>
                  <a:pt x="28" y="0"/>
                  <a:pt x="34" y="2"/>
                  <a:pt x="37" y="6"/>
                </a:cubicBezTo>
                <a:cubicBezTo>
                  <a:pt x="41" y="11"/>
                  <a:pt x="43" y="16"/>
                  <a:pt x="43" y="23"/>
                </a:cubicBezTo>
                <a:cubicBezTo>
                  <a:pt x="43" y="31"/>
                  <a:pt x="41" y="37"/>
                  <a:pt x="37" y="41"/>
                </a:cubicBezTo>
                <a:cubicBezTo>
                  <a:pt x="33" y="45"/>
                  <a:pt x="28" y="48"/>
                  <a:pt x="21" y="48"/>
                </a:cubicBezTo>
                <a:close/>
                <a:moveTo>
                  <a:pt x="22" y="5"/>
                </a:moveTo>
                <a:cubicBezTo>
                  <a:pt x="17" y="5"/>
                  <a:pt x="13" y="6"/>
                  <a:pt x="10" y="10"/>
                </a:cubicBezTo>
                <a:cubicBezTo>
                  <a:pt x="7" y="13"/>
                  <a:pt x="5" y="18"/>
                  <a:pt x="5" y="24"/>
                </a:cubicBezTo>
                <a:cubicBezTo>
                  <a:pt x="5" y="30"/>
                  <a:pt x="7" y="34"/>
                  <a:pt x="10" y="38"/>
                </a:cubicBezTo>
                <a:cubicBezTo>
                  <a:pt x="13" y="41"/>
                  <a:pt x="16" y="43"/>
                  <a:pt x="21" y="43"/>
                </a:cubicBezTo>
                <a:cubicBezTo>
                  <a:pt x="26" y="43"/>
                  <a:pt x="30" y="41"/>
                  <a:pt x="33" y="38"/>
                </a:cubicBezTo>
                <a:cubicBezTo>
                  <a:pt x="36" y="35"/>
                  <a:pt x="38" y="30"/>
                  <a:pt x="38" y="24"/>
                </a:cubicBezTo>
                <a:cubicBezTo>
                  <a:pt x="38" y="18"/>
                  <a:pt x="36" y="13"/>
                  <a:pt x="33" y="10"/>
                </a:cubicBezTo>
                <a:cubicBezTo>
                  <a:pt x="31" y="6"/>
                  <a:pt x="27" y="5"/>
                  <a:pt x="22" y="5"/>
                </a:cubicBezTo>
                <a:close/>
                <a:moveTo>
                  <a:pt x="52" y="47"/>
                </a:moveTo>
                <a:cubicBezTo>
                  <a:pt x="52" y="1"/>
                  <a:pt x="52" y="1"/>
                  <a:pt x="52" y="1"/>
                </a:cubicBezTo>
                <a:cubicBezTo>
                  <a:pt x="66" y="1"/>
                  <a:pt x="66" y="1"/>
                  <a:pt x="66" y="1"/>
                </a:cubicBezTo>
                <a:cubicBezTo>
                  <a:pt x="70" y="1"/>
                  <a:pt x="73" y="2"/>
                  <a:pt x="75" y="3"/>
                </a:cubicBezTo>
                <a:cubicBezTo>
                  <a:pt x="78" y="5"/>
                  <a:pt x="79" y="8"/>
                  <a:pt x="79" y="11"/>
                </a:cubicBezTo>
                <a:cubicBezTo>
                  <a:pt x="79" y="14"/>
                  <a:pt x="78" y="16"/>
                  <a:pt x="77" y="18"/>
                </a:cubicBezTo>
                <a:cubicBezTo>
                  <a:pt x="75" y="20"/>
                  <a:pt x="73" y="21"/>
                  <a:pt x="71" y="22"/>
                </a:cubicBezTo>
                <a:cubicBezTo>
                  <a:pt x="71" y="22"/>
                  <a:pt x="71" y="22"/>
                  <a:pt x="71" y="22"/>
                </a:cubicBezTo>
                <a:cubicBezTo>
                  <a:pt x="74" y="23"/>
                  <a:pt x="76" y="24"/>
                  <a:pt x="78" y="26"/>
                </a:cubicBezTo>
                <a:cubicBezTo>
                  <a:pt x="80" y="28"/>
                  <a:pt x="81" y="30"/>
                  <a:pt x="81" y="34"/>
                </a:cubicBezTo>
                <a:cubicBezTo>
                  <a:pt x="81" y="38"/>
                  <a:pt x="80" y="41"/>
                  <a:pt x="77" y="43"/>
                </a:cubicBezTo>
                <a:cubicBezTo>
                  <a:pt x="74" y="46"/>
                  <a:pt x="70" y="47"/>
                  <a:pt x="66" y="47"/>
                </a:cubicBezTo>
                <a:lnTo>
                  <a:pt x="52" y="47"/>
                </a:lnTo>
                <a:close/>
                <a:moveTo>
                  <a:pt x="58" y="5"/>
                </a:moveTo>
                <a:cubicBezTo>
                  <a:pt x="58" y="20"/>
                  <a:pt x="58" y="20"/>
                  <a:pt x="58" y="20"/>
                </a:cubicBezTo>
                <a:cubicBezTo>
                  <a:pt x="63" y="20"/>
                  <a:pt x="63" y="20"/>
                  <a:pt x="63" y="20"/>
                </a:cubicBezTo>
                <a:cubicBezTo>
                  <a:pt x="66" y="20"/>
                  <a:pt x="69" y="20"/>
                  <a:pt x="70" y="18"/>
                </a:cubicBezTo>
                <a:cubicBezTo>
                  <a:pt x="72" y="17"/>
                  <a:pt x="73" y="15"/>
                  <a:pt x="73" y="12"/>
                </a:cubicBezTo>
                <a:cubicBezTo>
                  <a:pt x="73" y="8"/>
                  <a:pt x="70" y="5"/>
                  <a:pt x="64" y="5"/>
                </a:cubicBezTo>
                <a:lnTo>
                  <a:pt x="58" y="5"/>
                </a:lnTo>
                <a:close/>
                <a:moveTo>
                  <a:pt x="58" y="25"/>
                </a:moveTo>
                <a:cubicBezTo>
                  <a:pt x="58" y="42"/>
                  <a:pt x="58" y="42"/>
                  <a:pt x="58" y="42"/>
                </a:cubicBezTo>
                <a:cubicBezTo>
                  <a:pt x="65" y="42"/>
                  <a:pt x="65" y="42"/>
                  <a:pt x="65" y="42"/>
                </a:cubicBezTo>
                <a:cubicBezTo>
                  <a:pt x="68" y="42"/>
                  <a:pt x="71" y="41"/>
                  <a:pt x="73" y="40"/>
                </a:cubicBezTo>
                <a:cubicBezTo>
                  <a:pt x="74" y="38"/>
                  <a:pt x="75" y="36"/>
                  <a:pt x="75" y="34"/>
                </a:cubicBezTo>
                <a:cubicBezTo>
                  <a:pt x="75" y="28"/>
                  <a:pt x="72" y="25"/>
                  <a:pt x="64" y="25"/>
                </a:cubicBezTo>
                <a:lnTo>
                  <a:pt x="58" y="25"/>
                </a:lnTo>
                <a:close/>
                <a:moveTo>
                  <a:pt x="124" y="47"/>
                </a:moveTo>
                <a:cubicBezTo>
                  <a:pt x="117" y="47"/>
                  <a:pt x="117" y="47"/>
                  <a:pt x="117" y="47"/>
                </a:cubicBezTo>
                <a:cubicBezTo>
                  <a:pt x="109" y="34"/>
                  <a:pt x="109" y="34"/>
                  <a:pt x="109" y="34"/>
                </a:cubicBezTo>
                <a:cubicBezTo>
                  <a:pt x="109" y="33"/>
                  <a:pt x="108" y="32"/>
                  <a:pt x="107" y="31"/>
                </a:cubicBezTo>
                <a:cubicBezTo>
                  <a:pt x="107" y="30"/>
                  <a:pt x="106" y="29"/>
                  <a:pt x="105" y="29"/>
                </a:cubicBezTo>
                <a:cubicBezTo>
                  <a:pt x="105" y="28"/>
                  <a:pt x="104" y="28"/>
                  <a:pt x="103" y="28"/>
                </a:cubicBezTo>
                <a:cubicBezTo>
                  <a:pt x="102" y="27"/>
                  <a:pt x="101" y="27"/>
                  <a:pt x="100" y="27"/>
                </a:cubicBezTo>
                <a:cubicBezTo>
                  <a:pt x="96" y="27"/>
                  <a:pt x="96" y="27"/>
                  <a:pt x="96" y="27"/>
                </a:cubicBezTo>
                <a:cubicBezTo>
                  <a:pt x="96" y="47"/>
                  <a:pt x="96" y="47"/>
                  <a:pt x="96" y="47"/>
                </a:cubicBezTo>
                <a:cubicBezTo>
                  <a:pt x="90" y="47"/>
                  <a:pt x="90" y="47"/>
                  <a:pt x="90" y="47"/>
                </a:cubicBezTo>
                <a:cubicBezTo>
                  <a:pt x="90" y="1"/>
                  <a:pt x="90" y="1"/>
                  <a:pt x="90" y="1"/>
                </a:cubicBezTo>
                <a:cubicBezTo>
                  <a:pt x="104" y="1"/>
                  <a:pt x="104" y="1"/>
                  <a:pt x="104" y="1"/>
                </a:cubicBezTo>
                <a:cubicBezTo>
                  <a:pt x="106" y="1"/>
                  <a:pt x="108" y="1"/>
                  <a:pt x="110" y="1"/>
                </a:cubicBezTo>
                <a:cubicBezTo>
                  <a:pt x="112" y="2"/>
                  <a:pt x="113" y="3"/>
                  <a:pt x="114" y="4"/>
                </a:cubicBezTo>
                <a:cubicBezTo>
                  <a:pt x="116" y="5"/>
                  <a:pt x="117" y="6"/>
                  <a:pt x="117" y="7"/>
                </a:cubicBezTo>
                <a:cubicBezTo>
                  <a:pt x="118" y="9"/>
                  <a:pt x="118" y="11"/>
                  <a:pt x="118" y="13"/>
                </a:cubicBezTo>
                <a:cubicBezTo>
                  <a:pt x="118" y="15"/>
                  <a:pt x="118" y="16"/>
                  <a:pt x="118" y="17"/>
                </a:cubicBezTo>
                <a:cubicBezTo>
                  <a:pt x="117" y="19"/>
                  <a:pt x="116" y="20"/>
                  <a:pt x="116" y="21"/>
                </a:cubicBezTo>
                <a:cubicBezTo>
                  <a:pt x="115" y="22"/>
                  <a:pt x="114" y="23"/>
                  <a:pt x="112" y="24"/>
                </a:cubicBezTo>
                <a:cubicBezTo>
                  <a:pt x="111" y="24"/>
                  <a:pt x="110" y="25"/>
                  <a:pt x="108" y="25"/>
                </a:cubicBezTo>
                <a:cubicBezTo>
                  <a:pt x="108" y="26"/>
                  <a:pt x="108" y="26"/>
                  <a:pt x="108" y="26"/>
                </a:cubicBezTo>
                <a:cubicBezTo>
                  <a:pt x="109" y="26"/>
                  <a:pt x="110" y="26"/>
                  <a:pt x="110" y="27"/>
                </a:cubicBezTo>
                <a:cubicBezTo>
                  <a:pt x="111" y="27"/>
                  <a:pt x="111" y="28"/>
                  <a:pt x="112" y="28"/>
                </a:cubicBezTo>
                <a:cubicBezTo>
                  <a:pt x="112" y="29"/>
                  <a:pt x="113" y="30"/>
                  <a:pt x="113" y="30"/>
                </a:cubicBezTo>
                <a:cubicBezTo>
                  <a:pt x="114" y="31"/>
                  <a:pt x="114" y="32"/>
                  <a:pt x="115" y="33"/>
                </a:cubicBezTo>
                <a:lnTo>
                  <a:pt x="124" y="47"/>
                </a:lnTo>
                <a:close/>
                <a:moveTo>
                  <a:pt x="96" y="5"/>
                </a:moveTo>
                <a:cubicBezTo>
                  <a:pt x="96" y="22"/>
                  <a:pt x="96" y="22"/>
                  <a:pt x="96" y="22"/>
                </a:cubicBezTo>
                <a:cubicBezTo>
                  <a:pt x="103" y="22"/>
                  <a:pt x="103" y="22"/>
                  <a:pt x="103" y="22"/>
                </a:cubicBezTo>
                <a:cubicBezTo>
                  <a:pt x="105" y="22"/>
                  <a:pt x="106" y="22"/>
                  <a:pt x="107" y="22"/>
                </a:cubicBezTo>
                <a:cubicBezTo>
                  <a:pt x="108" y="21"/>
                  <a:pt x="109" y="21"/>
                  <a:pt x="110" y="20"/>
                </a:cubicBezTo>
                <a:cubicBezTo>
                  <a:pt x="111" y="19"/>
                  <a:pt x="111" y="18"/>
                  <a:pt x="112" y="17"/>
                </a:cubicBezTo>
                <a:cubicBezTo>
                  <a:pt x="112" y="16"/>
                  <a:pt x="113" y="15"/>
                  <a:pt x="113" y="13"/>
                </a:cubicBezTo>
                <a:cubicBezTo>
                  <a:pt x="113" y="11"/>
                  <a:pt x="112" y="9"/>
                  <a:pt x="110" y="8"/>
                </a:cubicBezTo>
                <a:cubicBezTo>
                  <a:pt x="109" y="6"/>
                  <a:pt x="106" y="5"/>
                  <a:pt x="103" y="5"/>
                </a:cubicBezTo>
                <a:lnTo>
                  <a:pt x="96" y="5"/>
                </a:lnTo>
                <a:close/>
                <a:moveTo>
                  <a:pt x="135" y="47"/>
                </a:moveTo>
                <a:cubicBezTo>
                  <a:pt x="130" y="47"/>
                  <a:pt x="130" y="47"/>
                  <a:pt x="130" y="47"/>
                </a:cubicBezTo>
                <a:cubicBezTo>
                  <a:pt x="130" y="1"/>
                  <a:pt x="130" y="1"/>
                  <a:pt x="130" y="1"/>
                </a:cubicBezTo>
                <a:cubicBezTo>
                  <a:pt x="135" y="1"/>
                  <a:pt x="135" y="1"/>
                  <a:pt x="135" y="1"/>
                </a:cubicBezTo>
                <a:lnTo>
                  <a:pt x="135" y="47"/>
                </a:lnTo>
                <a:close/>
                <a:moveTo>
                  <a:pt x="182" y="44"/>
                </a:moveTo>
                <a:cubicBezTo>
                  <a:pt x="178" y="46"/>
                  <a:pt x="172" y="48"/>
                  <a:pt x="167" y="48"/>
                </a:cubicBezTo>
                <a:cubicBezTo>
                  <a:pt x="160" y="48"/>
                  <a:pt x="155" y="46"/>
                  <a:pt x="151" y="41"/>
                </a:cubicBezTo>
                <a:cubicBezTo>
                  <a:pt x="147" y="37"/>
                  <a:pt x="145" y="31"/>
                  <a:pt x="145" y="24"/>
                </a:cubicBezTo>
                <a:cubicBezTo>
                  <a:pt x="145" y="17"/>
                  <a:pt x="147" y="11"/>
                  <a:pt x="151" y="7"/>
                </a:cubicBezTo>
                <a:cubicBezTo>
                  <a:pt x="156" y="2"/>
                  <a:pt x="162" y="0"/>
                  <a:pt x="169" y="0"/>
                </a:cubicBezTo>
                <a:cubicBezTo>
                  <a:pt x="174" y="0"/>
                  <a:pt x="178" y="1"/>
                  <a:pt x="181" y="2"/>
                </a:cubicBezTo>
                <a:cubicBezTo>
                  <a:pt x="181" y="8"/>
                  <a:pt x="181" y="8"/>
                  <a:pt x="181" y="8"/>
                </a:cubicBezTo>
                <a:cubicBezTo>
                  <a:pt x="178" y="6"/>
                  <a:pt x="173" y="5"/>
                  <a:pt x="168" y="5"/>
                </a:cubicBezTo>
                <a:cubicBezTo>
                  <a:pt x="163" y="5"/>
                  <a:pt x="159" y="6"/>
                  <a:pt x="155" y="10"/>
                </a:cubicBezTo>
                <a:cubicBezTo>
                  <a:pt x="152" y="14"/>
                  <a:pt x="150" y="18"/>
                  <a:pt x="150" y="24"/>
                </a:cubicBezTo>
                <a:cubicBezTo>
                  <a:pt x="150" y="30"/>
                  <a:pt x="152" y="34"/>
                  <a:pt x="155" y="38"/>
                </a:cubicBezTo>
                <a:cubicBezTo>
                  <a:pt x="158" y="41"/>
                  <a:pt x="162" y="43"/>
                  <a:pt x="167" y="43"/>
                </a:cubicBezTo>
                <a:cubicBezTo>
                  <a:pt x="171" y="43"/>
                  <a:pt x="174" y="42"/>
                  <a:pt x="177" y="41"/>
                </a:cubicBezTo>
                <a:cubicBezTo>
                  <a:pt x="177" y="28"/>
                  <a:pt x="177" y="28"/>
                  <a:pt x="177" y="28"/>
                </a:cubicBezTo>
                <a:cubicBezTo>
                  <a:pt x="167" y="28"/>
                  <a:pt x="167" y="28"/>
                  <a:pt x="167" y="28"/>
                </a:cubicBezTo>
                <a:cubicBezTo>
                  <a:pt x="167" y="23"/>
                  <a:pt x="167" y="23"/>
                  <a:pt x="167" y="23"/>
                </a:cubicBezTo>
                <a:cubicBezTo>
                  <a:pt x="182" y="23"/>
                  <a:pt x="182" y="23"/>
                  <a:pt x="182" y="23"/>
                </a:cubicBezTo>
                <a:lnTo>
                  <a:pt x="182" y="44"/>
                </a:lnTo>
                <a:close/>
                <a:moveTo>
                  <a:pt x="229" y="47"/>
                </a:moveTo>
                <a:cubicBezTo>
                  <a:pt x="223" y="47"/>
                  <a:pt x="223" y="47"/>
                  <a:pt x="223" y="47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198" y="34"/>
                  <a:pt x="198" y="34"/>
                  <a:pt x="198" y="34"/>
                </a:cubicBezTo>
                <a:cubicBezTo>
                  <a:pt x="194" y="47"/>
                  <a:pt x="194" y="47"/>
                  <a:pt x="194" y="47"/>
                </a:cubicBezTo>
                <a:cubicBezTo>
                  <a:pt x="188" y="47"/>
                  <a:pt x="188" y="47"/>
                  <a:pt x="188" y="47"/>
                </a:cubicBezTo>
                <a:cubicBezTo>
                  <a:pt x="205" y="1"/>
                  <a:pt x="205" y="1"/>
                  <a:pt x="205" y="1"/>
                </a:cubicBezTo>
                <a:cubicBezTo>
                  <a:pt x="211" y="1"/>
                  <a:pt x="211" y="1"/>
                  <a:pt x="211" y="1"/>
                </a:cubicBezTo>
                <a:lnTo>
                  <a:pt x="229" y="47"/>
                </a:lnTo>
                <a:close/>
                <a:moveTo>
                  <a:pt x="216" y="29"/>
                </a:moveTo>
                <a:cubicBezTo>
                  <a:pt x="209" y="9"/>
                  <a:pt x="209" y="9"/>
                  <a:pt x="209" y="9"/>
                </a:cubicBezTo>
                <a:cubicBezTo>
                  <a:pt x="209" y="9"/>
                  <a:pt x="208" y="8"/>
                  <a:pt x="208" y="6"/>
                </a:cubicBezTo>
                <a:cubicBezTo>
                  <a:pt x="208" y="6"/>
                  <a:pt x="208" y="6"/>
                  <a:pt x="208" y="6"/>
                </a:cubicBezTo>
                <a:cubicBezTo>
                  <a:pt x="208" y="7"/>
                  <a:pt x="208" y="9"/>
                  <a:pt x="207" y="9"/>
                </a:cubicBezTo>
                <a:cubicBezTo>
                  <a:pt x="200" y="29"/>
                  <a:pt x="200" y="29"/>
                  <a:pt x="200" y="29"/>
                </a:cubicBezTo>
                <a:lnTo>
                  <a:pt x="216" y="29"/>
                </a:lnTo>
                <a:close/>
                <a:moveTo>
                  <a:pt x="236" y="47"/>
                </a:moveTo>
                <a:cubicBezTo>
                  <a:pt x="236" y="1"/>
                  <a:pt x="236" y="1"/>
                  <a:pt x="236" y="1"/>
                </a:cubicBezTo>
                <a:cubicBezTo>
                  <a:pt x="249" y="1"/>
                  <a:pt x="249" y="1"/>
                  <a:pt x="249" y="1"/>
                </a:cubicBezTo>
                <a:cubicBezTo>
                  <a:pt x="265" y="1"/>
                  <a:pt x="273" y="8"/>
                  <a:pt x="273" y="23"/>
                </a:cubicBezTo>
                <a:cubicBezTo>
                  <a:pt x="273" y="30"/>
                  <a:pt x="271" y="36"/>
                  <a:pt x="266" y="40"/>
                </a:cubicBezTo>
                <a:cubicBezTo>
                  <a:pt x="262" y="45"/>
                  <a:pt x="256" y="47"/>
                  <a:pt x="248" y="47"/>
                </a:cubicBezTo>
                <a:lnTo>
                  <a:pt x="236" y="47"/>
                </a:lnTo>
                <a:close/>
                <a:moveTo>
                  <a:pt x="241" y="5"/>
                </a:moveTo>
                <a:cubicBezTo>
                  <a:pt x="241" y="42"/>
                  <a:pt x="241" y="42"/>
                  <a:pt x="241" y="42"/>
                </a:cubicBezTo>
                <a:cubicBezTo>
                  <a:pt x="248" y="42"/>
                  <a:pt x="248" y="42"/>
                  <a:pt x="248" y="42"/>
                </a:cubicBezTo>
                <a:cubicBezTo>
                  <a:pt x="254" y="42"/>
                  <a:pt x="259" y="40"/>
                  <a:pt x="262" y="37"/>
                </a:cubicBezTo>
                <a:cubicBezTo>
                  <a:pt x="266" y="34"/>
                  <a:pt x="267" y="29"/>
                  <a:pt x="267" y="23"/>
                </a:cubicBezTo>
                <a:cubicBezTo>
                  <a:pt x="267" y="11"/>
                  <a:pt x="261" y="5"/>
                  <a:pt x="248" y="5"/>
                </a:cubicBezTo>
                <a:lnTo>
                  <a:pt x="241" y="5"/>
                </a:lnTo>
                <a:close/>
                <a:moveTo>
                  <a:pt x="301" y="48"/>
                </a:moveTo>
                <a:cubicBezTo>
                  <a:pt x="294" y="48"/>
                  <a:pt x="289" y="46"/>
                  <a:pt x="285" y="41"/>
                </a:cubicBezTo>
                <a:cubicBezTo>
                  <a:pt x="281" y="37"/>
                  <a:pt x="279" y="31"/>
                  <a:pt x="279" y="24"/>
                </a:cubicBezTo>
                <a:cubicBezTo>
                  <a:pt x="279" y="17"/>
                  <a:pt x="281" y="11"/>
                  <a:pt x="285" y="6"/>
                </a:cubicBezTo>
                <a:cubicBezTo>
                  <a:pt x="289" y="2"/>
                  <a:pt x="295" y="0"/>
                  <a:pt x="302" y="0"/>
                </a:cubicBezTo>
                <a:cubicBezTo>
                  <a:pt x="308" y="0"/>
                  <a:pt x="313" y="2"/>
                  <a:pt x="317" y="6"/>
                </a:cubicBezTo>
                <a:cubicBezTo>
                  <a:pt x="321" y="11"/>
                  <a:pt x="323" y="16"/>
                  <a:pt x="323" y="23"/>
                </a:cubicBezTo>
                <a:cubicBezTo>
                  <a:pt x="323" y="31"/>
                  <a:pt x="321" y="37"/>
                  <a:pt x="317" y="41"/>
                </a:cubicBezTo>
                <a:cubicBezTo>
                  <a:pt x="313" y="45"/>
                  <a:pt x="308" y="48"/>
                  <a:pt x="301" y="48"/>
                </a:cubicBezTo>
                <a:close/>
                <a:moveTo>
                  <a:pt x="301" y="5"/>
                </a:moveTo>
                <a:cubicBezTo>
                  <a:pt x="296" y="5"/>
                  <a:pt x="292" y="6"/>
                  <a:pt x="289" y="10"/>
                </a:cubicBezTo>
                <a:cubicBezTo>
                  <a:pt x="286" y="13"/>
                  <a:pt x="285" y="18"/>
                  <a:pt x="285" y="24"/>
                </a:cubicBezTo>
                <a:cubicBezTo>
                  <a:pt x="285" y="30"/>
                  <a:pt x="286" y="34"/>
                  <a:pt x="289" y="38"/>
                </a:cubicBezTo>
                <a:cubicBezTo>
                  <a:pt x="292" y="41"/>
                  <a:pt x="296" y="43"/>
                  <a:pt x="301" y="43"/>
                </a:cubicBezTo>
                <a:cubicBezTo>
                  <a:pt x="306" y="43"/>
                  <a:pt x="310" y="41"/>
                  <a:pt x="313" y="38"/>
                </a:cubicBezTo>
                <a:cubicBezTo>
                  <a:pt x="316" y="35"/>
                  <a:pt x="317" y="30"/>
                  <a:pt x="317" y="24"/>
                </a:cubicBezTo>
                <a:cubicBezTo>
                  <a:pt x="317" y="18"/>
                  <a:pt x="316" y="13"/>
                  <a:pt x="313" y="10"/>
                </a:cubicBezTo>
                <a:cubicBezTo>
                  <a:pt x="310" y="6"/>
                  <a:pt x="306" y="5"/>
                  <a:pt x="301" y="5"/>
                </a:cubicBezTo>
                <a:close/>
              </a:path>
            </a:pathLst>
          </a:custGeom>
          <a:solidFill>
            <a:srgbClr val="0078D7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35" name="Freeform 5">
            <a:extLst>
              <a:ext uri="{FF2B5EF4-FFF2-40B4-BE49-F238E27FC236}">
                <a16:creationId xmlns:a16="http://schemas.microsoft.com/office/drawing/2014/main" id="{2173317B-E8F2-A747-179E-9CEB9DEC6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243287" y="5471710"/>
            <a:ext cx="651189" cy="199082"/>
          </a:xfrm>
          <a:custGeom>
            <a:avLst/>
            <a:gdLst>
              <a:gd name="T0" fmla="*/ 199 w 211"/>
              <a:gd name="T1" fmla="*/ 62 h 63"/>
              <a:gd name="T2" fmla="*/ 198 w 211"/>
              <a:gd name="T3" fmla="*/ 19 h 63"/>
              <a:gd name="T4" fmla="*/ 191 w 211"/>
              <a:gd name="T5" fmla="*/ 11 h 63"/>
              <a:gd name="T6" fmla="*/ 171 w 211"/>
              <a:gd name="T7" fmla="*/ 10 h 63"/>
              <a:gd name="T8" fmla="*/ 170 w 211"/>
              <a:gd name="T9" fmla="*/ 50 h 63"/>
              <a:gd name="T10" fmla="*/ 162 w 211"/>
              <a:gd name="T11" fmla="*/ 62 h 63"/>
              <a:gd name="T12" fmla="*/ 150 w 211"/>
              <a:gd name="T13" fmla="*/ 63 h 63"/>
              <a:gd name="T14" fmla="*/ 148 w 211"/>
              <a:gd name="T15" fmla="*/ 53 h 63"/>
              <a:gd name="T16" fmla="*/ 151 w 211"/>
              <a:gd name="T17" fmla="*/ 54 h 63"/>
              <a:gd name="T18" fmla="*/ 157 w 211"/>
              <a:gd name="T19" fmla="*/ 50 h 63"/>
              <a:gd name="T20" fmla="*/ 158 w 211"/>
              <a:gd name="T21" fmla="*/ 41 h 63"/>
              <a:gd name="T22" fmla="*/ 151 w 211"/>
              <a:gd name="T23" fmla="*/ 13 h 63"/>
              <a:gd name="T24" fmla="*/ 160 w 211"/>
              <a:gd name="T25" fmla="*/ 1 h 63"/>
              <a:gd name="T26" fmla="*/ 176 w 211"/>
              <a:gd name="T27" fmla="*/ 0 h 63"/>
              <a:gd name="T28" fmla="*/ 195 w 211"/>
              <a:gd name="T29" fmla="*/ 2 h 63"/>
              <a:gd name="T30" fmla="*/ 209 w 211"/>
              <a:gd name="T31" fmla="*/ 14 h 63"/>
              <a:gd name="T32" fmla="*/ 211 w 211"/>
              <a:gd name="T33" fmla="*/ 62 h 63"/>
              <a:gd name="T34" fmla="*/ 123 w 211"/>
              <a:gd name="T35" fmla="*/ 62 h 63"/>
              <a:gd name="T36" fmla="*/ 135 w 211"/>
              <a:gd name="T37" fmla="*/ 1 h 63"/>
              <a:gd name="T38" fmla="*/ 88 w 211"/>
              <a:gd name="T39" fmla="*/ 62 h 63"/>
              <a:gd name="T40" fmla="*/ 88 w 211"/>
              <a:gd name="T41" fmla="*/ 16 h 63"/>
              <a:gd name="T42" fmla="*/ 87 w 211"/>
              <a:gd name="T43" fmla="*/ 11 h 63"/>
              <a:gd name="T44" fmla="*/ 60 w 211"/>
              <a:gd name="T45" fmla="*/ 11 h 63"/>
              <a:gd name="T46" fmla="*/ 110 w 211"/>
              <a:gd name="T47" fmla="*/ 1 h 63"/>
              <a:gd name="T48" fmla="*/ 107 w 211"/>
              <a:gd name="T49" fmla="*/ 11 h 63"/>
              <a:gd name="T50" fmla="*/ 101 w 211"/>
              <a:gd name="T51" fmla="*/ 14 h 63"/>
              <a:gd name="T52" fmla="*/ 100 w 211"/>
              <a:gd name="T53" fmla="*/ 22 h 63"/>
              <a:gd name="T54" fmla="*/ 88 w 211"/>
              <a:gd name="T55" fmla="*/ 62 h 63"/>
              <a:gd name="T56" fmla="*/ 42 w 211"/>
              <a:gd name="T57" fmla="*/ 62 h 63"/>
              <a:gd name="T58" fmla="*/ 38 w 211"/>
              <a:gd name="T59" fmla="*/ 14 h 63"/>
              <a:gd name="T60" fmla="*/ 19 w 211"/>
              <a:gd name="T61" fmla="*/ 10 h 63"/>
              <a:gd name="T62" fmla="*/ 7 w 211"/>
              <a:gd name="T63" fmla="*/ 12 h 63"/>
              <a:gd name="T64" fmla="*/ 1 w 211"/>
              <a:gd name="T65" fmla="*/ 3 h 63"/>
              <a:gd name="T66" fmla="*/ 27 w 211"/>
              <a:gd name="T67" fmla="*/ 0 h 63"/>
              <a:gd name="T68" fmla="*/ 46 w 211"/>
              <a:gd name="T69" fmla="*/ 6 h 63"/>
              <a:gd name="T70" fmla="*/ 54 w 211"/>
              <a:gd name="T71" fmla="*/ 25 h 63"/>
              <a:gd name="T72" fmla="*/ 13 w 211"/>
              <a:gd name="T73" fmla="*/ 62 h 63"/>
              <a:gd name="T74" fmla="*/ 1 w 211"/>
              <a:gd name="T75" fmla="*/ 27 h 63"/>
              <a:gd name="T76" fmla="*/ 13 w 211"/>
              <a:gd name="T77" fmla="*/ 62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11" h="63">
                <a:moveTo>
                  <a:pt x="211" y="62"/>
                </a:moveTo>
                <a:cubicBezTo>
                  <a:pt x="199" y="62"/>
                  <a:pt x="199" y="62"/>
                  <a:pt x="199" y="62"/>
                </a:cubicBezTo>
                <a:cubicBezTo>
                  <a:pt x="199" y="25"/>
                  <a:pt x="199" y="25"/>
                  <a:pt x="199" y="25"/>
                </a:cubicBezTo>
                <a:cubicBezTo>
                  <a:pt x="199" y="23"/>
                  <a:pt x="199" y="20"/>
                  <a:pt x="198" y="19"/>
                </a:cubicBezTo>
                <a:cubicBezTo>
                  <a:pt x="198" y="17"/>
                  <a:pt x="197" y="15"/>
                  <a:pt x="196" y="14"/>
                </a:cubicBezTo>
                <a:cubicBezTo>
                  <a:pt x="194" y="12"/>
                  <a:pt x="193" y="11"/>
                  <a:pt x="191" y="11"/>
                </a:cubicBezTo>
                <a:cubicBezTo>
                  <a:pt x="189" y="10"/>
                  <a:pt x="186" y="10"/>
                  <a:pt x="183" y="10"/>
                </a:cubicBezTo>
                <a:cubicBezTo>
                  <a:pt x="179" y="10"/>
                  <a:pt x="175" y="10"/>
                  <a:pt x="171" y="10"/>
                </a:cubicBezTo>
                <a:cubicBezTo>
                  <a:pt x="171" y="41"/>
                  <a:pt x="171" y="41"/>
                  <a:pt x="171" y="41"/>
                </a:cubicBezTo>
                <a:cubicBezTo>
                  <a:pt x="171" y="44"/>
                  <a:pt x="170" y="47"/>
                  <a:pt x="170" y="50"/>
                </a:cubicBezTo>
                <a:cubicBezTo>
                  <a:pt x="169" y="53"/>
                  <a:pt x="168" y="55"/>
                  <a:pt x="167" y="57"/>
                </a:cubicBezTo>
                <a:cubicBezTo>
                  <a:pt x="166" y="59"/>
                  <a:pt x="164" y="61"/>
                  <a:pt x="162" y="62"/>
                </a:cubicBezTo>
                <a:cubicBezTo>
                  <a:pt x="160" y="63"/>
                  <a:pt x="157" y="63"/>
                  <a:pt x="154" y="63"/>
                </a:cubicBezTo>
                <a:cubicBezTo>
                  <a:pt x="152" y="63"/>
                  <a:pt x="151" y="63"/>
                  <a:pt x="150" y="63"/>
                </a:cubicBezTo>
                <a:cubicBezTo>
                  <a:pt x="148" y="63"/>
                  <a:pt x="147" y="63"/>
                  <a:pt x="146" y="62"/>
                </a:cubicBezTo>
                <a:cubicBezTo>
                  <a:pt x="148" y="53"/>
                  <a:pt x="148" y="53"/>
                  <a:pt x="148" y="53"/>
                </a:cubicBezTo>
                <a:cubicBezTo>
                  <a:pt x="148" y="53"/>
                  <a:pt x="149" y="54"/>
                  <a:pt x="149" y="54"/>
                </a:cubicBezTo>
                <a:cubicBezTo>
                  <a:pt x="150" y="54"/>
                  <a:pt x="151" y="54"/>
                  <a:pt x="151" y="54"/>
                </a:cubicBezTo>
                <a:cubicBezTo>
                  <a:pt x="153" y="54"/>
                  <a:pt x="154" y="53"/>
                  <a:pt x="155" y="53"/>
                </a:cubicBezTo>
                <a:cubicBezTo>
                  <a:pt x="156" y="52"/>
                  <a:pt x="157" y="51"/>
                  <a:pt x="157" y="50"/>
                </a:cubicBezTo>
                <a:cubicBezTo>
                  <a:pt x="158" y="49"/>
                  <a:pt x="158" y="47"/>
                  <a:pt x="158" y="46"/>
                </a:cubicBezTo>
                <a:cubicBezTo>
                  <a:pt x="158" y="44"/>
                  <a:pt x="158" y="43"/>
                  <a:pt x="158" y="41"/>
                </a:cubicBezTo>
                <a:cubicBezTo>
                  <a:pt x="158" y="12"/>
                  <a:pt x="158" y="12"/>
                  <a:pt x="158" y="12"/>
                </a:cubicBezTo>
                <a:cubicBezTo>
                  <a:pt x="151" y="13"/>
                  <a:pt x="151" y="13"/>
                  <a:pt x="151" y="13"/>
                </a:cubicBezTo>
                <a:cubicBezTo>
                  <a:pt x="152" y="2"/>
                  <a:pt x="152" y="2"/>
                  <a:pt x="152" y="2"/>
                </a:cubicBezTo>
                <a:cubicBezTo>
                  <a:pt x="155" y="2"/>
                  <a:pt x="157" y="2"/>
                  <a:pt x="160" y="1"/>
                </a:cubicBezTo>
                <a:cubicBezTo>
                  <a:pt x="162" y="1"/>
                  <a:pt x="165" y="1"/>
                  <a:pt x="168" y="1"/>
                </a:cubicBezTo>
                <a:cubicBezTo>
                  <a:pt x="171" y="0"/>
                  <a:pt x="173" y="0"/>
                  <a:pt x="176" y="0"/>
                </a:cubicBezTo>
                <a:cubicBezTo>
                  <a:pt x="179" y="0"/>
                  <a:pt x="181" y="0"/>
                  <a:pt x="184" y="0"/>
                </a:cubicBezTo>
                <a:cubicBezTo>
                  <a:pt x="188" y="0"/>
                  <a:pt x="192" y="1"/>
                  <a:pt x="195" y="2"/>
                </a:cubicBezTo>
                <a:cubicBezTo>
                  <a:pt x="198" y="2"/>
                  <a:pt x="201" y="4"/>
                  <a:pt x="204" y="6"/>
                </a:cubicBezTo>
                <a:cubicBezTo>
                  <a:pt x="206" y="8"/>
                  <a:pt x="208" y="10"/>
                  <a:pt x="209" y="14"/>
                </a:cubicBezTo>
                <a:cubicBezTo>
                  <a:pt x="211" y="17"/>
                  <a:pt x="211" y="21"/>
                  <a:pt x="211" y="25"/>
                </a:cubicBezTo>
                <a:lnTo>
                  <a:pt x="211" y="62"/>
                </a:lnTo>
                <a:close/>
                <a:moveTo>
                  <a:pt x="135" y="62"/>
                </a:moveTo>
                <a:cubicBezTo>
                  <a:pt x="123" y="62"/>
                  <a:pt x="123" y="62"/>
                  <a:pt x="123" y="62"/>
                </a:cubicBezTo>
                <a:cubicBezTo>
                  <a:pt x="123" y="1"/>
                  <a:pt x="123" y="1"/>
                  <a:pt x="123" y="1"/>
                </a:cubicBezTo>
                <a:cubicBezTo>
                  <a:pt x="135" y="1"/>
                  <a:pt x="135" y="1"/>
                  <a:pt x="135" y="1"/>
                </a:cubicBezTo>
                <a:lnTo>
                  <a:pt x="135" y="62"/>
                </a:lnTo>
                <a:close/>
                <a:moveTo>
                  <a:pt x="88" y="62"/>
                </a:moveTo>
                <a:cubicBezTo>
                  <a:pt x="88" y="23"/>
                  <a:pt x="88" y="23"/>
                  <a:pt x="88" y="23"/>
                </a:cubicBezTo>
                <a:cubicBezTo>
                  <a:pt x="88" y="21"/>
                  <a:pt x="88" y="18"/>
                  <a:pt x="88" y="16"/>
                </a:cubicBezTo>
                <a:cubicBezTo>
                  <a:pt x="89" y="14"/>
                  <a:pt x="90" y="12"/>
                  <a:pt x="92" y="10"/>
                </a:cubicBezTo>
                <a:cubicBezTo>
                  <a:pt x="90" y="10"/>
                  <a:pt x="88" y="11"/>
                  <a:pt x="87" y="11"/>
                </a:cubicBezTo>
                <a:cubicBezTo>
                  <a:pt x="85" y="11"/>
                  <a:pt x="83" y="11"/>
                  <a:pt x="81" y="11"/>
                </a:cubicBezTo>
                <a:cubicBezTo>
                  <a:pt x="60" y="11"/>
                  <a:pt x="60" y="11"/>
                  <a:pt x="60" y="11"/>
                </a:cubicBezTo>
                <a:cubicBezTo>
                  <a:pt x="62" y="1"/>
                  <a:pt x="62" y="1"/>
                  <a:pt x="62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09" y="11"/>
                  <a:pt x="109" y="11"/>
                  <a:pt x="109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5" y="11"/>
                  <a:pt x="104" y="11"/>
                  <a:pt x="103" y="11"/>
                </a:cubicBezTo>
                <a:cubicBezTo>
                  <a:pt x="102" y="12"/>
                  <a:pt x="101" y="13"/>
                  <a:pt x="101" y="14"/>
                </a:cubicBezTo>
                <a:cubicBezTo>
                  <a:pt x="100" y="14"/>
                  <a:pt x="100" y="16"/>
                  <a:pt x="100" y="17"/>
                </a:cubicBezTo>
                <a:cubicBezTo>
                  <a:pt x="100" y="18"/>
                  <a:pt x="100" y="20"/>
                  <a:pt x="100" y="22"/>
                </a:cubicBezTo>
                <a:cubicBezTo>
                  <a:pt x="100" y="62"/>
                  <a:pt x="100" y="62"/>
                  <a:pt x="100" y="62"/>
                </a:cubicBezTo>
                <a:lnTo>
                  <a:pt x="88" y="62"/>
                </a:lnTo>
                <a:close/>
                <a:moveTo>
                  <a:pt x="54" y="62"/>
                </a:moveTo>
                <a:cubicBezTo>
                  <a:pt x="42" y="62"/>
                  <a:pt x="42" y="62"/>
                  <a:pt x="42" y="62"/>
                </a:cubicBezTo>
                <a:cubicBezTo>
                  <a:pt x="42" y="25"/>
                  <a:pt x="42" y="25"/>
                  <a:pt x="42" y="25"/>
                </a:cubicBezTo>
                <a:cubicBezTo>
                  <a:pt x="42" y="20"/>
                  <a:pt x="40" y="16"/>
                  <a:pt x="38" y="14"/>
                </a:cubicBezTo>
                <a:cubicBezTo>
                  <a:pt x="35" y="11"/>
                  <a:pt x="31" y="10"/>
                  <a:pt x="26" y="10"/>
                </a:cubicBezTo>
                <a:cubicBezTo>
                  <a:pt x="24" y="10"/>
                  <a:pt x="21" y="10"/>
                  <a:pt x="19" y="10"/>
                </a:cubicBezTo>
                <a:cubicBezTo>
                  <a:pt x="17" y="10"/>
                  <a:pt x="15" y="10"/>
                  <a:pt x="13" y="11"/>
                </a:cubicBezTo>
                <a:cubicBezTo>
                  <a:pt x="11" y="11"/>
                  <a:pt x="9" y="11"/>
                  <a:pt x="7" y="12"/>
                </a:cubicBezTo>
                <a:cubicBezTo>
                  <a:pt x="4" y="12"/>
                  <a:pt x="2" y="13"/>
                  <a:pt x="0" y="13"/>
                </a:cubicBezTo>
                <a:cubicBezTo>
                  <a:pt x="1" y="3"/>
                  <a:pt x="1" y="3"/>
                  <a:pt x="1" y="3"/>
                </a:cubicBezTo>
                <a:cubicBezTo>
                  <a:pt x="5" y="2"/>
                  <a:pt x="9" y="1"/>
                  <a:pt x="13" y="1"/>
                </a:cubicBezTo>
                <a:cubicBezTo>
                  <a:pt x="18" y="0"/>
                  <a:pt x="22" y="0"/>
                  <a:pt x="27" y="0"/>
                </a:cubicBezTo>
                <a:cubicBezTo>
                  <a:pt x="31" y="0"/>
                  <a:pt x="34" y="1"/>
                  <a:pt x="38" y="2"/>
                </a:cubicBezTo>
                <a:cubicBezTo>
                  <a:pt x="41" y="3"/>
                  <a:pt x="44" y="4"/>
                  <a:pt x="46" y="6"/>
                </a:cubicBezTo>
                <a:cubicBezTo>
                  <a:pt x="49" y="8"/>
                  <a:pt x="50" y="11"/>
                  <a:pt x="52" y="14"/>
                </a:cubicBezTo>
                <a:cubicBezTo>
                  <a:pt x="53" y="17"/>
                  <a:pt x="54" y="21"/>
                  <a:pt x="54" y="25"/>
                </a:cubicBezTo>
                <a:lnTo>
                  <a:pt x="54" y="62"/>
                </a:lnTo>
                <a:close/>
                <a:moveTo>
                  <a:pt x="13" y="62"/>
                </a:moveTo>
                <a:cubicBezTo>
                  <a:pt x="1" y="62"/>
                  <a:pt x="1" y="62"/>
                  <a:pt x="1" y="62"/>
                </a:cubicBezTo>
                <a:cubicBezTo>
                  <a:pt x="1" y="27"/>
                  <a:pt x="1" y="27"/>
                  <a:pt x="1" y="27"/>
                </a:cubicBezTo>
                <a:cubicBezTo>
                  <a:pt x="13" y="21"/>
                  <a:pt x="13" y="21"/>
                  <a:pt x="13" y="21"/>
                </a:cubicBezTo>
                <a:lnTo>
                  <a:pt x="13" y="62"/>
                </a:ln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Freeform 235">
            <a:extLst>
              <a:ext uri="{FF2B5EF4-FFF2-40B4-BE49-F238E27FC236}">
                <a16:creationId xmlns:a16="http://schemas.microsoft.com/office/drawing/2014/main" id="{F96E62DD-6643-AC2D-2543-20CE38C03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415853" y="3986080"/>
            <a:ext cx="747519" cy="182384"/>
          </a:xfrm>
          <a:custGeom>
            <a:avLst/>
            <a:gdLst>
              <a:gd name="T0" fmla="*/ 37 w 246"/>
              <a:gd name="T1" fmla="*/ 32 h 60"/>
              <a:gd name="T2" fmla="*/ 5 w 246"/>
              <a:gd name="T3" fmla="*/ 60 h 60"/>
              <a:gd name="T4" fmla="*/ 0 w 246"/>
              <a:gd name="T5" fmla="*/ 0 h 60"/>
              <a:gd name="T6" fmla="*/ 5 w 246"/>
              <a:gd name="T7" fmla="*/ 27 h 60"/>
              <a:gd name="T8" fmla="*/ 37 w 246"/>
              <a:gd name="T9" fmla="*/ 0 h 60"/>
              <a:gd name="T10" fmla="*/ 43 w 246"/>
              <a:gd name="T11" fmla="*/ 60 h 60"/>
              <a:gd name="T12" fmla="*/ 79 w 246"/>
              <a:gd name="T13" fmla="*/ 60 h 60"/>
              <a:gd name="T14" fmla="*/ 52 w 246"/>
              <a:gd name="T15" fmla="*/ 0 h 60"/>
              <a:gd name="T16" fmla="*/ 75 w 246"/>
              <a:gd name="T17" fmla="*/ 48 h 60"/>
              <a:gd name="T18" fmla="*/ 76 w 246"/>
              <a:gd name="T19" fmla="*/ 53 h 60"/>
              <a:gd name="T20" fmla="*/ 77 w 246"/>
              <a:gd name="T21" fmla="*/ 51 h 60"/>
              <a:gd name="T22" fmla="*/ 95 w 246"/>
              <a:gd name="T23" fmla="*/ 0 h 60"/>
              <a:gd name="T24" fmla="*/ 79 w 246"/>
              <a:gd name="T25" fmla="*/ 60 h 60"/>
              <a:gd name="T26" fmla="*/ 122 w 246"/>
              <a:gd name="T27" fmla="*/ 0 h 60"/>
              <a:gd name="T28" fmla="*/ 105 w 246"/>
              <a:gd name="T29" fmla="*/ 60 h 60"/>
              <a:gd name="T30" fmla="*/ 137 w 246"/>
              <a:gd name="T31" fmla="*/ 42 h 60"/>
              <a:gd name="T32" fmla="*/ 150 w 246"/>
              <a:gd name="T33" fmla="*/ 60 h 60"/>
              <a:gd name="T34" fmla="*/ 114 w 246"/>
              <a:gd name="T35" fmla="*/ 37 h 60"/>
              <a:gd name="T36" fmla="*/ 124 w 246"/>
              <a:gd name="T37" fmla="*/ 9 h 60"/>
              <a:gd name="T38" fmla="*/ 125 w 246"/>
              <a:gd name="T39" fmla="*/ 7 h 60"/>
              <a:gd name="T40" fmla="*/ 126 w 246"/>
              <a:gd name="T41" fmla="*/ 11 h 60"/>
              <a:gd name="T42" fmla="*/ 114 w 246"/>
              <a:gd name="T43" fmla="*/ 37 h 60"/>
              <a:gd name="T44" fmla="*/ 159 w 246"/>
              <a:gd name="T45" fmla="*/ 0 h 60"/>
              <a:gd name="T46" fmla="*/ 165 w 246"/>
              <a:gd name="T47" fmla="*/ 55 h 60"/>
              <a:gd name="T48" fmla="*/ 189 w 246"/>
              <a:gd name="T49" fmla="*/ 60 h 60"/>
              <a:gd name="T50" fmla="*/ 223 w 246"/>
              <a:gd name="T51" fmla="*/ 0 h 60"/>
              <a:gd name="T52" fmla="*/ 195 w 246"/>
              <a:gd name="T53" fmla="*/ 60 h 60"/>
              <a:gd name="T54" fmla="*/ 207 w 246"/>
              <a:gd name="T55" fmla="*/ 42 h 60"/>
              <a:gd name="T56" fmla="*/ 239 w 246"/>
              <a:gd name="T57" fmla="*/ 60 h 60"/>
              <a:gd name="T58" fmla="*/ 223 w 246"/>
              <a:gd name="T59" fmla="*/ 0 h 60"/>
              <a:gd name="T60" fmla="*/ 219 w 246"/>
              <a:gd name="T61" fmla="*/ 11 h 60"/>
              <a:gd name="T62" fmla="*/ 220 w 246"/>
              <a:gd name="T63" fmla="*/ 7 h 60"/>
              <a:gd name="T64" fmla="*/ 221 w 246"/>
              <a:gd name="T65" fmla="*/ 9 h 60"/>
              <a:gd name="T66" fmla="*/ 231 w 246"/>
              <a:gd name="T67" fmla="*/ 37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46" h="60">
                <a:moveTo>
                  <a:pt x="37" y="60"/>
                </a:moveTo>
                <a:cubicBezTo>
                  <a:pt x="37" y="32"/>
                  <a:pt x="37" y="32"/>
                  <a:pt x="37" y="32"/>
                </a:cubicBezTo>
                <a:cubicBezTo>
                  <a:pt x="5" y="32"/>
                  <a:pt x="5" y="32"/>
                  <a:pt x="5" y="32"/>
                </a:cubicBezTo>
                <a:cubicBezTo>
                  <a:pt x="5" y="60"/>
                  <a:pt x="5" y="60"/>
                  <a:pt x="5" y="60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0"/>
                  <a:pt x="0" y="0"/>
                  <a:pt x="0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27"/>
                  <a:pt x="5" y="27"/>
                  <a:pt x="5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0"/>
                  <a:pt x="37" y="0"/>
                  <a:pt x="37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3" y="60"/>
                  <a:pt x="43" y="60"/>
                  <a:pt x="43" y="60"/>
                </a:cubicBezTo>
                <a:lnTo>
                  <a:pt x="37" y="60"/>
                </a:lnTo>
                <a:close/>
                <a:moveTo>
                  <a:pt x="79" y="60"/>
                </a:moveTo>
                <a:cubicBezTo>
                  <a:pt x="73" y="60"/>
                  <a:pt x="73" y="60"/>
                  <a:pt x="73" y="60"/>
                </a:cubicBezTo>
                <a:cubicBezTo>
                  <a:pt x="52" y="0"/>
                  <a:pt x="52" y="0"/>
                  <a:pt x="52" y="0"/>
                </a:cubicBezTo>
                <a:cubicBezTo>
                  <a:pt x="58" y="0"/>
                  <a:pt x="58" y="0"/>
                  <a:pt x="58" y="0"/>
                </a:cubicBezTo>
                <a:cubicBezTo>
                  <a:pt x="75" y="48"/>
                  <a:pt x="75" y="48"/>
                  <a:pt x="75" y="48"/>
                </a:cubicBezTo>
                <a:cubicBezTo>
                  <a:pt x="75" y="49"/>
                  <a:pt x="75" y="50"/>
                  <a:pt x="76" y="50"/>
                </a:cubicBezTo>
                <a:cubicBezTo>
                  <a:pt x="76" y="51"/>
                  <a:pt x="76" y="52"/>
                  <a:pt x="76" y="53"/>
                </a:cubicBezTo>
                <a:cubicBezTo>
                  <a:pt x="76" y="53"/>
                  <a:pt x="76" y="53"/>
                  <a:pt x="76" y="53"/>
                </a:cubicBezTo>
                <a:cubicBezTo>
                  <a:pt x="76" y="52"/>
                  <a:pt x="77" y="52"/>
                  <a:pt x="77" y="51"/>
                </a:cubicBezTo>
                <a:cubicBezTo>
                  <a:pt x="77" y="50"/>
                  <a:pt x="77" y="49"/>
                  <a:pt x="78" y="48"/>
                </a:cubicBezTo>
                <a:cubicBezTo>
                  <a:pt x="95" y="0"/>
                  <a:pt x="95" y="0"/>
                  <a:pt x="95" y="0"/>
                </a:cubicBezTo>
                <a:cubicBezTo>
                  <a:pt x="101" y="0"/>
                  <a:pt x="101" y="0"/>
                  <a:pt x="101" y="0"/>
                </a:cubicBezTo>
                <a:lnTo>
                  <a:pt x="79" y="60"/>
                </a:lnTo>
                <a:close/>
                <a:moveTo>
                  <a:pt x="127" y="0"/>
                </a:moveTo>
                <a:cubicBezTo>
                  <a:pt x="122" y="0"/>
                  <a:pt x="122" y="0"/>
                  <a:pt x="122" y="0"/>
                </a:cubicBezTo>
                <a:cubicBezTo>
                  <a:pt x="99" y="60"/>
                  <a:pt x="99" y="60"/>
                  <a:pt x="99" y="60"/>
                </a:cubicBezTo>
                <a:cubicBezTo>
                  <a:pt x="105" y="60"/>
                  <a:pt x="105" y="60"/>
                  <a:pt x="105" y="60"/>
                </a:cubicBezTo>
                <a:cubicBezTo>
                  <a:pt x="112" y="42"/>
                  <a:pt x="112" y="42"/>
                  <a:pt x="112" y="42"/>
                </a:cubicBezTo>
                <a:cubicBezTo>
                  <a:pt x="137" y="42"/>
                  <a:pt x="137" y="42"/>
                  <a:pt x="137" y="42"/>
                </a:cubicBezTo>
                <a:cubicBezTo>
                  <a:pt x="144" y="60"/>
                  <a:pt x="144" y="60"/>
                  <a:pt x="144" y="60"/>
                </a:cubicBezTo>
                <a:cubicBezTo>
                  <a:pt x="150" y="60"/>
                  <a:pt x="150" y="60"/>
                  <a:pt x="150" y="60"/>
                </a:cubicBezTo>
                <a:lnTo>
                  <a:pt x="127" y="0"/>
                </a:lnTo>
                <a:close/>
                <a:moveTo>
                  <a:pt x="114" y="37"/>
                </a:move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4" y="10"/>
                  <a:pt x="124" y="9"/>
                </a:cubicBezTo>
                <a:cubicBezTo>
                  <a:pt x="124" y="8"/>
                  <a:pt x="124" y="8"/>
                  <a:pt x="124" y="7"/>
                </a:cubicBezTo>
                <a:cubicBezTo>
                  <a:pt x="125" y="7"/>
                  <a:pt x="125" y="7"/>
                  <a:pt x="125" y="7"/>
                </a:cubicBezTo>
                <a:cubicBezTo>
                  <a:pt x="125" y="8"/>
                  <a:pt x="125" y="8"/>
                  <a:pt x="125" y="9"/>
                </a:cubicBezTo>
                <a:cubicBezTo>
                  <a:pt x="125" y="10"/>
                  <a:pt x="125" y="10"/>
                  <a:pt x="126" y="11"/>
                </a:cubicBezTo>
                <a:cubicBezTo>
                  <a:pt x="135" y="37"/>
                  <a:pt x="135" y="37"/>
                  <a:pt x="135" y="37"/>
                </a:cubicBezTo>
                <a:lnTo>
                  <a:pt x="114" y="37"/>
                </a:lnTo>
                <a:close/>
                <a:moveTo>
                  <a:pt x="159" y="60"/>
                </a:moveTo>
                <a:cubicBezTo>
                  <a:pt x="159" y="0"/>
                  <a:pt x="159" y="0"/>
                  <a:pt x="159" y="0"/>
                </a:cubicBezTo>
                <a:cubicBezTo>
                  <a:pt x="165" y="0"/>
                  <a:pt x="165" y="0"/>
                  <a:pt x="165" y="0"/>
                </a:cubicBezTo>
                <a:cubicBezTo>
                  <a:pt x="165" y="55"/>
                  <a:pt x="165" y="55"/>
                  <a:pt x="165" y="55"/>
                </a:cubicBezTo>
                <a:cubicBezTo>
                  <a:pt x="189" y="55"/>
                  <a:pt x="189" y="55"/>
                  <a:pt x="189" y="55"/>
                </a:cubicBezTo>
                <a:cubicBezTo>
                  <a:pt x="189" y="60"/>
                  <a:pt x="189" y="60"/>
                  <a:pt x="189" y="60"/>
                </a:cubicBezTo>
                <a:lnTo>
                  <a:pt x="159" y="60"/>
                </a:lnTo>
                <a:close/>
                <a:moveTo>
                  <a:pt x="223" y="0"/>
                </a:moveTo>
                <a:cubicBezTo>
                  <a:pt x="218" y="0"/>
                  <a:pt x="218" y="0"/>
                  <a:pt x="218" y="0"/>
                </a:cubicBezTo>
                <a:cubicBezTo>
                  <a:pt x="195" y="60"/>
                  <a:pt x="195" y="60"/>
                  <a:pt x="195" y="60"/>
                </a:cubicBezTo>
                <a:cubicBezTo>
                  <a:pt x="201" y="60"/>
                  <a:pt x="201" y="60"/>
                  <a:pt x="201" y="60"/>
                </a:cubicBezTo>
                <a:cubicBezTo>
                  <a:pt x="207" y="42"/>
                  <a:pt x="207" y="42"/>
                  <a:pt x="207" y="42"/>
                </a:cubicBezTo>
                <a:cubicBezTo>
                  <a:pt x="233" y="42"/>
                  <a:pt x="233" y="42"/>
                  <a:pt x="233" y="42"/>
                </a:cubicBezTo>
                <a:cubicBezTo>
                  <a:pt x="239" y="60"/>
                  <a:pt x="239" y="60"/>
                  <a:pt x="239" y="60"/>
                </a:cubicBezTo>
                <a:cubicBezTo>
                  <a:pt x="246" y="60"/>
                  <a:pt x="246" y="60"/>
                  <a:pt x="246" y="60"/>
                </a:cubicBezTo>
                <a:lnTo>
                  <a:pt x="223" y="0"/>
                </a:lnTo>
                <a:close/>
                <a:moveTo>
                  <a:pt x="209" y="37"/>
                </a:moveTo>
                <a:cubicBezTo>
                  <a:pt x="219" y="11"/>
                  <a:pt x="219" y="11"/>
                  <a:pt x="219" y="11"/>
                </a:cubicBezTo>
                <a:cubicBezTo>
                  <a:pt x="219" y="10"/>
                  <a:pt x="219" y="10"/>
                  <a:pt x="219" y="9"/>
                </a:cubicBezTo>
                <a:cubicBezTo>
                  <a:pt x="220" y="8"/>
                  <a:pt x="220" y="8"/>
                  <a:pt x="220" y="7"/>
                </a:cubicBezTo>
                <a:cubicBezTo>
                  <a:pt x="220" y="7"/>
                  <a:pt x="220" y="7"/>
                  <a:pt x="220" y="7"/>
                </a:cubicBezTo>
                <a:cubicBezTo>
                  <a:pt x="220" y="8"/>
                  <a:pt x="221" y="8"/>
                  <a:pt x="221" y="9"/>
                </a:cubicBezTo>
                <a:cubicBezTo>
                  <a:pt x="221" y="10"/>
                  <a:pt x="221" y="10"/>
                  <a:pt x="221" y="11"/>
                </a:cubicBezTo>
                <a:cubicBezTo>
                  <a:pt x="231" y="37"/>
                  <a:pt x="231" y="37"/>
                  <a:pt x="231" y="37"/>
                </a:cubicBezTo>
                <a:lnTo>
                  <a:pt x="209" y="37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14"/>
            <a:endParaRPr lang="en-US" sz="1200">
              <a:solidFill>
                <a:srgbClr val="000000"/>
              </a:solidFill>
              <a:latin typeface="Segoe UI Semilight"/>
            </a:endParaRPr>
          </a:p>
        </p:txBody>
      </p:sp>
      <p:sp>
        <p:nvSpPr>
          <p:cNvPr id="37" name="TextBox 39">
            <a:extLst>
              <a:ext uri="{FF2B5EF4-FFF2-40B4-BE49-F238E27FC236}">
                <a16:creationId xmlns:a16="http://schemas.microsoft.com/office/drawing/2014/main" id="{00938DCD-624C-4E3E-1E10-5AB7D8DE5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3107392" y="5192350"/>
            <a:ext cx="1703431" cy="644515"/>
          </a:xfrm>
          <a:prstGeom prst="rect">
            <a:avLst/>
          </a:prstGeom>
          <a:noFill/>
        </p:spPr>
        <p:txBody>
          <a:bodyPr wrap="square" lIns="89642" tIns="44821" rIns="89642" bIns="44821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err="1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આભાર</a:t>
            </a: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sp>
        <p:nvSpPr>
          <p:cNvPr id="38" name="TextBox 40">
            <a:extLst>
              <a:ext uri="{FF2B5EF4-FFF2-40B4-BE49-F238E27FC236}">
                <a16:creationId xmlns:a16="http://schemas.microsoft.com/office/drawing/2014/main" id="{FD83F6A0-9D26-314A-64B1-3BB3CDBB8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9125563" y="4631276"/>
            <a:ext cx="1703431" cy="5931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3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धन्यवाद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Placeholder 45">
            <a:extLst>
              <a:ext uri="{FF2B5EF4-FFF2-40B4-BE49-F238E27FC236}">
                <a16:creationId xmlns:a16="http://schemas.microsoft.com/office/drawing/2014/main" id="{E0F29B77-BFC8-722C-BF9F-504AED93EAA8}"/>
              </a:ext>
            </a:extLst>
          </p:cNvPr>
          <p:cNvSpPr txBox="1">
            <a:spLocks/>
          </p:cNvSpPr>
          <p:nvPr userDrawn="1"/>
        </p:nvSpPr>
        <p:spPr>
          <a:xfrm>
            <a:off x="3453106" y="2776678"/>
            <a:ext cx="5478684" cy="11079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7200" b="1" kern="1200" cap="none" spc="-50" baseline="0" dirty="0">
                <a:ln w="3175">
                  <a:noFill/>
                </a:ln>
                <a:gradFill flip="none" rotWithShape="1">
                  <a:gsLst>
                    <a:gs pos="28000">
                      <a:schemeClr val="accent1"/>
                    </a:gs>
                    <a:gs pos="100000">
                      <a:srgbClr val="17518A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 indent="-857250">
              <a:spcBef>
                <a:spcPct val="0"/>
              </a:spcBef>
            </a:pPr>
            <a:r>
              <a:rPr lang="en-US" b="0">
                <a:solidFill>
                  <a:schemeClr val="tx2"/>
                </a:solidFill>
                <a:latin typeface="+mj-lt"/>
              </a:rPr>
              <a:t>THANK YOU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779EFBA-7A82-CB47-AAB1-30D77D9B7D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6448" y="5121374"/>
            <a:ext cx="1816900" cy="163830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CF84520-8FFD-7650-F62B-5FC7DF26BFA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9534" y="98324"/>
            <a:ext cx="3276017" cy="2786712"/>
          </a:xfrm>
          <a:prstGeom prst="rect">
            <a:avLst/>
          </a:prstGeom>
        </p:spPr>
      </p:pic>
      <p:sp>
        <p:nvSpPr>
          <p:cNvPr id="42" name="Text Box 3">
            <a:extLst>
              <a:ext uri="{FF2B5EF4-FFF2-40B4-BE49-F238E27FC236}">
                <a16:creationId xmlns:a16="http://schemas.microsoft.com/office/drawing/2014/main" id="{D5F9030F-7789-1D5C-9F41-6466A3C63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680648" y="6465989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32290" eaLnBrk="0" hangingPunct="0"/>
            <a:r>
              <a:rPr lang="en-US" sz="700">
                <a:cs typeface="Segoe UI" pitchFamily="34" charset="0"/>
              </a:rPr>
              <a:t>© Copyright Microsoft Corporation.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825996527"/>
      </p:ext>
    </p:extLst>
  </p:cSld>
  <p:clrMapOvr>
    <a:masterClrMapping/>
  </p:clrMapOvr>
  <p:transition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slide with circ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82903D-2569-6AA4-DFAA-E9A8249B8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DBFF7313-E326-AAAC-07B4-6CAA9218A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892927" y="1071563"/>
            <a:ext cx="4714874" cy="4714874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431800" sx="102000" sy="102000" algn="ctr" rotWithShape="0">
              <a:prstClr val="black">
                <a:alpha val="4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IN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Graphic 28">
            <a:extLst>
              <a:ext uri="{FF2B5EF4-FFF2-40B4-BE49-F238E27FC236}">
                <a16:creationId xmlns:a16="http://schemas.microsoft.com/office/drawing/2014/main" id="{7692749B-7F22-270B-AD9D-5E764D707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4008" y="890291"/>
            <a:ext cx="965312" cy="725262"/>
          </a:xfrm>
          <a:custGeom>
            <a:avLst/>
            <a:gdLst>
              <a:gd name="connsiteX0" fmla="*/ 325088 w 3616928"/>
              <a:gd name="connsiteY0" fmla="*/ 2493836 h 2717482"/>
              <a:gd name="connsiteX1" fmla="*/ 0 w 3616928"/>
              <a:gd name="connsiteY1" fmla="*/ 1620108 h 2717482"/>
              <a:gd name="connsiteX2" fmla="*/ 1086517 w 3616928"/>
              <a:gd name="connsiteY2" fmla="*/ 19336 h 2717482"/>
              <a:gd name="connsiteX3" fmla="*/ 1300734 w 3616928"/>
              <a:gd name="connsiteY3" fmla="*/ 71628 h 2717482"/>
              <a:gd name="connsiteX4" fmla="*/ 1300734 w 3616928"/>
              <a:gd name="connsiteY4" fmla="*/ 71628 h 2717482"/>
              <a:gd name="connsiteX5" fmla="*/ 1253776 w 3616928"/>
              <a:gd name="connsiteY5" fmla="*/ 305943 h 2717482"/>
              <a:gd name="connsiteX6" fmla="*/ 710375 w 3616928"/>
              <a:gd name="connsiteY6" fmla="*/ 858584 h 2717482"/>
              <a:gd name="connsiteX7" fmla="*/ 930497 w 3616928"/>
              <a:gd name="connsiteY7" fmla="*/ 1294448 h 2717482"/>
              <a:gd name="connsiteX8" fmla="*/ 934784 w 3616928"/>
              <a:gd name="connsiteY8" fmla="*/ 1295020 h 2717482"/>
              <a:gd name="connsiteX9" fmla="*/ 1585055 w 3616928"/>
              <a:gd name="connsiteY9" fmla="*/ 2006251 h 2717482"/>
              <a:gd name="connsiteX10" fmla="*/ 1387412 w 3616928"/>
              <a:gd name="connsiteY10" fmla="*/ 2507743 h 2717482"/>
              <a:gd name="connsiteX11" fmla="*/ 1375791 w 3616928"/>
              <a:gd name="connsiteY11" fmla="*/ 2520316 h 2717482"/>
              <a:gd name="connsiteX12" fmla="*/ 873919 w 3616928"/>
              <a:gd name="connsiteY12" fmla="*/ 2717483 h 2717482"/>
              <a:gd name="connsiteX13" fmla="*/ 325279 w 3616928"/>
              <a:gd name="connsiteY13" fmla="*/ 2493931 h 2717482"/>
              <a:gd name="connsiteX14" fmla="*/ 325279 w 3616928"/>
              <a:gd name="connsiteY14" fmla="*/ 2493931 h 2717482"/>
              <a:gd name="connsiteX15" fmla="*/ 2357057 w 3616928"/>
              <a:gd name="connsiteY15" fmla="*/ 2493836 h 2717482"/>
              <a:gd name="connsiteX16" fmla="*/ 2031968 w 3616928"/>
              <a:gd name="connsiteY16" fmla="*/ 1620108 h 2717482"/>
              <a:gd name="connsiteX17" fmla="*/ 3118485 w 3616928"/>
              <a:gd name="connsiteY17" fmla="*/ 19336 h 2717482"/>
              <a:gd name="connsiteX18" fmla="*/ 3332703 w 3616928"/>
              <a:gd name="connsiteY18" fmla="*/ 71628 h 2717482"/>
              <a:gd name="connsiteX19" fmla="*/ 3332703 w 3616928"/>
              <a:gd name="connsiteY19" fmla="*/ 71628 h 2717482"/>
              <a:gd name="connsiteX20" fmla="*/ 3285744 w 3616928"/>
              <a:gd name="connsiteY20" fmla="*/ 305943 h 2717482"/>
              <a:gd name="connsiteX21" fmla="*/ 2742343 w 3616928"/>
              <a:gd name="connsiteY21" fmla="*/ 858584 h 2717482"/>
              <a:gd name="connsiteX22" fmla="*/ 2962370 w 3616928"/>
              <a:gd name="connsiteY22" fmla="*/ 1294448 h 2717482"/>
              <a:gd name="connsiteX23" fmla="*/ 2966657 w 3616928"/>
              <a:gd name="connsiteY23" fmla="*/ 1295020 h 2717482"/>
              <a:gd name="connsiteX24" fmla="*/ 3616928 w 3616928"/>
              <a:gd name="connsiteY24" fmla="*/ 2006251 h 2717482"/>
              <a:gd name="connsiteX25" fmla="*/ 3413760 w 3616928"/>
              <a:gd name="connsiteY25" fmla="*/ 2514220 h 2717482"/>
              <a:gd name="connsiteX26" fmla="*/ 2905792 w 3616928"/>
              <a:gd name="connsiteY26" fmla="*/ 2717388 h 2717482"/>
              <a:gd name="connsiteX27" fmla="*/ 2357152 w 3616928"/>
              <a:gd name="connsiteY27" fmla="*/ 2493836 h 2717482"/>
              <a:gd name="connsiteX28" fmla="*/ 2357152 w 3616928"/>
              <a:gd name="connsiteY28" fmla="*/ 2493836 h 2717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616928" h="2717482">
                <a:moveTo>
                  <a:pt x="325088" y="2493836"/>
                </a:moveTo>
                <a:cubicBezTo>
                  <a:pt x="121920" y="2270380"/>
                  <a:pt x="0" y="2026539"/>
                  <a:pt x="0" y="1620108"/>
                </a:cubicBezTo>
                <a:cubicBezTo>
                  <a:pt x="0" y="954025"/>
                  <a:pt x="445675" y="359188"/>
                  <a:pt x="1086517" y="19336"/>
                </a:cubicBezTo>
                <a:cubicBezTo>
                  <a:pt x="1160812" y="-20097"/>
                  <a:pt x="1252918" y="2477"/>
                  <a:pt x="1300734" y="71628"/>
                </a:cubicBezTo>
                <a:lnTo>
                  <a:pt x="1300734" y="71628"/>
                </a:lnTo>
                <a:cubicBezTo>
                  <a:pt x="1354550" y="149448"/>
                  <a:pt x="1333310" y="254699"/>
                  <a:pt x="1253776" y="305943"/>
                </a:cubicBezTo>
                <a:cubicBezTo>
                  <a:pt x="981075" y="481585"/>
                  <a:pt x="813911" y="674466"/>
                  <a:pt x="710375" y="858584"/>
                </a:cubicBezTo>
                <a:cubicBezTo>
                  <a:pt x="606838" y="1042702"/>
                  <a:pt x="723805" y="1266159"/>
                  <a:pt x="930497" y="1294448"/>
                </a:cubicBezTo>
                <a:cubicBezTo>
                  <a:pt x="931926" y="1294639"/>
                  <a:pt x="933355" y="1294829"/>
                  <a:pt x="934784" y="1295020"/>
                </a:cubicBezTo>
                <a:cubicBezTo>
                  <a:pt x="1300543" y="1335691"/>
                  <a:pt x="1585055" y="1620108"/>
                  <a:pt x="1585055" y="2006251"/>
                </a:cubicBezTo>
                <a:cubicBezTo>
                  <a:pt x="1585055" y="2186369"/>
                  <a:pt x="1506188" y="2366487"/>
                  <a:pt x="1387412" y="2507743"/>
                </a:cubicBezTo>
                <a:cubicBezTo>
                  <a:pt x="1383792" y="2512124"/>
                  <a:pt x="1379887" y="2516315"/>
                  <a:pt x="1375791" y="2520316"/>
                </a:cubicBezTo>
                <a:cubicBezTo>
                  <a:pt x="1235012" y="2658237"/>
                  <a:pt x="1074230" y="2717483"/>
                  <a:pt x="873919" y="2717483"/>
                </a:cubicBezTo>
                <a:cubicBezTo>
                  <a:pt x="650367" y="2717483"/>
                  <a:pt x="447199" y="2615851"/>
                  <a:pt x="325279" y="2493931"/>
                </a:cubicBezTo>
                <a:lnTo>
                  <a:pt x="325279" y="2493931"/>
                </a:lnTo>
                <a:close/>
                <a:moveTo>
                  <a:pt x="2357057" y="2493836"/>
                </a:moveTo>
                <a:cubicBezTo>
                  <a:pt x="2153888" y="2270284"/>
                  <a:pt x="2031968" y="2026444"/>
                  <a:pt x="2031968" y="1620108"/>
                </a:cubicBezTo>
                <a:cubicBezTo>
                  <a:pt x="2031968" y="954025"/>
                  <a:pt x="2477643" y="359188"/>
                  <a:pt x="3118485" y="19336"/>
                </a:cubicBezTo>
                <a:cubicBezTo>
                  <a:pt x="3192780" y="-20097"/>
                  <a:pt x="3284887" y="2477"/>
                  <a:pt x="3332703" y="71628"/>
                </a:cubicBezTo>
                <a:lnTo>
                  <a:pt x="3332703" y="71628"/>
                </a:lnTo>
                <a:cubicBezTo>
                  <a:pt x="3386519" y="149448"/>
                  <a:pt x="3365278" y="254699"/>
                  <a:pt x="3285744" y="305943"/>
                </a:cubicBezTo>
                <a:cubicBezTo>
                  <a:pt x="3013043" y="481585"/>
                  <a:pt x="2845880" y="674466"/>
                  <a:pt x="2742343" y="858584"/>
                </a:cubicBezTo>
                <a:cubicBezTo>
                  <a:pt x="2640140" y="1040416"/>
                  <a:pt x="2755773" y="1266159"/>
                  <a:pt x="2962370" y="1294448"/>
                </a:cubicBezTo>
                <a:cubicBezTo>
                  <a:pt x="2963799" y="1294639"/>
                  <a:pt x="2965228" y="1294829"/>
                  <a:pt x="2966657" y="1295020"/>
                </a:cubicBezTo>
                <a:cubicBezTo>
                  <a:pt x="3332416" y="1335691"/>
                  <a:pt x="3616928" y="1620108"/>
                  <a:pt x="3616928" y="2006251"/>
                </a:cubicBezTo>
                <a:cubicBezTo>
                  <a:pt x="3616928" y="2189131"/>
                  <a:pt x="3535680" y="2372011"/>
                  <a:pt x="3413760" y="2514220"/>
                </a:cubicBezTo>
                <a:cubicBezTo>
                  <a:pt x="3291840" y="2656428"/>
                  <a:pt x="3108960" y="2717388"/>
                  <a:pt x="2905792" y="2717388"/>
                </a:cubicBezTo>
                <a:cubicBezTo>
                  <a:pt x="2682240" y="2717388"/>
                  <a:pt x="2479072" y="2615756"/>
                  <a:pt x="2357152" y="2493836"/>
                </a:cubicBezTo>
                <a:lnTo>
                  <a:pt x="2357152" y="2493836"/>
                </a:ln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0800" dist="76200" dir="8100000" algn="tr" rotWithShape="0">
              <a:schemeClr val="tx2">
                <a:alpha val="25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6" name="Text Placeholder 35">
            <a:extLst>
              <a:ext uri="{FF2B5EF4-FFF2-40B4-BE49-F238E27FC236}">
                <a16:creationId xmlns:a16="http://schemas.microsoft.com/office/drawing/2014/main" id="{EED2CE7A-913E-44C3-CE88-0CA16660D9C6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983226" y="2017713"/>
            <a:ext cx="5257237" cy="27039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None/>
              <a:defRPr kumimoji="0" lang="en-US" sz="2400" b="0" i="0" u="none" strike="noStrike" cap="none" normalizeH="0" dirty="0">
                <a:ln>
                  <a:noFill/>
                </a:ln>
                <a:effectLst/>
                <a:uLnTx/>
                <a:uFillTx/>
                <a:ea typeface="Segoe UI" pitchFamily="34" charset="0"/>
              </a:defRPr>
            </a:lvl1pPr>
          </a:lstStyle>
          <a:p>
            <a:pPr marL="0" lvl="0" indent="0" defTabSz="932472" fontAlgn="base"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None/>
            </a:pPr>
            <a:r>
              <a:rPr lang="en-US"/>
              <a:t>Click to add text</a:t>
            </a:r>
          </a:p>
        </p:txBody>
      </p:sp>
      <p:sp>
        <p:nvSpPr>
          <p:cNvPr id="7" name="Text Placeholder 35">
            <a:extLst>
              <a:ext uri="{FF2B5EF4-FFF2-40B4-BE49-F238E27FC236}">
                <a16:creationId xmlns:a16="http://schemas.microsoft.com/office/drawing/2014/main" id="{141ED9DA-5006-5750-8CB8-2DDCA166F33E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1236664" y="4969297"/>
            <a:ext cx="5003799" cy="2756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kumimoji="0" lang="en-US" sz="2000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lvl="0" algn="r" defTabSz="932472" fontAlgn="base"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None/>
            </a:pPr>
            <a:r>
              <a:rPr lang="en-US"/>
              <a:t>Speaker</a:t>
            </a:r>
          </a:p>
        </p:txBody>
      </p:sp>
      <p:sp>
        <p:nvSpPr>
          <p:cNvPr id="8" name="Picture Placeholder 58" descr="Picture">
            <a:extLst>
              <a:ext uri="{FF2B5EF4-FFF2-40B4-BE49-F238E27FC236}">
                <a16:creationId xmlns:a16="http://schemas.microsoft.com/office/drawing/2014/main" id="{C94D28ED-0A03-04FC-066C-F8FB6998305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027864" y="1206500"/>
            <a:ext cx="4445000" cy="4445000"/>
          </a:xfrm>
          <a:prstGeom prst="ellipse">
            <a:avLst/>
          </a:prstGeom>
          <a:solidFill>
            <a:schemeClr val="bg1">
              <a:alpha val="40000"/>
            </a:schemeClr>
          </a:solidFill>
          <a:ln>
            <a:noFill/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342270"/>
      </p:ext>
    </p:extLst>
  </p:cSld>
  <p:clrMapOvr>
    <a:masterClrMapping/>
  </p:clrMapOvr>
  <p:transition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17660B7-C811-5DCB-74C2-C19A806F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60" name="Title 1">
            <a:extLst>
              <a:ext uri="{FF2B5EF4-FFF2-40B4-BE49-F238E27FC236}">
                <a16:creationId xmlns:a16="http://schemas.microsoft.com/office/drawing/2014/main" id="{43440211-498C-BFC9-C4A9-8F0B1940353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8035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1" orient="horz" pos="912">
          <p15:clr>
            <a:srgbClr val="5ACBF0"/>
          </p15:clr>
        </p15:guide>
        <p15:guide id="32" orient="horz" pos="1272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0E4E2F-DA39-FC58-FFE3-180F98146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7E24D83-89AE-042E-BEE7-3B6DC7739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334000" y="0"/>
            <a:ext cx="6364288" cy="68580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C2E574C-FEC0-9EBB-A791-EE943B0A3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524916" y="1539523"/>
            <a:ext cx="5955884" cy="3556520"/>
            <a:chOff x="5524916" y="1539523"/>
            <a:chExt cx="2197100" cy="355652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B7B95B-E2D3-E0E5-82DE-17DD815B6071}"/>
                </a:ext>
              </a:extLst>
            </p:cNvPr>
            <p:cNvCxnSpPr>
              <a:cxnSpLocks/>
            </p:cNvCxnSpPr>
            <p:nvPr/>
          </p:nvCxnSpPr>
          <p:spPr>
            <a:xfrm>
              <a:off x="5524916" y="2428653"/>
              <a:ext cx="2197100" cy="0"/>
            </a:xfrm>
            <a:prstGeom prst="line">
              <a:avLst/>
            </a:prstGeom>
            <a:ln>
              <a:solidFill>
                <a:schemeClr val="bg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4B86EED-4865-9744-2AB0-1DEF2CDF0BF4}"/>
                </a:ext>
              </a:extLst>
            </p:cNvPr>
            <p:cNvCxnSpPr>
              <a:cxnSpLocks/>
            </p:cNvCxnSpPr>
            <p:nvPr/>
          </p:nvCxnSpPr>
          <p:spPr>
            <a:xfrm>
              <a:off x="5524916" y="1539523"/>
              <a:ext cx="2197100" cy="0"/>
            </a:xfrm>
            <a:prstGeom prst="line">
              <a:avLst/>
            </a:prstGeom>
            <a:ln>
              <a:solidFill>
                <a:schemeClr val="bg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0AC3B97-A626-4075-2006-0A0C797EB398}"/>
                </a:ext>
              </a:extLst>
            </p:cNvPr>
            <p:cNvCxnSpPr>
              <a:cxnSpLocks/>
            </p:cNvCxnSpPr>
            <p:nvPr/>
          </p:nvCxnSpPr>
          <p:spPr>
            <a:xfrm>
              <a:off x="5524916" y="3317783"/>
              <a:ext cx="2197100" cy="0"/>
            </a:xfrm>
            <a:prstGeom prst="line">
              <a:avLst/>
            </a:prstGeom>
            <a:ln>
              <a:solidFill>
                <a:schemeClr val="bg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DDC9762-516C-56C6-6272-7C8B985D9B91}"/>
                </a:ext>
              </a:extLst>
            </p:cNvPr>
            <p:cNvCxnSpPr>
              <a:cxnSpLocks/>
            </p:cNvCxnSpPr>
            <p:nvPr/>
          </p:nvCxnSpPr>
          <p:spPr>
            <a:xfrm>
              <a:off x="5524916" y="4206913"/>
              <a:ext cx="2197100" cy="0"/>
            </a:xfrm>
            <a:prstGeom prst="line">
              <a:avLst/>
            </a:prstGeom>
            <a:ln>
              <a:solidFill>
                <a:schemeClr val="bg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04DD126-4101-3B18-C6BA-3D68DFE6C5F2}"/>
                </a:ext>
              </a:extLst>
            </p:cNvPr>
            <p:cNvCxnSpPr>
              <a:cxnSpLocks/>
            </p:cNvCxnSpPr>
            <p:nvPr/>
          </p:nvCxnSpPr>
          <p:spPr>
            <a:xfrm>
              <a:off x="5524916" y="5096043"/>
              <a:ext cx="2197100" cy="0"/>
            </a:xfrm>
            <a:prstGeom prst="line">
              <a:avLst/>
            </a:prstGeom>
            <a:ln>
              <a:solidFill>
                <a:schemeClr val="bg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B8ADDDB-76C2-FAC4-F85A-590B4BD98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07703" y="2428653"/>
            <a:ext cx="508809" cy="0"/>
          </a:xfrm>
          <a:prstGeom prst="line">
            <a:avLst/>
          </a:prstGeom>
          <a:ln w="3175">
            <a:solidFill>
              <a:schemeClr val="bg1"/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CDF9626-DCD0-D587-13E4-520057DD5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07703" y="1539523"/>
            <a:ext cx="508809" cy="0"/>
          </a:xfrm>
          <a:prstGeom prst="line">
            <a:avLst/>
          </a:prstGeom>
          <a:ln w="3175">
            <a:solidFill>
              <a:schemeClr val="bg1"/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FF1BB6B-DA72-B36F-47DF-337F32415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07703" y="3317783"/>
            <a:ext cx="508809" cy="0"/>
          </a:xfrm>
          <a:prstGeom prst="line">
            <a:avLst/>
          </a:prstGeom>
          <a:ln w="3175">
            <a:solidFill>
              <a:schemeClr val="bg1"/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79330C0-CFE2-992C-34FB-64F3ABD08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07702" y="4206913"/>
            <a:ext cx="508809" cy="0"/>
          </a:xfrm>
          <a:prstGeom prst="line">
            <a:avLst/>
          </a:prstGeom>
          <a:ln w="3175">
            <a:solidFill>
              <a:schemeClr val="bg1"/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6AFE33E-7B31-170E-34D9-6E92CD267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07703" y="5096043"/>
            <a:ext cx="508809" cy="0"/>
          </a:xfrm>
          <a:prstGeom prst="line">
            <a:avLst/>
          </a:prstGeom>
          <a:ln w="3175">
            <a:solidFill>
              <a:schemeClr val="bg1"/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itle 27">
            <a:extLst>
              <a:ext uri="{FF2B5EF4-FFF2-40B4-BE49-F238E27FC236}">
                <a16:creationId xmlns:a16="http://schemas.microsoft.com/office/drawing/2014/main" id="{E3C902E2-1FCA-6641-A27F-B2DF15F03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013502"/>
            <a:ext cx="3795051" cy="830997"/>
          </a:xfrm>
        </p:spPr>
        <p:txBody>
          <a:bodyPr anchor="ctr"/>
          <a:lstStyle>
            <a:lvl1pPr>
              <a:defRPr lang="en-US" sz="5400" b="0" kern="1200" cap="none" spc="-50" baseline="0" dirty="0" smtClean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D9710528-97CE-0DE1-B69B-DCFBAA080628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4607703" y="831489"/>
            <a:ext cx="508809" cy="526938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spcBef>
                <a:spcPts val="0"/>
              </a:spcBef>
              <a:buNone/>
              <a:defRPr lang="en-IN" sz="320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 algn="ctr">
              <a:buNone/>
            </a:pPr>
            <a:r>
              <a:rPr lang="en-IN"/>
              <a:t>1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A846CF6F-76A3-B148-B290-987B4800B3B6}"/>
              </a:ext>
            </a:extLst>
          </p:cNvPr>
          <p:cNvSpPr>
            <a:spLocks noGrp="1" noChangeAspect="1"/>
          </p:cNvSpPr>
          <p:nvPr>
            <p:ph type="body" sz="quarter" idx="23"/>
          </p:nvPr>
        </p:nvSpPr>
        <p:spPr>
          <a:xfrm>
            <a:off x="5524916" y="831489"/>
            <a:ext cx="6173372" cy="526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2000" dirty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buNone/>
            </a:pPr>
            <a:endParaRPr lang="en-IN"/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3716CEFF-894A-4628-85AF-880A7990F099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4607703" y="1720619"/>
            <a:ext cx="508809" cy="526938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spcBef>
                <a:spcPts val="0"/>
              </a:spcBef>
              <a:buNone/>
              <a:defRPr lang="en-IN" sz="320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 algn="ctr">
              <a:buNone/>
            </a:pPr>
            <a:r>
              <a:rPr lang="en-IN"/>
              <a:t>2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A1BF8F3A-C057-C0FC-BEFB-D057BFD42F18}"/>
              </a:ext>
            </a:extLst>
          </p:cNvPr>
          <p:cNvSpPr>
            <a:spLocks noGrp="1" noChangeAspect="1"/>
          </p:cNvSpPr>
          <p:nvPr>
            <p:ph type="body" sz="quarter" idx="24"/>
          </p:nvPr>
        </p:nvSpPr>
        <p:spPr>
          <a:xfrm>
            <a:off x="5524916" y="1720619"/>
            <a:ext cx="6173372" cy="526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buNone/>
            </a:pPr>
            <a:endParaRPr lang="en-IN"/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5A36E849-85E6-BE64-2186-1066F0DCA8F2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4607703" y="2609749"/>
            <a:ext cx="508809" cy="526938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spcBef>
                <a:spcPts val="0"/>
              </a:spcBef>
              <a:buNone/>
              <a:defRPr lang="en-IN" sz="320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 algn="ctr">
              <a:buNone/>
            </a:pPr>
            <a:r>
              <a:rPr lang="en-IN"/>
              <a:t>3</a:t>
            </a:r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B4D94B67-FA64-2EB8-B01A-24E8AC665819}"/>
              </a:ext>
            </a:extLst>
          </p:cNvPr>
          <p:cNvSpPr>
            <a:spLocks noGrp="1" noChangeAspect="1"/>
          </p:cNvSpPr>
          <p:nvPr>
            <p:ph type="body" sz="quarter" idx="25"/>
          </p:nvPr>
        </p:nvSpPr>
        <p:spPr>
          <a:xfrm>
            <a:off x="5524916" y="2609749"/>
            <a:ext cx="6173372" cy="526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buNone/>
            </a:pPr>
            <a:endParaRPr lang="en-IN"/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B6810122-1FCA-0766-11AE-9963663ADC7A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607703" y="3498879"/>
            <a:ext cx="508809" cy="526938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spcBef>
                <a:spcPts val="0"/>
              </a:spcBef>
              <a:buNone/>
              <a:defRPr lang="en-IN" sz="320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 algn="ctr">
              <a:buNone/>
            </a:pPr>
            <a:r>
              <a:rPr lang="en-IN"/>
              <a:t>4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06F87141-EAB0-9797-DC31-14C186E00E9B}"/>
              </a:ext>
            </a:extLst>
          </p:cNvPr>
          <p:cNvSpPr>
            <a:spLocks noGrp="1" noChangeAspect="1"/>
          </p:cNvSpPr>
          <p:nvPr>
            <p:ph type="body" sz="quarter" idx="26"/>
          </p:nvPr>
        </p:nvSpPr>
        <p:spPr>
          <a:xfrm>
            <a:off x="5524916" y="3498879"/>
            <a:ext cx="6173372" cy="526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buNone/>
            </a:pPr>
            <a:endParaRPr lang="en-IN"/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4F9159EA-1A46-77F4-27D3-6C9488EACC41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607702" y="4388009"/>
            <a:ext cx="508809" cy="526938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spcBef>
                <a:spcPts val="0"/>
              </a:spcBef>
              <a:buNone/>
              <a:defRPr lang="en-IN" sz="320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 algn="ctr">
              <a:buNone/>
            </a:pPr>
            <a:r>
              <a:rPr lang="en-IN"/>
              <a:t>5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A03640EC-D127-9565-4725-64A45ABE24E1}"/>
              </a:ext>
            </a:extLst>
          </p:cNvPr>
          <p:cNvSpPr>
            <a:spLocks noGrp="1" noChangeAspect="1"/>
          </p:cNvSpPr>
          <p:nvPr>
            <p:ph type="body" sz="quarter" idx="27"/>
          </p:nvPr>
        </p:nvSpPr>
        <p:spPr>
          <a:xfrm>
            <a:off x="5524916" y="4388009"/>
            <a:ext cx="6173372" cy="526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buNone/>
            </a:pPr>
            <a:endParaRPr lang="en-IN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E8F5F005-22B2-5031-856D-3F1E7ECD2831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4607703" y="5277137"/>
            <a:ext cx="508809" cy="526938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ctr">
              <a:spcBef>
                <a:spcPts val="0"/>
              </a:spcBef>
              <a:buNone/>
              <a:defRPr lang="en-IN" sz="320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 algn="ctr">
              <a:buNone/>
            </a:pPr>
            <a:r>
              <a:rPr lang="en-IN"/>
              <a:t>6</a:t>
            </a:r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70F48439-5445-1E62-63F8-3DE5CB28203A}"/>
              </a:ext>
            </a:extLst>
          </p:cNvPr>
          <p:cNvSpPr>
            <a:spLocks noGrp="1" noChangeAspect="1"/>
          </p:cNvSpPr>
          <p:nvPr>
            <p:ph type="body" sz="quarter" idx="28"/>
          </p:nvPr>
        </p:nvSpPr>
        <p:spPr>
          <a:xfrm>
            <a:off x="5524916" y="5277137"/>
            <a:ext cx="6173372" cy="526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8303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1" orient="horz" pos="912">
          <p15:clr>
            <a:srgbClr val="5ACBF0"/>
          </p15:clr>
        </p15:guide>
        <p15:guide id="32" orient="horz" pos="1272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D7F903-6F22-BACB-3EEF-EE459A012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DA33FE0-78C8-199D-71D1-2F59A4EE3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334000" y="0"/>
            <a:ext cx="6856966" cy="68580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Placeholder 50">
            <a:extLst>
              <a:ext uri="{FF2B5EF4-FFF2-40B4-BE49-F238E27FC236}">
                <a16:creationId xmlns:a16="http://schemas.microsoft.com/office/drawing/2014/main" id="{630212DF-A39D-F26C-3EB5-9EB291EFB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5334000" y="0"/>
            <a:ext cx="3925522" cy="6858000"/>
          </a:xfrm>
          <a:prstGeom prst="round1Rect">
            <a:avLst>
              <a:gd name="adj" fmla="val 9654"/>
            </a:avLst>
          </a:prstGeom>
        </p:spPr>
      </p:pic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25F843F8-7D8C-6F03-F135-76BF946CD30A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588964" y="497840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Text Placeholder 40">
            <a:extLst>
              <a:ext uri="{FF2B5EF4-FFF2-40B4-BE49-F238E27FC236}">
                <a16:creationId xmlns:a16="http://schemas.microsoft.com/office/drawing/2014/main" id="{95CE03E5-E56C-88C5-E998-B2F904980976}"/>
              </a:ext>
            </a:extLst>
          </p:cNvPr>
          <p:cNvSpPr>
            <a:spLocks noGrp="1" noChangeAspect="1"/>
          </p:cNvSpPr>
          <p:nvPr>
            <p:ph type="body" sz="quarter" idx="12"/>
          </p:nvPr>
        </p:nvSpPr>
        <p:spPr>
          <a:xfrm>
            <a:off x="588964" y="2052701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3D78DAA0-680A-BE2A-EEA1-B7FB2E8B06CA}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>
          <a:xfrm>
            <a:off x="588964" y="3607562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7FFC1361-AF3C-DE2E-3C57-5DE7F6AB3472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>
          <a:xfrm>
            <a:off x="588964" y="5162422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Text Placeholder 40">
            <a:extLst>
              <a:ext uri="{FF2B5EF4-FFF2-40B4-BE49-F238E27FC236}">
                <a16:creationId xmlns:a16="http://schemas.microsoft.com/office/drawing/2014/main" id="{0FA1573B-7A36-5C7F-7C2B-AFDA95F3E2A3}"/>
              </a:ext>
            </a:extLst>
          </p:cNvPr>
          <p:cNvSpPr>
            <a:spLocks noGrp="1" noChangeAspect="1"/>
          </p:cNvSpPr>
          <p:nvPr>
            <p:ph type="body" sz="quarter" idx="11"/>
          </p:nvPr>
        </p:nvSpPr>
        <p:spPr>
          <a:xfrm>
            <a:off x="2924258" y="497840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DDA39CB6-08B9-8265-9486-CDDC0934822C}"/>
              </a:ext>
            </a:extLst>
          </p:cNvPr>
          <p:cNvSpPr>
            <a:spLocks noGrp="1" noChangeAspect="1"/>
          </p:cNvSpPr>
          <p:nvPr>
            <p:ph type="body" sz="quarter" idx="13"/>
          </p:nvPr>
        </p:nvSpPr>
        <p:spPr>
          <a:xfrm>
            <a:off x="2924258" y="2052701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D7AEB430-1F98-EA16-3EFC-DCB834515CC5}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>
          <a:xfrm>
            <a:off x="2924258" y="3607562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DEAFAD66-D677-587A-60AC-DBF42A7370AD}"/>
              </a:ext>
            </a:extLst>
          </p:cNvPr>
          <p:cNvSpPr>
            <a:spLocks noGrp="1" noChangeAspect="1"/>
          </p:cNvSpPr>
          <p:nvPr>
            <p:ph type="body" sz="quarter" idx="17"/>
          </p:nvPr>
        </p:nvSpPr>
        <p:spPr>
          <a:xfrm>
            <a:off x="2924258" y="5162422"/>
            <a:ext cx="1952542" cy="110799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0" baseline="0" dirty="0" smtClean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>
              <a:buFont typeface="Arial" panose="020B0604020202020204" pitchFamily="34" charset="0"/>
              <a:buNone/>
              <a:defRPr lang="en-US" sz="1800" kern="1200" spc="0" baseline="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>
              <a:buFont typeface="Arial" panose="020B0604020202020204" pitchFamily="34" charset="0"/>
              <a:buNone/>
              <a:defRPr lang="en-US" sz="1800" kern="1200" spc="0" baseline="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2173670-D3CE-CD0B-4082-641B0D557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-935549"/>
            <a:ext cx="1101852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F054A2CB-FBE6-2B7E-E7E0-2577C8D207F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rot="16200000" flipH="1" flipV="1">
            <a:off x="8190322" y="2751901"/>
            <a:ext cx="5069842" cy="1354217"/>
          </a:xfrm>
        </p:spPr>
        <p:txBody>
          <a:bodyPr/>
          <a:lstStyle>
            <a:lvl1pPr>
              <a:spcBef>
                <a:spcPts val="0"/>
              </a:spcBef>
              <a:buNone/>
              <a:defRPr sz="8800" spc="600">
                <a:solidFill>
                  <a:schemeClr val="bg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5712744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1" orient="horz" pos="912">
          <p15:clr>
            <a:srgbClr val="5ACBF0"/>
          </p15:clr>
        </p15:guide>
        <p15:guide id="32" orient="horz" pos="1272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ef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C3FD37-CB51-E9F4-25F8-F8DB788D9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9811C9C-EE36-8FFD-4326-C94016CC8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2875002"/>
            <a:ext cx="3591852" cy="1107996"/>
          </a:xfrm>
        </p:spPr>
        <p:txBody>
          <a:bodyPr vert="horz" wrap="square" lIns="0" tIns="0" rIns="0" bIns="0" rtlCol="0" anchor="ctr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IN" sz="3600" spc="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903037"/>
      </p:ext>
    </p:extLst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Sub titl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2FBB8E-0FED-2A4F-B3A2-B0C04C755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902F71F7-6200-9701-6DDC-E78E34170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custGeom>
            <a:avLst/>
            <a:gdLst>
              <a:gd name="csX0" fmla="*/ 0 w 3276017"/>
              <a:gd name="csY0" fmla="*/ 0 h 2786712"/>
              <a:gd name="csX1" fmla="*/ 3276017 w 3276017"/>
              <a:gd name="csY1" fmla="*/ 0 h 2786712"/>
              <a:gd name="csX2" fmla="*/ 3276017 w 3276017"/>
              <a:gd name="csY2" fmla="*/ 2786712 h 2786712"/>
              <a:gd name="csX3" fmla="*/ 2880650 w 3276017"/>
              <a:gd name="csY3" fmla="*/ 2786712 h 2786712"/>
              <a:gd name="csX4" fmla="*/ 2880650 w 3276017"/>
              <a:gd name="csY4" fmla="*/ 2267926 h 2786712"/>
              <a:gd name="csX5" fmla="*/ 2703306 w 3276017"/>
              <a:gd name="csY5" fmla="*/ 2090582 h 2786712"/>
              <a:gd name="csX6" fmla="*/ 0 w 3276017"/>
              <a:gd name="csY6" fmla="*/ 2090582 h 27867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276017" h="2786712">
                <a:moveTo>
                  <a:pt x="0" y="0"/>
                </a:moveTo>
                <a:lnTo>
                  <a:pt x="3276017" y="0"/>
                </a:lnTo>
                <a:lnTo>
                  <a:pt x="3276017" y="2786712"/>
                </a:lnTo>
                <a:lnTo>
                  <a:pt x="2880650" y="2786712"/>
                </a:lnTo>
                <a:lnTo>
                  <a:pt x="2880650" y="2267926"/>
                </a:lnTo>
                <a:cubicBezTo>
                  <a:pt x="2880650" y="2169982"/>
                  <a:pt x="2801250" y="2090582"/>
                  <a:pt x="2703306" y="2090582"/>
                </a:cubicBezTo>
                <a:lnTo>
                  <a:pt x="0" y="2090582"/>
                </a:lnTo>
                <a:close/>
              </a:path>
            </a:pathLst>
          </a:cu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65F0DE8-A097-3207-ACD8-D398CB971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8050093" y="2287230"/>
            <a:ext cx="3559295" cy="3981808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E74AD7E-C87C-8DC8-3068-5C3AFB0E2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319178" y="2287230"/>
            <a:ext cx="3559295" cy="3981808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5583138-21D4-8B1D-6BB4-BFDA0882B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3" y="2287230"/>
            <a:ext cx="3559295" cy="3981808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280BA2-0B7F-9014-EA51-95436831D80C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0" name="Text Placeholder 35">
            <a:extLst>
              <a:ext uri="{FF2B5EF4-FFF2-40B4-BE49-F238E27FC236}">
                <a16:creationId xmlns:a16="http://schemas.microsoft.com/office/drawing/2014/main" id="{8921A64B-A4E0-0E48-914C-15270DA6E226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588262" y="1436688"/>
            <a:ext cx="11018519" cy="61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1" name="Text Placeholder 35">
            <a:extLst>
              <a:ext uri="{FF2B5EF4-FFF2-40B4-BE49-F238E27FC236}">
                <a16:creationId xmlns:a16="http://schemas.microsoft.com/office/drawing/2014/main" id="{BA9EC78B-7623-7E3F-5561-C9C308EE422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817631" y="3166392"/>
            <a:ext cx="3100560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2" name="Text Placeholder 35">
            <a:extLst>
              <a:ext uri="{FF2B5EF4-FFF2-40B4-BE49-F238E27FC236}">
                <a16:creationId xmlns:a16="http://schemas.microsoft.com/office/drawing/2014/main" id="{2D805644-012F-CE9C-EE58-81411CF8625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817631" y="3606839"/>
            <a:ext cx="3100560" cy="2430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3" name="Text Placeholder 35">
            <a:extLst>
              <a:ext uri="{FF2B5EF4-FFF2-40B4-BE49-F238E27FC236}">
                <a16:creationId xmlns:a16="http://schemas.microsoft.com/office/drawing/2014/main" id="{37F74FEE-022D-CFCB-12DF-E632F4732B7A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548545" y="3166392"/>
            <a:ext cx="3100560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4" name="Text Placeholder 35">
            <a:extLst>
              <a:ext uri="{FF2B5EF4-FFF2-40B4-BE49-F238E27FC236}">
                <a16:creationId xmlns:a16="http://schemas.microsoft.com/office/drawing/2014/main" id="{CBB72430-2878-2057-1C09-19632B3FFC1C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4548545" y="3606839"/>
            <a:ext cx="3100560" cy="2430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5" name="Text Placeholder 35">
            <a:extLst>
              <a:ext uri="{FF2B5EF4-FFF2-40B4-BE49-F238E27FC236}">
                <a16:creationId xmlns:a16="http://schemas.microsoft.com/office/drawing/2014/main" id="{58EAB592-0EAB-6E24-B7C0-D5620A42679A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8279460" y="3166392"/>
            <a:ext cx="3100560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6" name="Text Placeholder 35">
            <a:extLst>
              <a:ext uri="{FF2B5EF4-FFF2-40B4-BE49-F238E27FC236}">
                <a16:creationId xmlns:a16="http://schemas.microsoft.com/office/drawing/2014/main" id="{C8C0A4A9-C502-C467-1D73-0218C36E1511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8279460" y="3606839"/>
            <a:ext cx="3100560" cy="2430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4159994"/>
      </p:ext>
    </p:extLst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with Sub titl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797AAF-A1B6-BE80-671F-8E52F9EF9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ACF340B-F4B8-4302-929F-462AD963B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custGeom>
            <a:avLst/>
            <a:gdLst>
              <a:gd name="csX0" fmla="*/ 0 w 3276017"/>
              <a:gd name="csY0" fmla="*/ 0 h 2786712"/>
              <a:gd name="csX1" fmla="*/ 3276017 w 3276017"/>
              <a:gd name="csY1" fmla="*/ 0 h 2786712"/>
              <a:gd name="csX2" fmla="*/ 3276017 w 3276017"/>
              <a:gd name="csY2" fmla="*/ 2786712 h 2786712"/>
              <a:gd name="csX3" fmla="*/ 2880650 w 3276017"/>
              <a:gd name="csY3" fmla="*/ 2786712 h 2786712"/>
              <a:gd name="csX4" fmla="*/ 2880650 w 3276017"/>
              <a:gd name="csY4" fmla="*/ 2267926 h 2786712"/>
              <a:gd name="csX5" fmla="*/ 2703306 w 3276017"/>
              <a:gd name="csY5" fmla="*/ 2090582 h 2786712"/>
              <a:gd name="csX6" fmla="*/ 0 w 3276017"/>
              <a:gd name="csY6" fmla="*/ 2090582 h 27867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276017" h="2786712">
                <a:moveTo>
                  <a:pt x="0" y="0"/>
                </a:moveTo>
                <a:lnTo>
                  <a:pt x="3276017" y="0"/>
                </a:lnTo>
                <a:lnTo>
                  <a:pt x="3276017" y="2786712"/>
                </a:lnTo>
                <a:lnTo>
                  <a:pt x="2880650" y="2786712"/>
                </a:lnTo>
                <a:lnTo>
                  <a:pt x="2880650" y="2267926"/>
                </a:lnTo>
                <a:cubicBezTo>
                  <a:pt x="2880650" y="2169982"/>
                  <a:pt x="2801250" y="2090582"/>
                  <a:pt x="2703306" y="2090582"/>
                </a:cubicBezTo>
                <a:lnTo>
                  <a:pt x="0" y="2090582"/>
                </a:lnTo>
                <a:close/>
              </a:path>
            </a:pathLst>
          </a:cu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BF0B8FD-063C-3A7B-A4E6-67D44CD47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8982818" y="2287230"/>
            <a:ext cx="2626570" cy="3981808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33213E-9BF5-BA4E-112F-52147760E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184634" y="2287230"/>
            <a:ext cx="2626570" cy="3981808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8EBD841-657D-91D3-BF43-9B89FDE01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3386449" y="2287230"/>
            <a:ext cx="2626570" cy="3981808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7F6AD40-0DB2-B214-C350-1EB5C4F77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4" y="2287230"/>
            <a:ext cx="2626570" cy="3981808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230CDA-AFC7-E8F3-C17F-421F81E51E72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0" name="Text Placeholder 35">
            <a:extLst>
              <a:ext uri="{FF2B5EF4-FFF2-40B4-BE49-F238E27FC236}">
                <a16:creationId xmlns:a16="http://schemas.microsoft.com/office/drawing/2014/main" id="{8921A64B-A4E0-0E48-914C-15270DA6E226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588262" y="1436688"/>
            <a:ext cx="11018519" cy="61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5" name="Text Placeholder 35">
            <a:extLst>
              <a:ext uri="{FF2B5EF4-FFF2-40B4-BE49-F238E27FC236}">
                <a16:creationId xmlns:a16="http://schemas.microsoft.com/office/drawing/2014/main" id="{AFA23AD8-1779-5172-D9D8-11AF2111C463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817631" y="3166392"/>
            <a:ext cx="216783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7" name="Text Placeholder 35">
            <a:extLst>
              <a:ext uri="{FF2B5EF4-FFF2-40B4-BE49-F238E27FC236}">
                <a16:creationId xmlns:a16="http://schemas.microsoft.com/office/drawing/2014/main" id="{F4247A13-5444-462B-53A0-7A9C693014D8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817631" y="3606839"/>
            <a:ext cx="2167836" cy="2430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52" name="Text Placeholder 35">
            <a:extLst>
              <a:ext uri="{FF2B5EF4-FFF2-40B4-BE49-F238E27FC236}">
                <a16:creationId xmlns:a16="http://schemas.microsoft.com/office/drawing/2014/main" id="{CE721595-2ED2-E944-5DCB-7B9C2E6636FB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3615816" y="3166392"/>
            <a:ext cx="216783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54" name="Text Placeholder 35">
            <a:extLst>
              <a:ext uri="{FF2B5EF4-FFF2-40B4-BE49-F238E27FC236}">
                <a16:creationId xmlns:a16="http://schemas.microsoft.com/office/drawing/2014/main" id="{7FA1A1FC-2E4F-9436-00E5-9A7A7D8686C2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3615816" y="3606839"/>
            <a:ext cx="2167836" cy="2430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57" name="Text Placeholder 35">
            <a:extLst>
              <a:ext uri="{FF2B5EF4-FFF2-40B4-BE49-F238E27FC236}">
                <a16:creationId xmlns:a16="http://schemas.microsoft.com/office/drawing/2014/main" id="{772EC14D-09D6-AEE1-6D24-94DC4AE366E6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6414001" y="3166392"/>
            <a:ext cx="216783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58" name="Text Placeholder 35">
            <a:extLst>
              <a:ext uri="{FF2B5EF4-FFF2-40B4-BE49-F238E27FC236}">
                <a16:creationId xmlns:a16="http://schemas.microsoft.com/office/drawing/2014/main" id="{07BECBB1-8FF8-5336-42F4-E74763C3E6F2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6414001" y="3606839"/>
            <a:ext cx="2167836" cy="2430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7" name="Text Placeholder 35">
            <a:extLst>
              <a:ext uri="{FF2B5EF4-FFF2-40B4-BE49-F238E27FC236}">
                <a16:creationId xmlns:a16="http://schemas.microsoft.com/office/drawing/2014/main" id="{03328BDA-C735-F0B0-70D8-458639AF7AEF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9212185" y="3166392"/>
            <a:ext cx="216783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8" name="Text Placeholder 35">
            <a:extLst>
              <a:ext uri="{FF2B5EF4-FFF2-40B4-BE49-F238E27FC236}">
                <a16:creationId xmlns:a16="http://schemas.microsoft.com/office/drawing/2014/main" id="{1B221C5F-FF34-FD3C-A4DB-5B8FA4FD17D6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9212185" y="3606839"/>
            <a:ext cx="2167836" cy="2430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781464040"/>
      </p:ext>
    </p:extLst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1BEAEAF-BAB5-F7EC-4081-60023F040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65BFD2-7AC0-660B-D728-2AB26338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custGeom>
            <a:avLst/>
            <a:gdLst>
              <a:gd name="csX0" fmla="*/ 0 w 3276017"/>
              <a:gd name="csY0" fmla="*/ 0 h 2786712"/>
              <a:gd name="csX1" fmla="*/ 3276017 w 3276017"/>
              <a:gd name="csY1" fmla="*/ 0 h 2786712"/>
              <a:gd name="csX2" fmla="*/ 3276017 w 3276017"/>
              <a:gd name="csY2" fmla="*/ 2786712 h 2786712"/>
              <a:gd name="csX3" fmla="*/ 2886302 w 3276017"/>
              <a:gd name="csY3" fmla="*/ 2786712 h 2786712"/>
              <a:gd name="csX4" fmla="*/ 2886302 w 3276017"/>
              <a:gd name="csY4" fmla="*/ 1516583 h 2786712"/>
              <a:gd name="csX5" fmla="*/ 2641469 w 3276017"/>
              <a:gd name="csY5" fmla="*/ 1271750 h 2786712"/>
              <a:gd name="csX6" fmla="*/ 0 w 3276017"/>
              <a:gd name="csY6" fmla="*/ 1271750 h 27867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276017" h="2786712">
                <a:moveTo>
                  <a:pt x="0" y="0"/>
                </a:moveTo>
                <a:lnTo>
                  <a:pt x="3276017" y="0"/>
                </a:lnTo>
                <a:lnTo>
                  <a:pt x="3276017" y="2786712"/>
                </a:lnTo>
                <a:lnTo>
                  <a:pt x="2886302" y="2786712"/>
                </a:lnTo>
                <a:lnTo>
                  <a:pt x="2886302" y="1516583"/>
                </a:lnTo>
                <a:cubicBezTo>
                  <a:pt x="2886302" y="1381365"/>
                  <a:pt x="2776687" y="1271750"/>
                  <a:pt x="2641469" y="1271750"/>
                </a:cubicBezTo>
                <a:lnTo>
                  <a:pt x="0" y="1271750"/>
                </a:lnTo>
                <a:close/>
              </a:path>
            </a:pathLst>
          </a:cu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86A056C-92ED-EDBA-8E78-60F5CB0CB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4864102"/>
            <a:ext cx="12190966" cy="1993898"/>
          </a:xfrm>
          <a:custGeom>
            <a:avLst/>
            <a:gdLst>
              <a:gd name="csX0" fmla="*/ 0 w 12190966"/>
              <a:gd name="csY0" fmla="*/ 0 h 1993898"/>
              <a:gd name="csX1" fmla="*/ 588263 w 12190966"/>
              <a:gd name="csY1" fmla="*/ 0 h 1993898"/>
              <a:gd name="csX2" fmla="*/ 588263 w 12190966"/>
              <a:gd name="csY2" fmla="*/ 1160103 h 1993898"/>
              <a:gd name="csX3" fmla="*/ 833096 w 12190966"/>
              <a:gd name="csY3" fmla="*/ 1404936 h 1993898"/>
              <a:gd name="csX4" fmla="*/ 5765439 w 12190966"/>
              <a:gd name="csY4" fmla="*/ 1404936 h 1993898"/>
              <a:gd name="csX5" fmla="*/ 6010273 w 12190966"/>
              <a:gd name="csY5" fmla="*/ 1160103 h 1993898"/>
              <a:gd name="csX6" fmla="*/ 6010273 w 12190966"/>
              <a:gd name="csY6" fmla="*/ 0 h 1993898"/>
              <a:gd name="csX7" fmla="*/ 6187379 w 12190966"/>
              <a:gd name="csY7" fmla="*/ 0 h 1993898"/>
              <a:gd name="csX8" fmla="*/ 6187379 w 12190966"/>
              <a:gd name="csY8" fmla="*/ 1160103 h 1993898"/>
              <a:gd name="csX9" fmla="*/ 6432213 w 12190966"/>
              <a:gd name="csY9" fmla="*/ 1404936 h 1993898"/>
              <a:gd name="csX10" fmla="*/ 11364555 w 12190966"/>
              <a:gd name="csY10" fmla="*/ 1404936 h 1993898"/>
              <a:gd name="csX11" fmla="*/ 11609388 w 12190966"/>
              <a:gd name="csY11" fmla="*/ 1160103 h 1993898"/>
              <a:gd name="csX12" fmla="*/ 11609388 w 12190966"/>
              <a:gd name="csY12" fmla="*/ 0 h 1993898"/>
              <a:gd name="csX13" fmla="*/ 11858643 w 12190966"/>
              <a:gd name="csY13" fmla="*/ 0 h 1993898"/>
              <a:gd name="csX14" fmla="*/ 12190966 w 12190966"/>
              <a:gd name="csY14" fmla="*/ 332323 h 1993898"/>
              <a:gd name="csX15" fmla="*/ 12190966 w 12190966"/>
              <a:gd name="csY15" fmla="*/ 1993898 h 1993898"/>
              <a:gd name="csX16" fmla="*/ 0 w 12190966"/>
              <a:gd name="csY16" fmla="*/ 1993898 h 199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2190966" h="1993898">
                <a:moveTo>
                  <a:pt x="0" y="0"/>
                </a:moveTo>
                <a:lnTo>
                  <a:pt x="588263" y="0"/>
                </a:lnTo>
                <a:lnTo>
                  <a:pt x="588263" y="1160103"/>
                </a:lnTo>
                <a:cubicBezTo>
                  <a:pt x="588263" y="1295321"/>
                  <a:pt x="697878" y="1404936"/>
                  <a:pt x="833096" y="1404936"/>
                </a:cubicBezTo>
                <a:lnTo>
                  <a:pt x="5765439" y="1404936"/>
                </a:lnTo>
                <a:cubicBezTo>
                  <a:pt x="5900657" y="1404936"/>
                  <a:pt x="6010273" y="1295321"/>
                  <a:pt x="6010273" y="1160103"/>
                </a:cubicBezTo>
                <a:lnTo>
                  <a:pt x="6010273" y="0"/>
                </a:lnTo>
                <a:lnTo>
                  <a:pt x="6187379" y="0"/>
                </a:lnTo>
                <a:lnTo>
                  <a:pt x="6187379" y="1160103"/>
                </a:lnTo>
                <a:cubicBezTo>
                  <a:pt x="6187379" y="1295321"/>
                  <a:pt x="6296994" y="1404936"/>
                  <a:pt x="6432213" y="1404936"/>
                </a:cubicBezTo>
                <a:lnTo>
                  <a:pt x="11364555" y="1404936"/>
                </a:lnTo>
                <a:cubicBezTo>
                  <a:pt x="11499773" y="1404936"/>
                  <a:pt x="11609388" y="1295321"/>
                  <a:pt x="11609388" y="1160103"/>
                </a:cubicBezTo>
                <a:lnTo>
                  <a:pt x="11609388" y="0"/>
                </a:lnTo>
                <a:lnTo>
                  <a:pt x="11858643" y="0"/>
                </a:lnTo>
                <a:cubicBezTo>
                  <a:pt x="12042180" y="0"/>
                  <a:pt x="12190966" y="148786"/>
                  <a:pt x="12190966" y="332323"/>
                </a:cubicBezTo>
                <a:lnTo>
                  <a:pt x="12190966" y="1993898"/>
                </a:lnTo>
                <a:lnTo>
                  <a:pt x="0" y="1993898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0F1D4C8-2BD0-D272-D4F8-7DF1015BA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187379" y="1468398"/>
            <a:ext cx="5422009" cy="4800640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633E4A-EC5B-28FD-A53F-2CB0C31C7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3" y="1468398"/>
            <a:ext cx="5422009" cy="4800640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E8E70B-D1B6-8F56-6D81-37A4D0576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4FA88EA3-74D7-8F20-6CF6-1D7ECD7790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8037" y="2707263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AC594335-3B13-B806-DFDD-359BB86A05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8037" y="3130364"/>
            <a:ext cx="4992687" cy="288943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8120E1C-AC93-18FA-B5C2-EFD0079C76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15031" y="2707263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773FD95C-796C-89AE-3D79-365AFA8DBB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15031" y="3130364"/>
            <a:ext cx="4992687" cy="288943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35369858"/>
      </p:ext>
    </p:extLst>
  </p:cSld>
  <p:clrMapOvr>
    <a:masterClrMapping/>
  </p:clrMapOvr>
  <p:transition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103B4C4-35A0-FB05-DD3D-10A7F9659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D9E8BFB-35DA-CB04-E1EF-A4496F8B0F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custGeom>
            <a:avLst/>
            <a:gdLst>
              <a:gd name="csX0" fmla="*/ 0 w 3276017"/>
              <a:gd name="csY0" fmla="*/ 0 h 2786712"/>
              <a:gd name="csX1" fmla="*/ 3276017 w 3276017"/>
              <a:gd name="csY1" fmla="*/ 0 h 2786712"/>
              <a:gd name="csX2" fmla="*/ 3276017 w 3276017"/>
              <a:gd name="csY2" fmla="*/ 2786712 h 2786712"/>
              <a:gd name="csX3" fmla="*/ 2880650 w 3276017"/>
              <a:gd name="csY3" fmla="*/ 2786712 h 2786712"/>
              <a:gd name="csX4" fmla="*/ 2880650 w 3276017"/>
              <a:gd name="csY4" fmla="*/ 2267926 h 2786712"/>
              <a:gd name="csX5" fmla="*/ 2880650 w 3276017"/>
              <a:gd name="csY5" fmla="*/ 1449094 h 2786712"/>
              <a:gd name="csX6" fmla="*/ 2703306 w 3276017"/>
              <a:gd name="csY6" fmla="*/ 1271750 h 2786712"/>
              <a:gd name="csX7" fmla="*/ 0 w 3276017"/>
              <a:gd name="csY7" fmla="*/ 1271750 h 27867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6017" h="2786712">
                <a:moveTo>
                  <a:pt x="0" y="0"/>
                </a:moveTo>
                <a:lnTo>
                  <a:pt x="3276017" y="0"/>
                </a:lnTo>
                <a:lnTo>
                  <a:pt x="3276017" y="2786712"/>
                </a:lnTo>
                <a:lnTo>
                  <a:pt x="2880650" y="2786712"/>
                </a:lnTo>
                <a:lnTo>
                  <a:pt x="2880650" y="2267926"/>
                </a:lnTo>
                <a:lnTo>
                  <a:pt x="2880650" y="1449094"/>
                </a:lnTo>
                <a:cubicBezTo>
                  <a:pt x="2880650" y="1351150"/>
                  <a:pt x="2801250" y="1271750"/>
                  <a:pt x="2703306" y="1271750"/>
                </a:cubicBezTo>
                <a:lnTo>
                  <a:pt x="0" y="1271750"/>
                </a:lnTo>
                <a:close/>
              </a:path>
            </a:pathLst>
          </a:cu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D72E6A7-AFF0-78AA-AD75-A5FD9428A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8050067" y="1468398"/>
            <a:ext cx="3559321" cy="4800640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7A7241-1055-602A-6F46-F930465C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319165" y="1468398"/>
            <a:ext cx="3559321" cy="4800640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359A84-4677-1D5B-F0D9-93826D8A3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4" y="1468398"/>
            <a:ext cx="3559321" cy="4800640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5DEC22-3E10-A5CF-38B4-6719E5384F1B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5782A330-C721-8BD3-F5CF-9473049DBAB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817631" y="2269113"/>
            <a:ext cx="310058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7" name="Text Placeholder 35">
            <a:extLst>
              <a:ext uri="{FF2B5EF4-FFF2-40B4-BE49-F238E27FC236}">
                <a16:creationId xmlns:a16="http://schemas.microsoft.com/office/drawing/2014/main" id="{C43666C8-CA0B-FBD4-B06D-4B499D98A899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817631" y="2692214"/>
            <a:ext cx="3100586" cy="33885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4" name="Text Placeholder 35">
            <a:extLst>
              <a:ext uri="{FF2B5EF4-FFF2-40B4-BE49-F238E27FC236}">
                <a16:creationId xmlns:a16="http://schemas.microsoft.com/office/drawing/2014/main" id="{2311FC0E-D3A9-0B0B-7025-B203369D41C0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4548532" y="2269113"/>
            <a:ext cx="310058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F511788D-6E0A-B4B3-0DDC-2CDE89BEAF60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4548532" y="2692214"/>
            <a:ext cx="3100586" cy="33885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43D90581-62A0-79F7-58E3-53A1D777645F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8279434" y="2269113"/>
            <a:ext cx="310058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F48A4097-F4C2-4082-A038-36C87B2507E9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8279434" y="2692214"/>
            <a:ext cx="3100586" cy="33885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727684955"/>
      </p:ext>
    </p:extLst>
  </p:cSld>
  <p:clrMapOvr>
    <a:masterClrMapping/>
  </p:clrMapOvr>
  <p:transition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1D7247-356D-F90D-5316-912E2C4F6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81D7B309-96DA-F175-D08D-4E67FFF81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custGeom>
            <a:avLst/>
            <a:gdLst>
              <a:gd name="csX0" fmla="*/ 0 w 3276017"/>
              <a:gd name="csY0" fmla="*/ 0 h 2786712"/>
              <a:gd name="csX1" fmla="*/ 3276017 w 3276017"/>
              <a:gd name="csY1" fmla="*/ 0 h 2786712"/>
              <a:gd name="csX2" fmla="*/ 3276017 w 3276017"/>
              <a:gd name="csY2" fmla="*/ 2786712 h 2786712"/>
              <a:gd name="csX3" fmla="*/ 2880650 w 3276017"/>
              <a:gd name="csY3" fmla="*/ 2786712 h 2786712"/>
              <a:gd name="csX4" fmla="*/ 2880650 w 3276017"/>
              <a:gd name="csY4" fmla="*/ 2267926 h 2786712"/>
              <a:gd name="csX5" fmla="*/ 2880650 w 3276017"/>
              <a:gd name="csY5" fmla="*/ 1449094 h 2786712"/>
              <a:gd name="csX6" fmla="*/ 2703306 w 3276017"/>
              <a:gd name="csY6" fmla="*/ 1271750 h 2786712"/>
              <a:gd name="csX7" fmla="*/ 0 w 3276017"/>
              <a:gd name="csY7" fmla="*/ 1271750 h 27867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6017" h="2786712">
                <a:moveTo>
                  <a:pt x="0" y="0"/>
                </a:moveTo>
                <a:lnTo>
                  <a:pt x="3276017" y="0"/>
                </a:lnTo>
                <a:lnTo>
                  <a:pt x="3276017" y="2786712"/>
                </a:lnTo>
                <a:lnTo>
                  <a:pt x="2880650" y="2786712"/>
                </a:lnTo>
                <a:lnTo>
                  <a:pt x="2880650" y="2267926"/>
                </a:lnTo>
                <a:lnTo>
                  <a:pt x="2880650" y="1449094"/>
                </a:lnTo>
                <a:cubicBezTo>
                  <a:pt x="2880650" y="1351150"/>
                  <a:pt x="2801250" y="1271750"/>
                  <a:pt x="2703306" y="1271750"/>
                </a:cubicBezTo>
                <a:lnTo>
                  <a:pt x="0" y="1271750"/>
                </a:lnTo>
                <a:close/>
              </a:path>
            </a:pathLst>
          </a:cu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0EBC27C-AB71-8487-F297-9BC811659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8982818" y="1468398"/>
            <a:ext cx="2626570" cy="4800640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2000">
              <a:solidFill>
                <a:schemeClr val="bg1"/>
              </a:solidFill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06332A4-17D6-8951-6EC2-551FFD9791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184633" y="1468398"/>
            <a:ext cx="2626570" cy="4800640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2000">
              <a:solidFill>
                <a:schemeClr val="bg1"/>
              </a:solidFill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64C8225-3E23-1093-7668-E5BB85A33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3386449" y="1468398"/>
            <a:ext cx="2626570" cy="4800640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2000">
              <a:solidFill>
                <a:schemeClr val="bg1"/>
              </a:solidFill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EB9DF6B-BBA0-609F-3FDE-3B572314F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4" y="1468398"/>
            <a:ext cx="2626570" cy="4800640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316C82-3A95-FE8B-8082-0BDF9412B7B2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C2D79490-03CC-35CD-ED06-6BF6F320F78F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817631" y="2269113"/>
            <a:ext cx="216783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800" b="0" i="0" u="none" strike="noStrike" cap="none" normalizeH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85643E7-1C9B-B819-9C9A-A04B7E46CBD6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817631" y="2692214"/>
            <a:ext cx="2167836" cy="33885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D56C1833-FCDB-8E85-A591-8E9BCA926942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3615816" y="2269113"/>
            <a:ext cx="216783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800" b="0" i="0" u="none" strike="noStrike" cap="none" normalizeH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B23B19E7-B186-21BE-F53F-0CB2D3E40B4F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3615816" y="2692214"/>
            <a:ext cx="2167836" cy="33885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7595B14F-3511-973C-1545-D7747ADEE08B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6414000" y="2269113"/>
            <a:ext cx="216783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800" b="0" i="0" u="none" strike="noStrike" cap="none" normalizeH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6CE5691A-CEE5-7245-A50A-DAE63CE0F679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6414000" y="2692214"/>
            <a:ext cx="2167836" cy="33885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4" name="Text Placeholder 35">
            <a:extLst>
              <a:ext uri="{FF2B5EF4-FFF2-40B4-BE49-F238E27FC236}">
                <a16:creationId xmlns:a16="http://schemas.microsoft.com/office/drawing/2014/main" id="{43A8CA70-4C55-FBCB-A7B6-FA6177996940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9212185" y="2269113"/>
            <a:ext cx="2167836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800" b="0" i="0" u="none" strike="noStrike" cap="none" normalizeH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E81C16E4-359D-9178-4BEB-2B15C28177A5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9212185" y="2692214"/>
            <a:ext cx="2167836" cy="33885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662820102"/>
      </p:ext>
    </p:extLst>
  </p:cSld>
  <p:clrMapOvr>
    <a:masterClrMapping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2A10E67-0FD4-E648-95D5-3ECC16ADA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76023B9A-26A1-6BB9-2555-F6A70692B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1ECB293-BE20-6DE5-30EA-119AA45B9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0586" y="2477731"/>
            <a:ext cx="11030828" cy="3779977"/>
          </a:xfrm>
          <a:prstGeom prst="roundRect">
            <a:avLst>
              <a:gd name="adj" fmla="val 679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6E4B587-58E1-D84C-1EF7-D5C305130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66944" y="2477730"/>
            <a:ext cx="0" cy="370219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D5A0FF-6CFE-0924-517F-DD58997FA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351400" y="2477730"/>
            <a:ext cx="0" cy="370219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5D23CB-3FCA-76A7-EA60-B3F540C7E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798032" y="2477730"/>
            <a:ext cx="0" cy="370219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47BC91-725F-62FF-4E43-F8024876F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982488" y="2477730"/>
            <a:ext cx="0" cy="370219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5AA8FED-CA0C-A320-971B-B3EB713A7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553D8E85-E227-BD5A-BB81-AD1CD92BE7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8262" y="1436688"/>
            <a:ext cx="11018519" cy="61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kumimoji="0" lang="en-US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32A0CF52-4BBF-70DE-C178-2B3EA7FF92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982" y="3520478"/>
            <a:ext cx="1967644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kumimoji="0" lang="en-US" sz="1800" b="0" i="0" u="none" strike="noStrike" cap="none" normalizeH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E005D7F4-4690-8AF3-ADC7-D9B7C95DF78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1982" y="3966449"/>
            <a:ext cx="1967644" cy="21587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E1C98255-C37A-8D75-A7E9-D716454177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37019" y="3520478"/>
            <a:ext cx="1967644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kumimoji="0" lang="en-US" sz="1800" b="0" i="0" u="none" strike="noStrike" cap="none" normalizeH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B4F180BC-A5AD-90ED-0D28-BE6A12D55BF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37019" y="3966449"/>
            <a:ext cx="1967644" cy="21587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4" name="Text Placeholder 35">
            <a:extLst>
              <a:ext uri="{FF2B5EF4-FFF2-40B4-BE49-F238E27FC236}">
                <a16:creationId xmlns:a16="http://schemas.microsoft.com/office/drawing/2014/main" id="{B3F57235-AD04-1EDE-979E-DE611FBA75C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9156" y="3520478"/>
            <a:ext cx="1967644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kumimoji="0" lang="en-US" sz="1800" b="0" i="0" u="none" strike="noStrike" cap="none" normalizeH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6CED8AD4-5ED4-622F-1F55-0132A1BF8C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09156" y="3966449"/>
            <a:ext cx="1967644" cy="21587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6" name="Text Placeholder 35">
            <a:extLst>
              <a:ext uri="{FF2B5EF4-FFF2-40B4-BE49-F238E27FC236}">
                <a16:creationId xmlns:a16="http://schemas.microsoft.com/office/drawing/2014/main" id="{FC308801-DB64-50F9-AF49-24E32E4700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85545" y="3520478"/>
            <a:ext cx="1967644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kumimoji="0" lang="en-US" sz="1800" b="0" i="0" u="none" strike="noStrike" cap="none" normalizeH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7" name="Text Placeholder 35">
            <a:extLst>
              <a:ext uri="{FF2B5EF4-FFF2-40B4-BE49-F238E27FC236}">
                <a16:creationId xmlns:a16="http://schemas.microsoft.com/office/drawing/2014/main" id="{29D7E2B8-1B11-09E7-0962-CC7EF1A1A2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85545" y="3966449"/>
            <a:ext cx="1967644" cy="21587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56AD5D32-294E-02FD-F0A1-6493ED6744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59807" y="3522483"/>
            <a:ext cx="1967644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kumimoji="0" lang="en-US" sz="1800" b="0" i="0" u="none" strike="noStrike" cap="none" normalizeH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168F7A2D-7038-D2B9-D26D-39C37435BC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59807" y="3968454"/>
            <a:ext cx="1967644" cy="21587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03160987"/>
      </p:ext>
    </p:extLst>
  </p:cSld>
  <p:clrMapOvr>
    <a:masterClrMapping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side imag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F6D92B-7D0B-914C-AB72-61392887B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33EA03-B0F3-5597-6436-A45E526D5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4EAEB2A-2966-D229-C9B3-043CE896A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8263" y="2278213"/>
            <a:ext cx="290512" cy="0"/>
          </a:xfrm>
          <a:prstGeom prst="line">
            <a:avLst/>
          </a:prstGeom>
          <a:ln w="38100" cap="rnd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679608DA-20DA-BEF0-6A8F-0F198E89CD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384797"/>
            <a:ext cx="1816900" cy="1473203"/>
          </a:xfrm>
          <a:custGeom>
            <a:avLst/>
            <a:gdLst>
              <a:gd name="csX0" fmla="*/ 0 w 1816900"/>
              <a:gd name="csY0" fmla="*/ 0 h 1473203"/>
              <a:gd name="csX1" fmla="*/ 1816900 w 1816900"/>
              <a:gd name="csY1" fmla="*/ 0 h 1473203"/>
              <a:gd name="csX2" fmla="*/ 1816900 w 1816900"/>
              <a:gd name="csY2" fmla="*/ 1473203 h 1473203"/>
              <a:gd name="csX3" fmla="*/ 0 w 1816900"/>
              <a:gd name="csY3" fmla="*/ 1473203 h 1473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16900" h="1473203">
                <a:moveTo>
                  <a:pt x="0" y="0"/>
                </a:moveTo>
                <a:lnTo>
                  <a:pt x="1816900" y="0"/>
                </a:lnTo>
                <a:lnTo>
                  <a:pt x="1816900" y="1473203"/>
                </a:lnTo>
                <a:lnTo>
                  <a:pt x="0" y="1473203"/>
                </a:lnTo>
                <a:close/>
              </a:path>
            </a:pathLst>
          </a:cu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BF12C6C-BB88-A4C6-89B2-3EBB60685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786193"/>
            <a:ext cx="4956194" cy="1107996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IN" spc="0" dirty="0">
                <a:solidFill>
                  <a:schemeClr val="bg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494A7C03-03D3-A5C2-4C13-BAB8328C83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8263" y="2524791"/>
            <a:ext cx="4956194" cy="23159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spcBef>
                <a:spcPts val="0"/>
              </a:spcBef>
              <a:buNone/>
              <a:defRPr kumimoji="0" lang="en-US" sz="20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" name="Picture Placeholder 58" descr="Picture">
            <a:extLst>
              <a:ext uri="{FF2B5EF4-FFF2-40B4-BE49-F238E27FC236}">
                <a16:creationId xmlns:a16="http://schemas.microsoft.com/office/drawing/2014/main" id="{8951590D-8589-07E9-91BA-076B998249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19788" y="585786"/>
            <a:ext cx="5686424" cy="5686424"/>
          </a:xfrm>
          <a:prstGeom prst="roundRect">
            <a:avLst>
              <a:gd name="adj" fmla="val 5988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019640"/>
      </p:ext>
    </p:extLst>
  </p:cSld>
  <p:clrMapOvr>
    <a:masterClrMapping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column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E57F6C-6F20-3B8D-343F-594F7A4B9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B1B249CE-5ED2-7E27-9C33-0A37D957C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custGeom>
            <a:avLst/>
            <a:gdLst>
              <a:gd name="csX0" fmla="*/ 0 w 3276017"/>
              <a:gd name="csY0" fmla="*/ 0 h 2786712"/>
              <a:gd name="csX1" fmla="*/ 3276017 w 3276017"/>
              <a:gd name="csY1" fmla="*/ 0 h 2786712"/>
              <a:gd name="csX2" fmla="*/ 3276017 w 3276017"/>
              <a:gd name="csY2" fmla="*/ 2786712 h 2786712"/>
              <a:gd name="csX3" fmla="*/ 2886302 w 3276017"/>
              <a:gd name="csY3" fmla="*/ 2786712 h 2786712"/>
              <a:gd name="csX4" fmla="*/ 2886302 w 3276017"/>
              <a:gd name="csY4" fmla="*/ 1535750 h 2786712"/>
              <a:gd name="csX5" fmla="*/ 2590818 w 3276017"/>
              <a:gd name="csY5" fmla="*/ 1240266 h 2786712"/>
              <a:gd name="csX6" fmla="*/ 0 w 3276017"/>
              <a:gd name="csY6" fmla="*/ 1240266 h 27867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276017" h="2786712">
                <a:moveTo>
                  <a:pt x="0" y="0"/>
                </a:moveTo>
                <a:lnTo>
                  <a:pt x="3276017" y="0"/>
                </a:lnTo>
                <a:lnTo>
                  <a:pt x="3276017" y="2786712"/>
                </a:lnTo>
                <a:lnTo>
                  <a:pt x="2886302" y="2786712"/>
                </a:lnTo>
                <a:lnTo>
                  <a:pt x="2886302" y="1535750"/>
                </a:lnTo>
                <a:cubicBezTo>
                  <a:pt x="2886302" y="1372559"/>
                  <a:pt x="2754009" y="1240266"/>
                  <a:pt x="2590818" y="1240266"/>
                </a:cubicBezTo>
                <a:lnTo>
                  <a:pt x="0" y="1240266"/>
                </a:lnTo>
                <a:close/>
              </a:path>
            </a:pathLst>
          </a:cu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5DF9585-C2E2-09B0-F145-8AB7C5F0B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182691" y="1436914"/>
            <a:ext cx="5426697" cy="4832124"/>
          </a:xfrm>
          <a:prstGeom prst="roundRect">
            <a:avLst>
              <a:gd name="adj" fmla="val 6115"/>
            </a:avLst>
          </a:prstGeom>
          <a:solidFill>
            <a:schemeClr val="tx2"/>
          </a:solidFill>
          <a:ln>
            <a:noFill/>
          </a:ln>
          <a:effectLst>
            <a:outerShdw blurRad="4445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err="1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AA84866-BFE3-C248-8509-4F6A85A95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4200" y="1436914"/>
            <a:ext cx="5426697" cy="4832124"/>
          </a:xfrm>
          <a:prstGeom prst="roundRect">
            <a:avLst>
              <a:gd name="adj" fmla="val 6115"/>
            </a:avLst>
          </a:prstGeom>
          <a:solidFill>
            <a:schemeClr val="tx2"/>
          </a:solidFill>
          <a:ln>
            <a:noFill/>
          </a:ln>
          <a:effectLst>
            <a:outerShdw blurRad="4445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err="1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2C3297-65AD-8932-48CD-1A1204E520CD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8" descr="Picture">
            <a:extLst>
              <a:ext uri="{FF2B5EF4-FFF2-40B4-BE49-F238E27FC236}">
                <a16:creationId xmlns:a16="http://schemas.microsoft.com/office/drawing/2014/main" id="{678281BA-4B18-020B-4D4A-85670217705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2"/>
          </p:nvPr>
        </p:nvSpPr>
        <p:spPr>
          <a:xfrm>
            <a:off x="727696" y="1567440"/>
            <a:ext cx="5139704" cy="3156968"/>
          </a:xfrm>
          <a:prstGeom prst="roundRect">
            <a:avLst>
              <a:gd name="adj" fmla="val 5023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7C49D305-5E41-A45A-1B2D-FD7FC7FC085F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004849" y="4945137"/>
            <a:ext cx="4585398" cy="3724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260A65D0-8128-F427-818A-9D04ED45CCDF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1004850" y="5418500"/>
            <a:ext cx="4585397" cy="5249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Picture Placeholder 58" descr="Picture">
            <a:extLst>
              <a:ext uri="{FF2B5EF4-FFF2-40B4-BE49-F238E27FC236}">
                <a16:creationId xmlns:a16="http://schemas.microsoft.com/office/drawing/2014/main" id="{B8FCD3FC-7B76-4574-EBA3-D97DD59FDDE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3"/>
          </p:nvPr>
        </p:nvSpPr>
        <p:spPr>
          <a:xfrm>
            <a:off x="6326187" y="1567440"/>
            <a:ext cx="5139704" cy="3156968"/>
          </a:xfrm>
          <a:prstGeom prst="roundRect">
            <a:avLst>
              <a:gd name="adj" fmla="val 5023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5653D619-5602-2DDD-EBA9-3E1EA4B1A2C2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603340" y="4945137"/>
            <a:ext cx="4585398" cy="3724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793CFDE6-FCCF-BF85-60D2-9B76EF37713E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603341" y="5418500"/>
            <a:ext cx="4585397" cy="5249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817049216"/>
      </p:ext>
    </p:extLst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ide imag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693D82-02E9-C14A-D1F9-DD048EDA5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C42F30C-A0A2-CB2E-DDDA-478B3E46A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4DCD632-04DD-E361-1B11-50DE0A9676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384797"/>
            <a:ext cx="1816900" cy="1473203"/>
          </a:xfrm>
          <a:custGeom>
            <a:avLst/>
            <a:gdLst>
              <a:gd name="csX0" fmla="*/ 0 w 1816900"/>
              <a:gd name="csY0" fmla="*/ 0 h 1473203"/>
              <a:gd name="csX1" fmla="*/ 1816900 w 1816900"/>
              <a:gd name="csY1" fmla="*/ 0 h 1473203"/>
              <a:gd name="csX2" fmla="*/ 1816900 w 1816900"/>
              <a:gd name="csY2" fmla="*/ 1473203 h 1473203"/>
              <a:gd name="csX3" fmla="*/ 0 w 1816900"/>
              <a:gd name="csY3" fmla="*/ 1473203 h 1473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16900" h="1473203">
                <a:moveTo>
                  <a:pt x="0" y="0"/>
                </a:moveTo>
                <a:lnTo>
                  <a:pt x="1816900" y="0"/>
                </a:lnTo>
                <a:lnTo>
                  <a:pt x="1816900" y="1473203"/>
                </a:lnTo>
                <a:lnTo>
                  <a:pt x="0" y="147320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C465BFA-8D13-CF86-7377-265D47282D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813445"/>
            <a:ext cx="4956194" cy="1107996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IN" spc="0" dirty="0">
                <a:solidFill>
                  <a:schemeClr val="bg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  <a:endParaRPr lang="en-IN"/>
          </a:p>
        </p:txBody>
      </p:sp>
      <p:sp>
        <p:nvSpPr>
          <p:cNvPr id="4" name="Picture Placeholder 58" descr="Picture">
            <a:extLst>
              <a:ext uri="{FF2B5EF4-FFF2-40B4-BE49-F238E27FC236}">
                <a16:creationId xmlns:a16="http://schemas.microsoft.com/office/drawing/2014/main" id="{AA3F000A-B701-7384-09FA-E2AF5374B2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19788" y="585786"/>
            <a:ext cx="5686424" cy="5686424"/>
          </a:xfrm>
          <a:prstGeom prst="roundRect">
            <a:avLst>
              <a:gd name="adj" fmla="val 5988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591084"/>
      </p:ext>
    </p:extLst>
  </p:cSld>
  <p:clrMapOvr>
    <a:masterClrMapping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box imag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4C1683-069D-16B6-62ED-9283C557F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776932-DA40-660D-25F5-3BDBD6CB8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4A1F656-20D5-7229-156E-9C743C6B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892925" y="585788"/>
            <a:ext cx="4716463" cy="5683249"/>
          </a:xfrm>
          <a:prstGeom prst="roundRect">
            <a:avLst>
              <a:gd name="adj" fmla="val 6345"/>
            </a:avLst>
          </a:prstGeom>
          <a:solidFill>
            <a:schemeClr val="tx2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IN" sz="2000" err="1">
              <a:gradFill>
                <a:gsLst>
                  <a:gs pos="0">
                    <a:schemeClr val="tx2"/>
                  </a:gs>
                  <a:gs pos="100000">
                    <a:schemeClr val="tx2">
                      <a:lumMod val="60000"/>
                      <a:lumOff val="40000"/>
                    </a:schemeClr>
                  </a:gs>
                </a:gsLst>
                <a:lin ang="2700000" scaled="1"/>
              </a:gradFill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871FCD-05C7-9D89-1B11-E8F3E4BA8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2017713"/>
            <a:ext cx="7110413" cy="3486784"/>
          </a:xfrm>
          <a:prstGeom prst="rect">
            <a:avLst/>
          </a:pr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0800" dist="76200" dir="8100000" algn="tr" rotWithShape="0">
              <a:schemeClr val="tx2">
                <a:alpha val="25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32472" fontAlgn="base">
              <a:spcBef>
                <a:spcPct val="0"/>
              </a:spcBef>
              <a:spcAft>
                <a:spcPct val="0"/>
              </a:spcAft>
            </a:pPr>
            <a:endParaRPr lang="en-IN" sz="2000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2" name="Graphic 28">
            <a:extLst>
              <a:ext uri="{FF2B5EF4-FFF2-40B4-BE49-F238E27FC236}">
                <a16:creationId xmlns:a16="http://schemas.microsoft.com/office/drawing/2014/main" id="{134AA67B-181A-DB26-3641-FDC0D21B5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4200" y="1341394"/>
            <a:ext cx="965312" cy="725262"/>
          </a:xfrm>
          <a:custGeom>
            <a:avLst/>
            <a:gdLst>
              <a:gd name="connsiteX0" fmla="*/ 325088 w 3616928"/>
              <a:gd name="connsiteY0" fmla="*/ 2493836 h 2717482"/>
              <a:gd name="connsiteX1" fmla="*/ 0 w 3616928"/>
              <a:gd name="connsiteY1" fmla="*/ 1620108 h 2717482"/>
              <a:gd name="connsiteX2" fmla="*/ 1086517 w 3616928"/>
              <a:gd name="connsiteY2" fmla="*/ 19336 h 2717482"/>
              <a:gd name="connsiteX3" fmla="*/ 1300734 w 3616928"/>
              <a:gd name="connsiteY3" fmla="*/ 71628 h 2717482"/>
              <a:gd name="connsiteX4" fmla="*/ 1300734 w 3616928"/>
              <a:gd name="connsiteY4" fmla="*/ 71628 h 2717482"/>
              <a:gd name="connsiteX5" fmla="*/ 1253776 w 3616928"/>
              <a:gd name="connsiteY5" fmla="*/ 305943 h 2717482"/>
              <a:gd name="connsiteX6" fmla="*/ 710375 w 3616928"/>
              <a:gd name="connsiteY6" fmla="*/ 858584 h 2717482"/>
              <a:gd name="connsiteX7" fmla="*/ 930497 w 3616928"/>
              <a:gd name="connsiteY7" fmla="*/ 1294448 h 2717482"/>
              <a:gd name="connsiteX8" fmla="*/ 934784 w 3616928"/>
              <a:gd name="connsiteY8" fmla="*/ 1295020 h 2717482"/>
              <a:gd name="connsiteX9" fmla="*/ 1585055 w 3616928"/>
              <a:gd name="connsiteY9" fmla="*/ 2006251 h 2717482"/>
              <a:gd name="connsiteX10" fmla="*/ 1387412 w 3616928"/>
              <a:gd name="connsiteY10" fmla="*/ 2507743 h 2717482"/>
              <a:gd name="connsiteX11" fmla="*/ 1375791 w 3616928"/>
              <a:gd name="connsiteY11" fmla="*/ 2520316 h 2717482"/>
              <a:gd name="connsiteX12" fmla="*/ 873919 w 3616928"/>
              <a:gd name="connsiteY12" fmla="*/ 2717483 h 2717482"/>
              <a:gd name="connsiteX13" fmla="*/ 325279 w 3616928"/>
              <a:gd name="connsiteY13" fmla="*/ 2493931 h 2717482"/>
              <a:gd name="connsiteX14" fmla="*/ 325279 w 3616928"/>
              <a:gd name="connsiteY14" fmla="*/ 2493931 h 2717482"/>
              <a:gd name="connsiteX15" fmla="*/ 2357057 w 3616928"/>
              <a:gd name="connsiteY15" fmla="*/ 2493836 h 2717482"/>
              <a:gd name="connsiteX16" fmla="*/ 2031968 w 3616928"/>
              <a:gd name="connsiteY16" fmla="*/ 1620108 h 2717482"/>
              <a:gd name="connsiteX17" fmla="*/ 3118485 w 3616928"/>
              <a:gd name="connsiteY17" fmla="*/ 19336 h 2717482"/>
              <a:gd name="connsiteX18" fmla="*/ 3332703 w 3616928"/>
              <a:gd name="connsiteY18" fmla="*/ 71628 h 2717482"/>
              <a:gd name="connsiteX19" fmla="*/ 3332703 w 3616928"/>
              <a:gd name="connsiteY19" fmla="*/ 71628 h 2717482"/>
              <a:gd name="connsiteX20" fmla="*/ 3285744 w 3616928"/>
              <a:gd name="connsiteY20" fmla="*/ 305943 h 2717482"/>
              <a:gd name="connsiteX21" fmla="*/ 2742343 w 3616928"/>
              <a:gd name="connsiteY21" fmla="*/ 858584 h 2717482"/>
              <a:gd name="connsiteX22" fmla="*/ 2962370 w 3616928"/>
              <a:gd name="connsiteY22" fmla="*/ 1294448 h 2717482"/>
              <a:gd name="connsiteX23" fmla="*/ 2966657 w 3616928"/>
              <a:gd name="connsiteY23" fmla="*/ 1295020 h 2717482"/>
              <a:gd name="connsiteX24" fmla="*/ 3616928 w 3616928"/>
              <a:gd name="connsiteY24" fmla="*/ 2006251 h 2717482"/>
              <a:gd name="connsiteX25" fmla="*/ 3413760 w 3616928"/>
              <a:gd name="connsiteY25" fmla="*/ 2514220 h 2717482"/>
              <a:gd name="connsiteX26" fmla="*/ 2905792 w 3616928"/>
              <a:gd name="connsiteY26" fmla="*/ 2717388 h 2717482"/>
              <a:gd name="connsiteX27" fmla="*/ 2357152 w 3616928"/>
              <a:gd name="connsiteY27" fmla="*/ 2493836 h 2717482"/>
              <a:gd name="connsiteX28" fmla="*/ 2357152 w 3616928"/>
              <a:gd name="connsiteY28" fmla="*/ 2493836 h 2717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616928" h="2717482">
                <a:moveTo>
                  <a:pt x="325088" y="2493836"/>
                </a:moveTo>
                <a:cubicBezTo>
                  <a:pt x="121920" y="2270380"/>
                  <a:pt x="0" y="2026539"/>
                  <a:pt x="0" y="1620108"/>
                </a:cubicBezTo>
                <a:cubicBezTo>
                  <a:pt x="0" y="954025"/>
                  <a:pt x="445675" y="359188"/>
                  <a:pt x="1086517" y="19336"/>
                </a:cubicBezTo>
                <a:cubicBezTo>
                  <a:pt x="1160812" y="-20097"/>
                  <a:pt x="1252918" y="2477"/>
                  <a:pt x="1300734" y="71628"/>
                </a:cubicBezTo>
                <a:lnTo>
                  <a:pt x="1300734" y="71628"/>
                </a:lnTo>
                <a:cubicBezTo>
                  <a:pt x="1354550" y="149448"/>
                  <a:pt x="1333310" y="254699"/>
                  <a:pt x="1253776" y="305943"/>
                </a:cubicBezTo>
                <a:cubicBezTo>
                  <a:pt x="981075" y="481585"/>
                  <a:pt x="813911" y="674466"/>
                  <a:pt x="710375" y="858584"/>
                </a:cubicBezTo>
                <a:cubicBezTo>
                  <a:pt x="606838" y="1042702"/>
                  <a:pt x="723805" y="1266159"/>
                  <a:pt x="930497" y="1294448"/>
                </a:cubicBezTo>
                <a:cubicBezTo>
                  <a:pt x="931926" y="1294639"/>
                  <a:pt x="933355" y="1294829"/>
                  <a:pt x="934784" y="1295020"/>
                </a:cubicBezTo>
                <a:cubicBezTo>
                  <a:pt x="1300543" y="1335691"/>
                  <a:pt x="1585055" y="1620108"/>
                  <a:pt x="1585055" y="2006251"/>
                </a:cubicBezTo>
                <a:cubicBezTo>
                  <a:pt x="1585055" y="2186369"/>
                  <a:pt x="1506188" y="2366487"/>
                  <a:pt x="1387412" y="2507743"/>
                </a:cubicBezTo>
                <a:cubicBezTo>
                  <a:pt x="1383792" y="2512124"/>
                  <a:pt x="1379887" y="2516315"/>
                  <a:pt x="1375791" y="2520316"/>
                </a:cubicBezTo>
                <a:cubicBezTo>
                  <a:pt x="1235012" y="2658237"/>
                  <a:pt x="1074230" y="2717483"/>
                  <a:pt x="873919" y="2717483"/>
                </a:cubicBezTo>
                <a:cubicBezTo>
                  <a:pt x="650367" y="2717483"/>
                  <a:pt x="447199" y="2615851"/>
                  <a:pt x="325279" y="2493931"/>
                </a:cubicBezTo>
                <a:lnTo>
                  <a:pt x="325279" y="2493931"/>
                </a:lnTo>
                <a:close/>
                <a:moveTo>
                  <a:pt x="2357057" y="2493836"/>
                </a:moveTo>
                <a:cubicBezTo>
                  <a:pt x="2153888" y="2270284"/>
                  <a:pt x="2031968" y="2026444"/>
                  <a:pt x="2031968" y="1620108"/>
                </a:cubicBezTo>
                <a:cubicBezTo>
                  <a:pt x="2031968" y="954025"/>
                  <a:pt x="2477643" y="359188"/>
                  <a:pt x="3118485" y="19336"/>
                </a:cubicBezTo>
                <a:cubicBezTo>
                  <a:pt x="3192780" y="-20097"/>
                  <a:pt x="3284887" y="2477"/>
                  <a:pt x="3332703" y="71628"/>
                </a:cubicBezTo>
                <a:lnTo>
                  <a:pt x="3332703" y="71628"/>
                </a:lnTo>
                <a:cubicBezTo>
                  <a:pt x="3386519" y="149448"/>
                  <a:pt x="3365278" y="254699"/>
                  <a:pt x="3285744" y="305943"/>
                </a:cubicBezTo>
                <a:cubicBezTo>
                  <a:pt x="3013043" y="481585"/>
                  <a:pt x="2845880" y="674466"/>
                  <a:pt x="2742343" y="858584"/>
                </a:cubicBezTo>
                <a:cubicBezTo>
                  <a:pt x="2640140" y="1040416"/>
                  <a:pt x="2755773" y="1266159"/>
                  <a:pt x="2962370" y="1294448"/>
                </a:cubicBezTo>
                <a:cubicBezTo>
                  <a:pt x="2963799" y="1294639"/>
                  <a:pt x="2965228" y="1294829"/>
                  <a:pt x="2966657" y="1295020"/>
                </a:cubicBezTo>
                <a:cubicBezTo>
                  <a:pt x="3332416" y="1335691"/>
                  <a:pt x="3616928" y="1620108"/>
                  <a:pt x="3616928" y="2006251"/>
                </a:cubicBezTo>
                <a:cubicBezTo>
                  <a:pt x="3616928" y="2189131"/>
                  <a:pt x="3535680" y="2372011"/>
                  <a:pt x="3413760" y="2514220"/>
                </a:cubicBezTo>
                <a:cubicBezTo>
                  <a:pt x="3291840" y="2656428"/>
                  <a:pt x="3108960" y="2717388"/>
                  <a:pt x="2905792" y="2717388"/>
                </a:cubicBezTo>
                <a:cubicBezTo>
                  <a:pt x="2682240" y="2717388"/>
                  <a:pt x="2479072" y="2615756"/>
                  <a:pt x="2357152" y="2493836"/>
                </a:cubicBezTo>
                <a:lnTo>
                  <a:pt x="2357152" y="2493836"/>
                </a:ln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0800" dist="76200" dir="8100000" algn="tr" rotWithShape="0">
              <a:schemeClr val="tx2">
                <a:alpha val="25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971DD112-F80E-C3D5-3727-DC230F6FD85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4200" y="2686834"/>
            <a:ext cx="5829300" cy="17322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C4C97650-CF35-A491-0503-5080029BBD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2613" y="4756201"/>
            <a:ext cx="5830888" cy="2756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228600" marR="0" indent="-228600" algn="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marR="0" lvl="0" indent="-228600" algn="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Speaker Name</a:t>
            </a:r>
          </a:p>
        </p:txBody>
      </p:sp>
      <p:sp>
        <p:nvSpPr>
          <p:cNvPr id="11" name="Picture Placeholder 58" descr="Picture">
            <a:extLst>
              <a:ext uri="{FF2B5EF4-FFF2-40B4-BE49-F238E27FC236}">
                <a16:creationId xmlns:a16="http://schemas.microsoft.com/office/drawing/2014/main" id="{ED000594-C305-614A-C01C-EC225C6C972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110413" y="800101"/>
            <a:ext cx="4281488" cy="5257794"/>
          </a:xfrm>
          <a:prstGeom prst="roundRect">
            <a:avLst>
              <a:gd name="adj" fmla="val 4431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543430"/>
      </p:ext>
    </p:extLst>
  </p:cSld>
  <p:clrMapOvr>
    <a:masterClrMapping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97B876-DA7D-FB3B-13DD-87AC493C6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E33CBEB-5F3B-690E-98EA-D38032EDB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2" y="1436686"/>
            <a:ext cx="11603738" cy="4832351"/>
          </a:xfrm>
          <a:custGeom>
            <a:avLst/>
            <a:gdLst>
              <a:gd name="csX0" fmla="*/ 0 w 11603738"/>
              <a:gd name="csY0" fmla="*/ 0 h 4832351"/>
              <a:gd name="csX1" fmla="*/ 11603738 w 11603738"/>
              <a:gd name="csY1" fmla="*/ 0 h 4832351"/>
              <a:gd name="csX2" fmla="*/ 11603738 w 11603738"/>
              <a:gd name="csY2" fmla="*/ 4832351 h 4832351"/>
              <a:gd name="csX3" fmla="*/ 92250 w 11603738"/>
              <a:gd name="csY3" fmla="*/ 4832351 h 4832351"/>
              <a:gd name="csX4" fmla="*/ 0 w 11603738"/>
              <a:gd name="csY4" fmla="*/ 4740101 h 4832351"/>
              <a:gd name="csX5" fmla="*/ 0 w 11603738"/>
              <a:gd name="csY5" fmla="*/ 0 h 48323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603738" h="4832351">
                <a:moveTo>
                  <a:pt x="0" y="0"/>
                </a:moveTo>
                <a:lnTo>
                  <a:pt x="11603738" y="0"/>
                </a:lnTo>
                <a:lnTo>
                  <a:pt x="11603738" y="4832351"/>
                </a:lnTo>
                <a:lnTo>
                  <a:pt x="92250" y="4832351"/>
                </a:lnTo>
                <a:cubicBezTo>
                  <a:pt x="41302" y="4832351"/>
                  <a:pt x="0" y="4791049"/>
                  <a:pt x="0" y="474010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12E08D-0DA5-4C54-CB56-2AFF9C605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2" y="1436687"/>
            <a:ext cx="11603738" cy="27432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chemeClr val="bg1"/>
              </a:solidFill>
              <a:cs typeface="Segoe UI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FF2F277-ADFE-5A26-BE1E-A58A66925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12400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CE65A6-D122-9B64-ED53-40FD1A103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C9E81439-4887-B45D-64DB-F0A08986AE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7238" y="1621002"/>
            <a:ext cx="10826500" cy="2983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kumimoji="0" lang="en-US" sz="18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" name="Text Placeholder 35">
            <a:extLst>
              <a:ext uri="{FF2B5EF4-FFF2-40B4-BE49-F238E27FC236}">
                <a16:creationId xmlns:a16="http://schemas.microsoft.com/office/drawing/2014/main" id="{B299B6C3-A015-7724-CEF9-6C3B789E1C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02152" y="2261674"/>
            <a:ext cx="4314125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spcAft>
                <a:spcPts val="0"/>
              </a:spcAft>
              <a:buNone/>
              <a:defRPr lang="en-US" sz="1600" b="0" cap="none" spc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pPr marL="57150" lvl="0" indent="-285750">
              <a:spcBef>
                <a:spcPct val="0"/>
              </a:spcBef>
            </a:pPr>
            <a:r>
              <a:rPr lang="en-US"/>
              <a:t>Click to add text</a:t>
            </a:r>
          </a:p>
        </p:txBody>
      </p:sp>
      <p:sp>
        <p:nvSpPr>
          <p:cNvPr id="7" name="Text Placeholder 35">
            <a:extLst>
              <a:ext uri="{FF2B5EF4-FFF2-40B4-BE49-F238E27FC236}">
                <a16:creationId xmlns:a16="http://schemas.microsoft.com/office/drawing/2014/main" id="{A2BDB7F1-01E2-E61A-FE95-6355663FB0F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33639" y="2611299"/>
            <a:ext cx="4182638" cy="12367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179388" indent="-179388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kumimoji="0" lang="en-US" sz="14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213E2993-CFBE-00A0-3810-8B350E8DB5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02152" y="4384037"/>
            <a:ext cx="4314125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spcAft>
                <a:spcPts val="0"/>
              </a:spcAft>
              <a:buNone/>
              <a:defRPr lang="en-US" sz="1600" b="0" cap="none" spc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pPr marL="57150" lvl="0" indent="-285750">
              <a:spcBef>
                <a:spcPct val="0"/>
              </a:spcBef>
            </a:pPr>
            <a:r>
              <a:rPr lang="en-US"/>
              <a:t>Click to add text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D4E8CF10-FC27-B1A1-450D-EFEBB240AD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33639" y="4733662"/>
            <a:ext cx="4182638" cy="12367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179388" indent="-179388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kumimoji="0" lang="en-US" sz="14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Picture Placeholder 58" descr="Picture">
            <a:extLst>
              <a:ext uri="{FF2B5EF4-FFF2-40B4-BE49-F238E27FC236}">
                <a16:creationId xmlns:a16="http://schemas.microsoft.com/office/drawing/2014/main" id="{4A5F0B65-5505-CB11-468C-7C71C52F7C9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98916" y="2417148"/>
            <a:ext cx="5604824" cy="3227274"/>
          </a:xfrm>
          <a:prstGeom prst="roundRect">
            <a:avLst>
              <a:gd name="adj" fmla="val 4431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1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CC8DC4C4-267F-ED06-C76B-06B55E5BE8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8914" y="5869249"/>
            <a:ext cx="5488235" cy="1391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1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49715543"/>
      </p:ext>
    </p:extLst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A35B678-101E-87FF-A2BD-A5F04EDA05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C271A88-4D20-84B3-8C7B-3EA5B91D0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rot="16200000">
            <a:off x="3565017" y="-2262175"/>
            <a:ext cx="69057" cy="7199090"/>
          </a:xfrm>
          <a:custGeom>
            <a:avLst/>
            <a:gdLst>
              <a:gd name="csX0" fmla="*/ 69057 w 69057"/>
              <a:gd name="csY0" fmla="*/ 0 h 7199090"/>
              <a:gd name="csX1" fmla="*/ 69057 w 69057"/>
              <a:gd name="csY1" fmla="*/ 7199090 h 7199090"/>
              <a:gd name="csX2" fmla="*/ 0 w 69057"/>
              <a:gd name="csY2" fmla="*/ 7199090 h 7199090"/>
              <a:gd name="csX3" fmla="*/ 0 w 69057"/>
              <a:gd name="csY3" fmla="*/ 0 h 71990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9057" h="7199090">
                <a:moveTo>
                  <a:pt x="69057" y="0"/>
                </a:moveTo>
                <a:lnTo>
                  <a:pt x="69057" y="7199090"/>
                </a:lnTo>
                <a:lnTo>
                  <a:pt x="0" y="719909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chemeClr val="bg1"/>
              </a:solidFill>
              <a:cs typeface="Segoe UI" pitchFamily="34" charset="0"/>
            </a:endParaRP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9DBE92EC-D49D-D209-5103-A7CD07617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rot="5400000" flipH="1">
            <a:off x="2937230" y="1964970"/>
            <a:ext cx="1908830" cy="6614889"/>
          </a:xfrm>
          <a:prstGeom prst="round2SameRect">
            <a:avLst>
              <a:gd name="adj1" fmla="val 0"/>
              <a:gd name="adj2" fmla="val 8982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440DBB-E8AC-4A9A-336E-D8E8AA70F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2908877" y="5272415"/>
            <a:ext cx="170303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85BBCFE-CC55-CCB2-EE2A-C4BCAAF75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432561" y="2769472"/>
            <a:ext cx="5387339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8ED9D28-9D44-A161-98A4-D28D3A192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5953072"/>
            <a:ext cx="12190966" cy="904928"/>
          </a:xfrm>
          <a:custGeom>
            <a:avLst/>
            <a:gdLst>
              <a:gd name="csX0" fmla="*/ 12190966 w 12190966"/>
              <a:gd name="csY0" fmla="*/ 0 h 904928"/>
              <a:gd name="csX1" fmla="*/ 12190966 w 12190966"/>
              <a:gd name="csY1" fmla="*/ 904928 h 904928"/>
              <a:gd name="csX2" fmla="*/ 0 w 12190966"/>
              <a:gd name="csY2" fmla="*/ 904928 h 904928"/>
              <a:gd name="csX3" fmla="*/ 0 w 12190966"/>
              <a:gd name="csY3" fmla="*/ 506467 h 904928"/>
              <a:gd name="csX4" fmla="*/ 7207547 w 12190966"/>
              <a:gd name="csY4" fmla="*/ 506467 h 904928"/>
              <a:gd name="csX5" fmla="*/ 7216729 w 12190966"/>
              <a:gd name="csY5" fmla="*/ 551949 h 904928"/>
              <a:gd name="csX6" fmla="*/ 7423531 w 12190966"/>
              <a:gd name="csY6" fmla="*/ 689026 h 904928"/>
              <a:gd name="csX7" fmla="*/ 11384950 w 12190966"/>
              <a:gd name="csY7" fmla="*/ 689026 h 904928"/>
              <a:gd name="csX8" fmla="*/ 11591753 w 12190966"/>
              <a:gd name="csY8" fmla="*/ 551949 h 904928"/>
              <a:gd name="csX9" fmla="*/ 11600935 w 12190966"/>
              <a:gd name="csY9" fmla="*/ 506467 h 904928"/>
              <a:gd name="csX10" fmla="*/ 11675277 w 12190966"/>
              <a:gd name="csY10" fmla="*/ 506467 h 904928"/>
              <a:gd name="csX11" fmla="*/ 12181502 w 12190966"/>
              <a:gd name="csY11" fmla="*/ 93882 h 9049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190966" h="904928">
                <a:moveTo>
                  <a:pt x="12190966" y="0"/>
                </a:moveTo>
                <a:lnTo>
                  <a:pt x="12190966" y="904928"/>
                </a:lnTo>
                <a:lnTo>
                  <a:pt x="0" y="904928"/>
                </a:lnTo>
                <a:lnTo>
                  <a:pt x="0" y="506467"/>
                </a:lnTo>
                <a:lnTo>
                  <a:pt x="7207547" y="506467"/>
                </a:lnTo>
                <a:lnTo>
                  <a:pt x="7216729" y="551949"/>
                </a:lnTo>
                <a:cubicBezTo>
                  <a:pt x="7250801" y="632503"/>
                  <a:pt x="7330565" y="689026"/>
                  <a:pt x="7423531" y="689026"/>
                </a:cubicBezTo>
                <a:lnTo>
                  <a:pt x="11384950" y="689026"/>
                </a:lnTo>
                <a:cubicBezTo>
                  <a:pt x="11477916" y="689026"/>
                  <a:pt x="11557681" y="632503"/>
                  <a:pt x="11591753" y="551949"/>
                </a:cubicBezTo>
                <a:lnTo>
                  <a:pt x="11600935" y="506467"/>
                </a:lnTo>
                <a:lnTo>
                  <a:pt x="11675277" y="506467"/>
                </a:lnTo>
                <a:cubicBezTo>
                  <a:pt x="11924983" y="506467"/>
                  <a:pt x="12133319" y="329344"/>
                  <a:pt x="12181502" y="93882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73476A-D6E6-3A6A-99F7-0494A2F6D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6168137" cy="5539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1D66238B-808B-6B5B-98B8-2F03FE9460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2340" y="1509442"/>
            <a:ext cx="5387339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buNone/>
              <a:defRPr lang="en-US" sz="1600" b="0" cap="none" spc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pPr marL="57150" lvl="0" indent="-285750">
              <a:spcBef>
                <a:spcPct val="0"/>
              </a:spcBef>
            </a:pPr>
            <a:r>
              <a:rPr lang="en-US"/>
              <a:t>Click to add text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F067CBFC-6C92-6470-8044-2C3C3972912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32340" y="1895144"/>
            <a:ext cx="5387339" cy="7325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DF40F0B4-7937-EF27-244E-ACCE510A51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32340" y="2907015"/>
            <a:ext cx="5387339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buNone/>
              <a:defRPr lang="en-US" sz="1600" b="0" cap="none" spc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pPr marL="57150" lvl="0" indent="-285750">
              <a:spcBef>
                <a:spcPct val="0"/>
              </a:spcBef>
            </a:pPr>
            <a:r>
              <a:rPr lang="en-US"/>
              <a:t>Click to add text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F13C9FBC-B5C6-EBA9-9725-ED6643208B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32340" y="3292717"/>
            <a:ext cx="5387339" cy="7325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69725280-BF9D-CD50-E08C-6EF4E7FA45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4641" y="4468158"/>
            <a:ext cx="2769840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buNone/>
              <a:defRPr lang="en-US" sz="1600" b="0" cap="none" spc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pPr marL="57150" lvl="0" indent="-285750">
              <a:spcBef>
                <a:spcPct val="0"/>
              </a:spcBef>
            </a:pPr>
            <a:r>
              <a:rPr lang="en-US"/>
              <a:t>Click to add text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58A66DFE-B9FF-88E7-912D-B5E8E1634FE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4641" y="4853859"/>
            <a:ext cx="2769840" cy="122362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4" name="Text Placeholder 35">
            <a:extLst>
              <a:ext uri="{FF2B5EF4-FFF2-40B4-BE49-F238E27FC236}">
                <a16:creationId xmlns:a16="http://schemas.microsoft.com/office/drawing/2014/main" id="{8F792DAC-67BE-108A-51EF-F9E44380E09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66301" y="4468158"/>
            <a:ext cx="2769840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buNone/>
              <a:defRPr lang="en-US" sz="1600" b="0" cap="none" spc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pPr marL="57150" lvl="0" indent="-285750">
              <a:spcBef>
                <a:spcPct val="0"/>
              </a:spcBef>
            </a:pPr>
            <a:r>
              <a:rPr lang="en-US"/>
              <a:t>Click to add text</a:t>
            </a:r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0B7A4D10-6BA5-FC2B-EA95-09D04D56332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66301" y="4853859"/>
            <a:ext cx="2769840" cy="122362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6" name="Picture Placeholder 58" descr="Picture">
            <a:extLst>
              <a:ext uri="{FF2B5EF4-FFF2-40B4-BE49-F238E27FC236}">
                <a16:creationId xmlns:a16="http://schemas.microsoft.com/office/drawing/2014/main" id="{390A6AE7-B2CB-4169-C706-B32E0FBFE6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199091" y="215899"/>
            <a:ext cx="4410299" cy="6426199"/>
          </a:xfrm>
          <a:prstGeom prst="roundRect">
            <a:avLst>
              <a:gd name="adj" fmla="val 5089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1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256604"/>
      </p:ext>
    </p:extLst>
  </p:cSld>
  <p:clrMapOvr>
    <a:masterClrMapping/>
  </p:clrMapOvr>
  <p:transition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slid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1434E94-64CD-60E8-E9BB-166E9619C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F1A2AF9-F809-05E0-2EF7-EF53B8FC0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3AF1BFB-C4EA-B987-A8E5-DC229CC7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663700"/>
            <a:ext cx="12192000" cy="3975100"/>
          </a:xfrm>
          <a:prstGeom prst="rect">
            <a:avLst/>
          </a:prstGeom>
          <a:solidFill>
            <a:srgbClr val="28647C"/>
          </a:solidFill>
          <a:ln>
            <a:noFill/>
          </a:ln>
          <a:effectLst>
            <a:outerShdw blurRad="4445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indent="0" algn="ctr">
              <a:buFont typeface="Arial" panose="020B0604020202020204" pitchFamily="34" charset="0"/>
              <a:buNone/>
            </a:pPr>
            <a:endParaRPr lang="en-US" err="1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133B3D-AE2C-52CE-FB37-19A2DE62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8B28DA8B-3676-496D-F012-4F910FE51A7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29360" y="2143341"/>
            <a:ext cx="2668040" cy="238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Date/Heading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8E694B22-AE63-7CA6-2925-DD6EC5083C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29360" y="2466318"/>
            <a:ext cx="2668037" cy="7248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6" name="Text Placeholder 35">
            <a:extLst>
              <a:ext uri="{FF2B5EF4-FFF2-40B4-BE49-F238E27FC236}">
                <a16:creationId xmlns:a16="http://schemas.microsoft.com/office/drawing/2014/main" id="{0C893ED8-786F-CF3D-C4E5-A2A2ABC56B3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2907" y="2143341"/>
            <a:ext cx="2668040" cy="238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Date/Heading</a:t>
            </a:r>
          </a:p>
        </p:txBody>
      </p:sp>
      <p:sp>
        <p:nvSpPr>
          <p:cNvPr id="7" name="Text Placeholder 35">
            <a:extLst>
              <a:ext uri="{FF2B5EF4-FFF2-40B4-BE49-F238E27FC236}">
                <a16:creationId xmlns:a16="http://schemas.microsoft.com/office/drawing/2014/main" id="{72A6C3B6-530E-7EAB-EDE5-B0CD7B488AD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692907" y="2466318"/>
            <a:ext cx="2668037" cy="7248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106A8FBB-EC08-5A04-DB58-6D4B9439151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6454" y="2143341"/>
            <a:ext cx="2668040" cy="238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Date/Heading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C8554BC-6E63-DBBE-A10D-4810ADE3C2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56454" y="2466318"/>
            <a:ext cx="2668037" cy="7248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CA969DC2-A955-7D3E-109F-ACD89151D4D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018508" y="3830449"/>
            <a:ext cx="2668040" cy="238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Date/Heading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7564B06C-E923-89CD-80EB-69EA0BA1E24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018508" y="4153425"/>
            <a:ext cx="2668037" cy="11548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56D81F2B-0F66-9DC8-2E71-70F30DF12A7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82055" y="3830449"/>
            <a:ext cx="2668040" cy="238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Date/Heading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5769CCB9-5342-C503-AF98-160B4190509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82055" y="4153425"/>
            <a:ext cx="2668037" cy="11548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4" name="Text Placeholder 35">
            <a:extLst>
              <a:ext uri="{FF2B5EF4-FFF2-40B4-BE49-F238E27FC236}">
                <a16:creationId xmlns:a16="http://schemas.microsoft.com/office/drawing/2014/main" id="{BA900841-37FD-56AC-F067-1EACB32136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945603" y="3830449"/>
            <a:ext cx="1827298" cy="238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Date/Heading</a:t>
            </a:r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540110EE-5E44-5159-1F74-0FCCB83EBBD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945604" y="4153425"/>
            <a:ext cx="1827296" cy="11548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002352337"/>
      </p:ext>
    </p:extLst>
  </p:cSld>
  <p:clrMapOvr>
    <a:masterClrMapping/>
  </p:clrMapOvr>
  <p:transition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venn diagram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BE316A-1EB3-8653-0FEE-9CCD6232C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0D01915-2972-1A44-B38B-F861A235B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flipV="1">
            <a:off x="0" y="1436688"/>
            <a:ext cx="7467600" cy="5421312"/>
          </a:xfrm>
          <a:custGeom>
            <a:avLst/>
            <a:gdLst>
              <a:gd name="csX0" fmla="*/ 0 w 7467600"/>
              <a:gd name="csY0" fmla="*/ 5421312 h 5421312"/>
              <a:gd name="csX1" fmla="*/ 7008523 w 7467600"/>
              <a:gd name="csY1" fmla="*/ 5421312 h 5421312"/>
              <a:gd name="csX2" fmla="*/ 7467600 w 7467600"/>
              <a:gd name="csY2" fmla="*/ 4962235 h 5421312"/>
              <a:gd name="csX3" fmla="*/ 7467600 w 7467600"/>
              <a:gd name="csY3" fmla="*/ 0 h 5421312"/>
              <a:gd name="csX4" fmla="*/ 914400 w 7467600"/>
              <a:gd name="csY4" fmla="*/ 0 h 5421312"/>
              <a:gd name="csX5" fmla="*/ 459077 w 7467600"/>
              <a:gd name="csY5" fmla="*/ 0 h 5421312"/>
              <a:gd name="csX6" fmla="*/ 0 w 7467600"/>
              <a:gd name="csY6" fmla="*/ 0 h 5421312"/>
              <a:gd name="csX7" fmla="*/ 0 w 7467600"/>
              <a:gd name="csY7" fmla="*/ 459077 h 5421312"/>
              <a:gd name="csX8" fmla="*/ 0 w 7467600"/>
              <a:gd name="csY8" fmla="*/ 914400 h 54213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467600" h="5421312">
                <a:moveTo>
                  <a:pt x="0" y="5421312"/>
                </a:moveTo>
                <a:lnTo>
                  <a:pt x="7008523" y="5421312"/>
                </a:lnTo>
                <a:cubicBezTo>
                  <a:pt x="7262064" y="5421312"/>
                  <a:pt x="7467600" y="5215776"/>
                  <a:pt x="7467600" y="4962235"/>
                </a:cubicBezTo>
                <a:lnTo>
                  <a:pt x="7467600" y="0"/>
                </a:lnTo>
                <a:lnTo>
                  <a:pt x="914400" y="0"/>
                </a:lnTo>
                <a:lnTo>
                  <a:pt x="459077" y="0"/>
                </a:lnTo>
                <a:lnTo>
                  <a:pt x="0" y="0"/>
                </a:lnTo>
                <a:lnTo>
                  <a:pt x="0" y="459077"/>
                </a:lnTo>
                <a:lnTo>
                  <a:pt x="0" y="914400"/>
                </a:lnTo>
                <a:close/>
              </a:path>
            </a:pathLst>
          </a:cu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D2902D-0B78-DE30-8935-236FA4103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BC560371-4DD9-9932-D2C5-FDE5411CF39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27999" y="1352010"/>
            <a:ext cx="3478787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spcAft>
                <a:spcPts val="0"/>
              </a:spcAft>
              <a:buNone/>
              <a:defRPr lang="en-US" sz="3600" b="0" kern="1200" cap="none" spc="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342900" lvl="0" indent="-571500">
              <a:spcBef>
                <a:spcPct val="0"/>
              </a:spcBef>
            </a:pPr>
            <a:r>
              <a:rPr lang="en-US"/>
              <a:t>01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12407A43-EC91-CB9C-AD6A-05541D19FCD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7999" y="1949738"/>
            <a:ext cx="3478787" cy="238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Aft>
                <a:spcPts val="0"/>
              </a:spcAft>
              <a:buNone/>
              <a:defRPr kumimoji="0" lang="en-US" sz="16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heading</a:t>
            </a:r>
          </a:p>
        </p:txBody>
      </p:sp>
      <p:sp>
        <p:nvSpPr>
          <p:cNvPr id="6" name="Text Placeholder 35">
            <a:extLst>
              <a:ext uri="{FF2B5EF4-FFF2-40B4-BE49-F238E27FC236}">
                <a16:creationId xmlns:a16="http://schemas.microsoft.com/office/drawing/2014/main" id="{FA57E2A9-1234-238C-CAA3-001310FC85B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7999" y="2277208"/>
            <a:ext cx="3478783" cy="7248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en-US" sz="14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7" name="Text Placeholder 35">
            <a:extLst>
              <a:ext uri="{FF2B5EF4-FFF2-40B4-BE49-F238E27FC236}">
                <a16:creationId xmlns:a16="http://schemas.microsoft.com/office/drawing/2014/main" id="{D39B4A2E-5B4C-69F4-9DBA-14AA839355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27999" y="3072485"/>
            <a:ext cx="3478787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spcAft>
                <a:spcPts val="0"/>
              </a:spcAft>
              <a:buNone/>
              <a:defRPr lang="en-US" sz="3600" b="0" kern="1200" cap="none" spc="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342900" lvl="0" indent="-571500">
              <a:spcBef>
                <a:spcPct val="0"/>
              </a:spcBef>
            </a:pPr>
            <a:r>
              <a:rPr lang="en-US"/>
              <a:t>02</a:t>
            </a:r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53710538-440C-A774-7DB0-3F48472F7DA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7999" y="3670213"/>
            <a:ext cx="3478787" cy="238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Aft>
                <a:spcPts val="0"/>
              </a:spcAft>
              <a:buNone/>
              <a:defRPr kumimoji="0" lang="en-US" sz="16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heading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BE958670-8C19-97BF-16DC-870BD93A44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27999" y="3997683"/>
            <a:ext cx="3478783" cy="7248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en-US" sz="14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55524A7E-B999-748B-A0D2-6D90F4D945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27999" y="4797025"/>
            <a:ext cx="3478787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spcAft>
                <a:spcPts val="0"/>
              </a:spcAft>
              <a:buNone/>
              <a:defRPr lang="en-US" sz="3600" b="0" kern="1200" cap="none" spc="0" baseline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342900" lvl="0" indent="-571500">
              <a:spcBef>
                <a:spcPct val="0"/>
              </a:spcBef>
            </a:pPr>
            <a:r>
              <a:rPr lang="en-US"/>
              <a:t>03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7A0C0703-7BDC-FCA4-F5A6-457854EAC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27999" y="5394753"/>
            <a:ext cx="3478787" cy="238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spcAft>
                <a:spcPts val="0"/>
              </a:spcAft>
              <a:buNone/>
              <a:defRPr kumimoji="0" lang="en-US" sz="16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heading</a:t>
            </a:r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F72179B1-5BF6-60B8-6AE6-CE19ABCA5CF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27999" y="5722223"/>
            <a:ext cx="3478783" cy="7248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en-US" sz="14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283439007"/>
      </p:ext>
    </p:extLst>
  </p:cSld>
  <p:clrMapOvr>
    <a:masterClrMapping/>
  </p:clrMapOvr>
  <p:transition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yramid slid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00CD2F-B674-0B37-A417-8E6FEE811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ECE768-9CBC-8AD8-5255-F43241737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1246250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81E8EFB-5107-9B31-2505-C200BD082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436688"/>
            <a:ext cx="12192000" cy="4646612"/>
          </a:xfrm>
          <a:custGeom>
            <a:avLst/>
            <a:gdLst>
              <a:gd name="csX0" fmla="*/ 0 w 12192000"/>
              <a:gd name="csY0" fmla="*/ 0 h 4646612"/>
              <a:gd name="csX1" fmla="*/ 12192000 w 12192000"/>
              <a:gd name="csY1" fmla="*/ 0 h 4646612"/>
              <a:gd name="csX2" fmla="*/ 12192000 w 12192000"/>
              <a:gd name="csY2" fmla="*/ 4646612 h 4646612"/>
              <a:gd name="csX3" fmla="*/ 0 w 12192000"/>
              <a:gd name="csY3" fmla="*/ 4646612 h 46466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4646612">
                <a:moveTo>
                  <a:pt x="0" y="0"/>
                </a:moveTo>
                <a:lnTo>
                  <a:pt x="12192000" y="0"/>
                </a:lnTo>
                <a:lnTo>
                  <a:pt x="12192000" y="4646612"/>
                </a:lnTo>
                <a:lnTo>
                  <a:pt x="0" y="4646612"/>
                </a:lnTo>
                <a:close/>
              </a:path>
            </a:pathLst>
          </a:cu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C26B0A-82D3-C4BB-A233-E38A5B1A2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8699706"/>
      </p:ext>
    </p:extLst>
  </p:cSld>
  <p:clrMapOvr>
    <a:masterClrMapping/>
  </p:clrMapOvr>
  <p:transition>
    <p:fad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D91B49-6D97-7604-79BD-4C8B46C65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13" name="Rectangle: Single Corner Rounded 12">
            <a:extLst>
              <a:ext uri="{FF2B5EF4-FFF2-40B4-BE49-F238E27FC236}">
                <a16:creationId xmlns:a16="http://schemas.microsoft.com/office/drawing/2014/main" id="{BC1C916E-8DFE-52BC-93D3-300ADEB77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436688"/>
            <a:ext cx="5740400" cy="5113533"/>
          </a:xfrm>
          <a:prstGeom prst="round1Rect">
            <a:avLst>
              <a:gd name="adj" fmla="val 8551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DC70D0-355A-D324-2968-8D78058A2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8263" y="1436688"/>
            <a:ext cx="290512" cy="0"/>
          </a:xfrm>
          <a:prstGeom prst="line">
            <a:avLst/>
          </a:prstGeom>
          <a:ln w="38100" cap="rnd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41F3E90-D574-849D-1CD7-8F34C2001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42050" y="1436688"/>
            <a:ext cx="290512" cy="0"/>
          </a:xfrm>
          <a:prstGeom prst="line">
            <a:avLst/>
          </a:prstGeom>
          <a:ln w="38100" cap="rnd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6A9520B-0B3A-F650-5E91-EA73BDF4D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6550221"/>
            <a:ext cx="12192000" cy="307779"/>
          </a:xfrm>
          <a:custGeom>
            <a:avLst/>
            <a:gdLst>
              <a:gd name="csX0" fmla="*/ 0 w 12192000"/>
              <a:gd name="csY0" fmla="*/ 0 h 307779"/>
              <a:gd name="csX1" fmla="*/ 12192000 w 12192000"/>
              <a:gd name="csY1" fmla="*/ 0 h 307779"/>
              <a:gd name="csX2" fmla="*/ 12192000 w 12192000"/>
              <a:gd name="csY2" fmla="*/ 307779 h 307779"/>
              <a:gd name="csX3" fmla="*/ 0 w 12192000"/>
              <a:gd name="csY3" fmla="*/ 307779 h 3077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07779">
                <a:moveTo>
                  <a:pt x="0" y="0"/>
                </a:moveTo>
                <a:lnTo>
                  <a:pt x="12192000" y="0"/>
                </a:lnTo>
                <a:lnTo>
                  <a:pt x="12192000" y="307779"/>
                </a:lnTo>
                <a:lnTo>
                  <a:pt x="0" y="30777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A878FB-1A7D-DA20-3A6E-E9365C03C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35">
            <a:extLst>
              <a:ext uri="{FF2B5EF4-FFF2-40B4-BE49-F238E27FC236}">
                <a16:creationId xmlns:a16="http://schemas.microsoft.com/office/drawing/2014/main" id="{C51F7A77-00C7-E6B6-42C4-B5742373B6C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8263" y="1789499"/>
            <a:ext cx="4710812" cy="42100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en-US" sz="18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63E659AD-8C27-9D26-AE75-BB9E5BD7E5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42050" y="1709268"/>
            <a:ext cx="5361686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spcAft>
                <a:spcPts val="0"/>
              </a:spcAft>
              <a:buNone/>
              <a:defRPr lang="en-US" sz="2000" b="0" cap="none" spc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US"/>
              <a:t>Click to add text</a:t>
            </a:r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ADA9B4B3-2C39-79D6-01ED-D5E517C75E9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42049" y="2158477"/>
            <a:ext cx="5361685" cy="1477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en-US" sz="16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0" name="Text Placeholder 35">
            <a:extLst>
              <a:ext uri="{FF2B5EF4-FFF2-40B4-BE49-F238E27FC236}">
                <a16:creationId xmlns:a16="http://schemas.microsoft.com/office/drawing/2014/main" id="{3A7F90D8-8BFE-9B6F-B2CE-4A48694E22E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2050" y="4049818"/>
            <a:ext cx="5361686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>
              <a:spcAft>
                <a:spcPts val="0"/>
              </a:spcAft>
              <a:buNone/>
              <a:defRPr lang="en-US" sz="2000" b="0" cap="none" spc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US"/>
              <a:t>Click to add text</a:t>
            </a:r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2B78A1E3-6CA8-C19D-5E10-B9AD37C542F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42049" y="4499027"/>
            <a:ext cx="5361685" cy="1477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en-US" sz="1600" b="0" i="0" u="none" strike="noStrike" cap="none" spc="0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555729161"/>
      </p:ext>
    </p:extLst>
  </p:cSld>
  <p:clrMapOvr>
    <a:masterClrMapping/>
  </p:clrMapOvr>
  <p:transition>
    <p:fade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with title slid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EAF348-1E29-2E05-8EAD-37D2A5B3A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2509728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4F6B26-12E6-BE22-1428-2395D540F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471D240-02FD-BD3D-0E95-2834B5F1C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6" r="26"/>
          <a:stretch/>
        </p:blipFill>
        <p:spPr>
          <a:xfrm>
            <a:off x="0" y="2509728"/>
            <a:ext cx="12190730" cy="4348271"/>
          </a:xfrm>
          <a:custGeom>
            <a:avLst/>
            <a:gdLst>
              <a:gd name="csX0" fmla="*/ 0 w 12192000"/>
              <a:gd name="csY0" fmla="*/ 0 h 3477157"/>
              <a:gd name="csX1" fmla="*/ 12192000 w 12192000"/>
              <a:gd name="csY1" fmla="*/ 0 h 3477157"/>
              <a:gd name="csX2" fmla="*/ 12192000 w 12192000"/>
              <a:gd name="csY2" fmla="*/ 3477157 h 3477157"/>
              <a:gd name="csX3" fmla="*/ 0 w 12192000"/>
              <a:gd name="csY3" fmla="*/ 3477157 h 3477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477157">
                <a:moveTo>
                  <a:pt x="0" y="0"/>
                </a:moveTo>
                <a:lnTo>
                  <a:pt x="12192000" y="0"/>
                </a:lnTo>
                <a:lnTo>
                  <a:pt x="12192000" y="3477157"/>
                </a:lnTo>
                <a:lnTo>
                  <a:pt x="0" y="3477157"/>
                </a:lnTo>
                <a:close/>
              </a:path>
            </a:pathLst>
          </a:cu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EF0C861-6B30-AFA6-C183-A3059B272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2509728"/>
            <a:ext cx="12204700" cy="96310"/>
          </a:xfrm>
          <a:prstGeom prst="rect">
            <a:avLst/>
          </a:prstGeom>
          <a:solidFill>
            <a:schemeClr val="accent1"/>
          </a:soli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D16B150-1B6A-9740-C486-916DFE572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18160" y="1328644"/>
            <a:ext cx="2445512" cy="2445512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err="1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7A806A1-1FF4-B4D4-B201-0A0C1FCD5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3421210" y="1328644"/>
            <a:ext cx="2445512" cy="2445512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err="1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A70B1E5-37E7-19B9-533C-4AC651D3F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324260" y="1328644"/>
            <a:ext cx="2445512" cy="2445512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err="1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5F800AE-ED35-5985-4184-411D9FA1B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9227311" y="1328644"/>
            <a:ext cx="2445512" cy="2445512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err="1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61148B4-4BFC-A5D4-0277-99159F9DE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58" descr="Picture">
            <a:extLst>
              <a:ext uri="{FF2B5EF4-FFF2-40B4-BE49-F238E27FC236}">
                <a16:creationId xmlns:a16="http://schemas.microsoft.com/office/drawing/2014/main" id="{262E2B76-CBD6-A77A-0D88-09F8419551B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7145" y="1407629"/>
            <a:ext cx="2287542" cy="228754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2000" dirty="0"/>
            </a:lvl1pPr>
          </a:lstStyle>
          <a:p>
            <a:endParaRPr lang="en-IN"/>
          </a:p>
        </p:txBody>
      </p:sp>
      <p:sp>
        <p:nvSpPr>
          <p:cNvPr id="14" name="Text Placeholder 35">
            <a:extLst>
              <a:ext uri="{FF2B5EF4-FFF2-40B4-BE49-F238E27FC236}">
                <a16:creationId xmlns:a16="http://schemas.microsoft.com/office/drawing/2014/main" id="{81F9D583-51B2-F8C8-155C-2D26DED92FC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2613" y="4004637"/>
            <a:ext cx="2316608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44AD4EED-D45F-9E4F-EF45-FAA7FCFE76F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2613" y="4373880"/>
            <a:ext cx="2316608" cy="18951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6" name="Picture Placeholder 58" descr="Picture">
            <a:extLst>
              <a:ext uri="{FF2B5EF4-FFF2-40B4-BE49-F238E27FC236}">
                <a16:creationId xmlns:a16="http://schemas.microsoft.com/office/drawing/2014/main" id="{EC9E6DFF-4C71-3DDE-9A2D-851F916EEA5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500195" y="1407629"/>
            <a:ext cx="2287542" cy="228754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2000" dirty="0"/>
            </a:lvl1pPr>
          </a:lstStyle>
          <a:p>
            <a:endParaRPr lang="en-IN"/>
          </a:p>
        </p:txBody>
      </p:sp>
      <p:sp>
        <p:nvSpPr>
          <p:cNvPr id="17" name="Text Placeholder 35">
            <a:extLst>
              <a:ext uri="{FF2B5EF4-FFF2-40B4-BE49-F238E27FC236}">
                <a16:creationId xmlns:a16="http://schemas.microsoft.com/office/drawing/2014/main" id="{B7FA03C7-6334-5189-2180-8815D1695D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85662" y="4004637"/>
            <a:ext cx="2316608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D4C8E617-B811-8D4B-3218-614F130465A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85662" y="4373880"/>
            <a:ext cx="2316608" cy="18951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9" name="Picture Placeholder 58" descr="Picture">
            <a:extLst>
              <a:ext uri="{FF2B5EF4-FFF2-40B4-BE49-F238E27FC236}">
                <a16:creationId xmlns:a16="http://schemas.microsoft.com/office/drawing/2014/main" id="{978A7010-7B8A-6A37-A6F8-747D308F131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03246" y="1408158"/>
            <a:ext cx="2287542" cy="228754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2000" dirty="0"/>
            </a:lvl1pPr>
          </a:lstStyle>
          <a:p>
            <a:endParaRPr lang="en-IN"/>
          </a:p>
        </p:txBody>
      </p:sp>
      <p:sp>
        <p:nvSpPr>
          <p:cNvPr id="20" name="Text Placeholder 35">
            <a:extLst>
              <a:ext uri="{FF2B5EF4-FFF2-40B4-BE49-F238E27FC236}">
                <a16:creationId xmlns:a16="http://schemas.microsoft.com/office/drawing/2014/main" id="{B7A71F20-9914-C0B5-BD68-E4AE25FD323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88713" y="4004637"/>
            <a:ext cx="2316608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650EEFD5-CC1A-69E6-CE99-ED628969554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88713" y="4373880"/>
            <a:ext cx="2316608" cy="18951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2" name="Picture Placeholder 58" descr="Picture">
            <a:extLst>
              <a:ext uri="{FF2B5EF4-FFF2-40B4-BE49-F238E27FC236}">
                <a16:creationId xmlns:a16="http://schemas.microsoft.com/office/drawing/2014/main" id="{D64B0E3F-2927-E9A1-A0AC-227CD02CB29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306296" y="1407629"/>
            <a:ext cx="2287542" cy="228754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2000"/>
            </a:lvl1pPr>
          </a:lstStyle>
          <a:p>
            <a:endParaRPr lang="en-IN"/>
          </a:p>
        </p:txBody>
      </p:sp>
      <p:sp>
        <p:nvSpPr>
          <p:cNvPr id="23" name="Text Placeholder 35">
            <a:extLst>
              <a:ext uri="{FF2B5EF4-FFF2-40B4-BE49-F238E27FC236}">
                <a16:creationId xmlns:a16="http://schemas.microsoft.com/office/drawing/2014/main" id="{99FC0850-AF71-366F-9FFC-968F6790647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92780" y="4004637"/>
            <a:ext cx="2316608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4" name="Text Placeholder 35">
            <a:extLst>
              <a:ext uri="{FF2B5EF4-FFF2-40B4-BE49-F238E27FC236}">
                <a16:creationId xmlns:a16="http://schemas.microsoft.com/office/drawing/2014/main" id="{DE7A3585-4E41-CC67-402E-156EB645C1C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92780" y="4373880"/>
            <a:ext cx="2316608" cy="18951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262048467"/>
      </p:ext>
    </p:extLst>
  </p:cSld>
  <p:clrMapOvr>
    <a:masterClrMapping/>
  </p:clrMapOvr>
  <p:transition>
    <p:fade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mages with title slid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CD8457F-111B-BCF8-9702-D871772AE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2489529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82FEDF-804C-81F9-A123-F85895D71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6" r="26"/>
          <a:stretch/>
        </p:blipFill>
        <p:spPr>
          <a:xfrm>
            <a:off x="0" y="2509728"/>
            <a:ext cx="12190730" cy="4348271"/>
          </a:xfrm>
          <a:custGeom>
            <a:avLst/>
            <a:gdLst>
              <a:gd name="csX0" fmla="*/ 0 w 12192000"/>
              <a:gd name="csY0" fmla="*/ 0 h 3477157"/>
              <a:gd name="csX1" fmla="*/ 12192000 w 12192000"/>
              <a:gd name="csY1" fmla="*/ 0 h 3477157"/>
              <a:gd name="csX2" fmla="*/ 12192000 w 12192000"/>
              <a:gd name="csY2" fmla="*/ 3477157 h 3477157"/>
              <a:gd name="csX3" fmla="*/ 0 w 12192000"/>
              <a:gd name="csY3" fmla="*/ 3477157 h 3477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477157">
                <a:moveTo>
                  <a:pt x="0" y="0"/>
                </a:moveTo>
                <a:lnTo>
                  <a:pt x="12192000" y="0"/>
                </a:lnTo>
                <a:lnTo>
                  <a:pt x="12192000" y="3477157"/>
                </a:lnTo>
                <a:lnTo>
                  <a:pt x="0" y="3477157"/>
                </a:lnTo>
                <a:close/>
              </a:path>
            </a:pathLst>
          </a:cu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DEB1705-F71E-1DA6-25CC-6971DCE35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2489529"/>
            <a:ext cx="12204700" cy="96310"/>
          </a:xfrm>
          <a:prstGeom prst="rect">
            <a:avLst/>
          </a:prstGeom>
          <a:solidFill>
            <a:schemeClr val="accent1"/>
          </a:soli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93AECD-50AD-075B-BFCA-7DF914F6A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AF18152E-18E0-EAC7-4087-77937818F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69676" y="1463040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E9D1F35-7A51-7F84-F897-BA3930C92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741205" y="1463040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F07CFFD-CA80-AA89-43BC-69236B9C1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012734" y="1463040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FA0E1D-4AB1-652C-32CA-B57465286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7284263" y="1463040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DD60C5F-08CD-966F-1031-167AE707B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9555792" y="1463040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A666AC1-7A04-20E4-AD15-E6D56D34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58" descr="Picture">
            <a:extLst>
              <a:ext uri="{FF2B5EF4-FFF2-40B4-BE49-F238E27FC236}">
                <a16:creationId xmlns:a16="http://schemas.microsoft.com/office/drawing/2014/main" id="{651442C2-4445-F3A4-6612-24FED01D40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41265" y="1535158"/>
            <a:ext cx="2033544" cy="203354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355FD147-E983-3B8E-2CE6-D3E1E9D5AE3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4200" y="3921107"/>
            <a:ext cx="1933578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6" name="Text Placeholder 35">
            <a:extLst>
              <a:ext uri="{FF2B5EF4-FFF2-40B4-BE49-F238E27FC236}">
                <a16:creationId xmlns:a16="http://schemas.microsoft.com/office/drawing/2014/main" id="{43A6CF39-A21C-089C-FBC0-3F8AC1A712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200" y="4267200"/>
            <a:ext cx="1933578" cy="20018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7" name="Picture Placeholder 58" descr="Picture">
            <a:extLst>
              <a:ext uri="{FF2B5EF4-FFF2-40B4-BE49-F238E27FC236}">
                <a16:creationId xmlns:a16="http://schemas.microsoft.com/office/drawing/2014/main" id="{58E720D6-2D56-10E6-ACE2-DFCAB19D27D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812794" y="1535158"/>
            <a:ext cx="2033544" cy="203354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FBB0B7C5-0A34-3D6E-35A6-46767A56FED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69826" y="3921107"/>
            <a:ext cx="1919481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968C381D-1BBB-3DE5-6FF3-864C6373380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69826" y="4267200"/>
            <a:ext cx="1919481" cy="20018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0" name="Picture Placeholder 58" descr="Picture">
            <a:extLst>
              <a:ext uri="{FF2B5EF4-FFF2-40B4-BE49-F238E27FC236}">
                <a16:creationId xmlns:a16="http://schemas.microsoft.com/office/drawing/2014/main" id="{EA99EE8B-56CB-47E1-493B-B2ADCC741B8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084323" y="1535158"/>
            <a:ext cx="2033544" cy="203354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473DE788-2FB8-4FB3-416C-4AA177FC40D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41355" y="3921107"/>
            <a:ext cx="1919481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2" name="Text Placeholder 35">
            <a:extLst>
              <a:ext uri="{FF2B5EF4-FFF2-40B4-BE49-F238E27FC236}">
                <a16:creationId xmlns:a16="http://schemas.microsoft.com/office/drawing/2014/main" id="{60CC3135-9958-8A31-228F-D8B4B566CF3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41355" y="4267200"/>
            <a:ext cx="1919481" cy="20018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3" name="Picture Placeholder 58" descr="Picture">
            <a:extLst>
              <a:ext uri="{FF2B5EF4-FFF2-40B4-BE49-F238E27FC236}">
                <a16:creationId xmlns:a16="http://schemas.microsoft.com/office/drawing/2014/main" id="{CE2DE431-186F-8527-9453-D8F26734BF3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55852" y="1535158"/>
            <a:ext cx="2033544" cy="203354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24" name="Text Placeholder 35">
            <a:extLst>
              <a:ext uri="{FF2B5EF4-FFF2-40B4-BE49-F238E27FC236}">
                <a16:creationId xmlns:a16="http://schemas.microsoft.com/office/drawing/2014/main" id="{2A52D59A-D7F5-48DA-A99B-C877CC8197D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12884" y="3921107"/>
            <a:ext cx="1919481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5" name="Text Placeholder 35">
            <a:extLst>
              <a:ext uri="{FF2B5EF4-FFF2-40B4-BE49-F238E27FC236}">
                <a16:creationId xmlns:a16="http://schemas.microsoft.com/office/drawing/2014/main" id="{0C49AB29-28DB-163A-B196-5DD05088C51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12884" y="4267200"/>
            <a:ext cx="1919481" cy="20018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6" name="Picture Placeholder 58" descr="Picture">
            <a:extLst>
              <a:ext uri="{FF2B5EF4-FFF2-40B4-BE49-F238E27FC236}">
                <a16:creationId xmlns:a16="http://schemas.microsoft.com/office/drawing/2014/main" id="{2A0F47BF-C33F-264E-A9B3-AAF2F70CFF1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627381" y="1535158"/>
            <a:ext cx="2033544" cy="203354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27" name="Text Placeholder 35">
            <a:extLst>
              <a:ext uri="{FF2B5EF4-FFF2-40B4-BE49-F238E27FC236}">
                <a16:creationId xmlns:a16="http://schemas.microsoft.com/office/drawing/2014/main" id="{3958E851-1863-1E44-AA73-D0F9C4D35EC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684412" y="3921107"/>
            <a:ext cx="1919481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8" name="Text Placeholder 35">
            <a:extLst>
              <a:ext uri="{FF2B5EF4-FFF2-40B4-BE49-F238E27FC236}">
                <a16:creationId xmlns:a16="http://schemas.microsoft.com/office/drawing/2014/main" id="{480ECC9A-D90A-4F61-7DE6-038DBAD3DA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84412" y="4267200"/>
            <a:ext cx="1919481" cy="20018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559221193"/>
      </p:ext>
    </p:extLst>
  </p:cSld>
  <p:clrMapOvr>
    <a:masterClrMapping/>
  </p:clrMapOvr>
  <p:transition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s with title slid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E67F06-82C2-B46F-F914-99EF11460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2489529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803F07-2DE8-C25E-6D3F-054DCCA53E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9E4922-A2B8-BCD2-1C32-51A02EA27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849" b="849"/>
          <a:stretch/>
        </p:blipFill>
        <p:spPr>
          <a:xfrm>
            <a:off x="0" y="2585839"/>
            <a:ext cx="12190730" cy="4272161"/>
          </a:xfrm>
          <a:custGeom>
            <a:avLst/>
            <a:gdLst>
              <a:gd name="csX0" fmla="*/ 0 w 12192000"/>
              <a:gd name="csY0" fmla="*/ 0 h 4272161"/>
              <a:gd name="csX1" fmla="*/ 12192000 w 12192000"/>
              <a:gd name="csY1" fmla="*/ 0 h 4272161"/>
              <a:gd name="csX2" fmla="*/ 12192000 w 12192000"/>
              <a:gd name="csY2" fmla="*/ 4272161 h 4272161"/>
              <a:gd name="csX3" fmla="*/ 0 w 12192000"/>
              <a:gd name="csY3" fmla="*/ 4272161 h 42721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4272161">
                <a:moveTo>
                  <a:pt x="0" y="0"/>
                </a:moveTo>
                <a:lnTo>
                  <a:pt x="12192000" y="0"/>
                </a:lnTo>
                <a:lnTo>
                  <a:pt x="12192000" y="4272161"/>
                </a:lnTo>
                <a:lnTo>
                  <a:pt x="0" y="4272161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ABA6632-4D36-D550-9FAD-A024A9828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2489529"/>
            <a:ext cx="12204700" cy="96310"/>
          </a:xfrm>
          <a:prstGeom prst="rect">
            <a:avLst/>
          </a:prstGeom>
          <a:solidFill>
            <a:schemeClr val="accent1"/>
          </a:soli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2FD907C-888F-415E-3CDA-6EE4991C7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86453" y="16967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5630CC5-5BC1-FF91-E824-468FC2106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400233" y="16967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E377B1A-3B0F-F00B-F786-096C01185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314013" y="16967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4DE5549-7A02-722F-9417-E6D5AF014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227793" y="16967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AD6EE03-0929-ADF6-52E5-90D84D75E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8141573" y="16967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78F5EAB-8BAD-1244-2C8E-D655D3229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0055355" y="16967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0C51C5-47FF-8CE8-45FA-F2163565F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58" descr="Picture">
            <a:extLst>
              <a:ext uri="{FF2B5EF4-FFF2-40B4-BE49-F238E27FC236}">
                <a16:creationId xmlns:a16="http://schemas.microsoft.com/office/drawing/2014/main" id="{8403B91C-F491-13D3-7670-E333172CE48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41779" y="1752048"/>
            <a:ext cx="1543604" cy="154360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16" name="Text Placeholder 35">
            <a:extLst>
              <a:ext uri="{FF2B5EF4-FFF2-40B4-BE49-F238E27FC236}">
                <a16:creationId xmlns:a16="http://schemas.microsoft.com/office/drawing/2014/main" id="{63706C20-BB79-8C33-CF3C-5BD42B96DF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4201" y="3727201"/>
            <a:ext cx="1458761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7" name="Text Placeholder 35">
            <a:extLst>
              <a:ext uri="{FF2B5EF4-FFF2-40B4-BE49-F238E27FC236}">
                <a16:creationId xmlns:a16="http://schemas.microsoft.com/office/drawing/2014/main" id="{3F6F8A03-125D-D60B-47CC-53C3222A5BB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201" y="4085449"/>
            <a:ext cx="1458762" cy="21780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8" name="Picture Placeholder 58" descr="Picture">
            <a:extLst>
              <a:ext uri="{FF2B5EF4-FFF2-40B4-BE49-F238E27FC236}">
                <a16:creationId xmlns:a16="http://schemas.microsoft.com/office/drawing/2014/main" id="{4A82F512-AC7E-34ED-B4FC-C0B9A673117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455559" y="1752048"/>
            <a:ext cx="1543604" cy="154360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3ACF7C15-AD8F-9304-DAD4-F4E0D6D0E43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97980" y="3727201"/>
            <a:ext cx="1448127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0" name="Text Placeholder 35">
            <a:extLst>
              <a:ext uri="{FF2B5EF4-FFF2-40B4-BE49-F238E27FC236}">
                <a16:creationId xmlns:a16="http://schemas.microsoft.com/office/drawing/2014/main" id="{1E07FB8D-EF82-B9B6-4542-8C71D9C7216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97979" y="4085449"/>
            <a:ext cx="1458762" cy="21780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1" name="Picture Placeholder 58" descr="Picture">
            <a:extLst>
              <a:ext uri="{FF2B5EF4-FFF2-40B4-BE49-F238E27FC236}">
                <a16:creationId xmlns:a16="http://schemas.microsoft.com/office/drawing/2014/main" id="{450F5D1D-5633-CD8C-E5C2-9989D56CC1B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369339" y="1752048"/>
            <a:ext cx="1543604" cy="154360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22" name="Text Placeholder 35">
            <a:extLst>
              <a:ext uri="{FF2B5EF4-FFF2-40B4-BE49-F238E27FC236}">
                <a16:creationId xmlns:a16="http://schemas.microsoft.com/office/drawing/2014/main" id="{287EEF9B-A066-C92A-03C9-8E5A38443F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11760" y="3727201"/>
            <a:ext cx="1448127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3" name="Text Placeholder 35">
            <a:extLst>
              <a:ext uri="{FF2B5EF4-FFF2-40B4-BE49-F238E27FC236}">
                <a16:creationId xmlns:a16="http://schemas.microsoft.com/office/drawing/2014/main" id="{3FAC243B-EEAD-DB14-55C1-78FF7BB6E7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11759" y="4085449"/>
            <a:ext cx="1458762" cy="21780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4" name="Picture Placeholder 58" descr="Picture">
            <a:extLst>
              <a:ext uri="{FF2B5EF4-FFF2-40B4-BE49-F238E27FC236}">
                <a16:creationId xmlns:a16="http://schemas.microsoft.com/office/drawing/2014/main" id="{F3ABF6F5-7694-794D-7DAE-127EC010A32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283119" y="1752048"/>
            <a:ext cx="1543604" cy="154360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25" name="Text Placeholder 35">
            <a:extLst>
              <a:ext uri="{FF2B5EF4-FFF2-40B4-BE49-F238E27FC236}">
                <a16:creationId xmlns:a16="http://schemas.microsoft.com/office/drawing/2014/main" id="{7CBE8A49-443B-444B-04CA-C4896B46C8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25540" y="3727201"/>
            <a:ext cx="1448127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6" name="Text Placeholder 35">
            <a:extLst>
              <a:ext uri="{FF2B5EF4-FFF2-40B4-BE49-F238E27FC236}">
                <a16:creationId xmlns:a16="http://schemas.microsoft.com/office/drawing/2014/main" id="{136BA13E-DEA0-5D51-D5D0-5C35DC2CBC1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25539" y="4085449"/>
            <a:ext cx="1458762" cy="21780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7" name="Picture Placeholder 58" descr="Picture">
            <a:extLst>
              <a:ext uri="{FF2B5EF4-FFF2-40B4-BE49-F238E27FC236}">
                <a16:creationId xmlns:a16="http://schemas.microsoft.com/office/drawing/2014/main" id="{775AC263-E47D-DEC0-D466-7BC7ED7F74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196899" y="1752048"/>
            <a:ext cx="1543604" cy="154360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28" name="Text Placeholder 35">
            <a:extLst>
              <a:ext uri="{FF2B5EF4-FFF2-40B4-BE49-F238E27FC236}">
                <a16:creationId xmlns:a16="http://schemas.microsoft.com/office/drawing/2014/main" id="{492364A5-03C2-6B88-1BCF-C7F14281C1E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39320" y="3727201"/>
            <a:ext cx="1448127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9" name="Text Placeholder 35">
            <a:extLst>
              <a:ext uri="{FF2B5EF4-FFF2-40B4-BE49-F238E27FC236}">
                <a16:creationId xmlns:a16="http://schemas.microsoft.com/office/drawing/2014/main" id="{B769BB63-D61E-B804-7A4C-16AFA9C813C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39319" y="4085449"/>
            <a:ext cx="1458762" cy="21780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0" name="Picture Placeholder 58" descr="Picture">
            <a:extLst>
              <a:ext uri="{FF2B5EF4-FFF2-40B4-BE49-F238E27FC236}">
                <a16:creationId xmlns:a16="http://schemas.microsoft.com/office/drawing/2014/main" id="{D3A6C189-8B2D-1B3B-60BB-B8E3487D385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10110681" y="1752048"/>
            <a:ext cx="1543604" cy="154360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31" name="Text Placeholder 35">
            <a:extLst>
              <a:ext uri="{FF2B5EF4-FFF2-40B4-BE49-F238E27FC236}">
                <a16:creationId xmlns:a16="http://schemas.microsoft.com/office/drawing/2014/main" id="{6FAA049A-3276-E8FF-3D49-049A1BA6B85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163737" y="3727201"/>
            <a:ext cx="1448127" cy="266808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2" name="Text Placeholder 35">
            <a:extLst>
              <a:ext uri="{FF2B5EF4-FFF2-40B4-BE49-F238E27FC236}">
                <a16:creationId xmlns:a16="http://schemas.microsoft.com/office/drawing/2014/main" id="{FCB52AC3-D5F6-89D9-7DF0-0922FFD864E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163736" y="4085449"/>
            <a:ext cx="1458762" cy="21780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2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893485617"/>
      </p:ext>
    </p:extLst>
  </p:cSld>
  <p:clrMapOvr>
    <a:masterClrMapping/>
  </p:clrMapOvr>
  <p:transition>
    <p:fad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peakers slid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996503-722E-E2FD-CAB1-7091198C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3058113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B8FACC-19EA-D76A-AE74-E9D889845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EB1ACD-72DC-BD74-EFB8-A25F1B5F0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434"/>
          <a:stretch>
            <a:fillRect/>
          </a:stretch>
        </p:blipFill>
        <p:spPr>
          <a:xfrm>
            <a:off x="0" y="3139275"/>
            <a:ext cx="12190730" cy="3718725"/>
          </a:xfrm>
          <a:custGeom>
            <a:avLst/>
            <a:gdLst>
              <a:gd name="csX0" fmla="*/ 0 w 12192000"/>
              <a:gd name="csY0" fmla="*/ 0 h 3718725"/>
              <a:gd name="csX1" fmla="*/ 12192000 w 12192000"/>
              <a:gd name="csY1" fmla="*/ 0 h 3718725"/>
              <a:gd name="csX2" fmla="*/ 12192000 w 12192000"/>
              <a:gd name="csY2" fmla="*/ 3718725 h 3718725"/>
              <a:gd name="csX3" fmla="*/ 0 w 12192000"/>
              <a:gd name="csY3" fmla="*/ 3718725 h 3718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718725">
                <a:moveTo>
                  <a:pt x="0" y="0"/>
                </a:moveTo>
                <a:lnTo>
                  <a:pt x="12192000" y="0"/>
                </a:lnTo>
                <a:lnTo>
                  <a:pt x="12192000" y="3718725"/>
                </a:lnTo>
                <a:lnTo>
                  <a:pt x="0" y="3718725"/>
                </a:lnTo>
                <a:close/>
              </a:path>
            </a:pathLst>
          </a:cu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60F8FE7-ED40-FFAC-C9A3-D50C27517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3042965"/>
            <a:ext cx="12204700" cy="96310"/>
          </a:xfrm>
          <a:prstGeom prst="rect">
            <a:avLst/>
          </a:prstGeom>
          <a:solidFill>
            <a:schemeClr val="accent1"/>
          </a:soli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489123B-311C-0262-62DA-5021257E5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18160" y="1826650"/>
            <a:ext cx="2445512" cy="2445512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err="1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C893A7C-B903-2F73-4FCD-1C1C08A65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3421210" y="1826650"/>
            <a:ext cx="2445512" cy="2445512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err="1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E015070-88AD-B729-E1B3-775F04939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324260" y="1826650"/>
            <a:ext cx="2445512" cy="2445512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err="1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17D9F90-990B-9688-144B-C54A40527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9227311" y="1826650"/>
            <a:ext cx="2445512" cy="2445512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err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5BD592-E8D0-A1B9-58C2-50D2AC9F924E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58" descr="Picture">
            <a:extLst>
              <a:ext uri="{FF2B5EF4-FFF2-40B4-BE49-F238E27FC236}">
                <a16:creationId xmlns:a16="http://schemas.microsoft.com/office/drawing/2014/main" id="{ED4E0334-2E14-B0B4-28F8-74C6288709C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4"/>
          </p:nvPr>
        </p:nvSpPr>
        <p:spPr>
          <a:xfrm>
            <a:off x="599852" y="1908870"/>
            <a:ext cx="2282130" cy="2282130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2000" dirty="0"/>
            </a:lvl1pPr>
          </a:lstStyle>
          <a:p>
            <a:endParaRPr lang="en-IN"/>
          </a:p>
        </p:txBody>
      </p:sp>
      <p:sp>
        <p:nvSpPr>
          <p:cNvPr id="14" name="Text Placeholder 35">
            <a:extLst>
              <a:ext uri="{FF2B5EF4-FFF2-40B4-BE49-F238E27FC236}">
                <a16:creationId xmlns:a16="http://schemas.microsoft.com/office/drawing/2014/main" id="{9E84366E-339A-2791-54CC-8C1BC7F1264A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582613" y="4433192"/>
            <a:ext cx="2316608" cy="62510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0CF5C58C-75D0-03A8-1371-02EA311A315D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582613" y="5162470"/>
            <a:ext cx="2316608" cy="56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6" name="Picture Placeholder 58" descr="Picture">
            <a:extLst>
              <a:ext uri="{FF2B5EF4-FFF2-40B4-BE49-F238E27FC236}">
                <a16:creationId xmlns:a16="http://schemas.microsoft.com/office/drawing/2014/main" id="{4E7B86D7-F246-A602-FBA7-31B8035E721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3"/>
          </p:nvPr>
        </p:nvSpPr>
        <p:spPr>
          <a:xfrm>
            <a:off x="3502902" y="1908870"/>
            <a:ext cx="2282130" cy="2282130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2000" dirty="0"/>
            </a:lvl1pPr>
          </a:lstStyle>
          <a:p>
            <a:endParaRPr lang="en-IN"/>
          </a:p>
        </p:txBody>
      </p:sp>
      <p:sp>
        <p:nvSpPr>
          <p:cNvPr id="17" name="Text Placeholder 35">
            <a:extLst>
              <a:ext uri="{FF2B5EF4-FFF2-40B4-BE49-F238E27FC236}">
                <a16:creationId xmlns:a16="http://schemas.microsoft.com/office/drawing/2014/main" id="{89B3CFAF-04D7-8DC8-0FDA-6EAF96E99B22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3485662" y="4433192"/>
            <a:ext cx="2316608" cy="62510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DB981E82-B09A-F74B-543D-7B4352B43360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3485662" y="5162470"/>
            <a:ext cx="2316608" cy="56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9" name="Picture Placeholder 58" descr="Picture">
            <a:extLst>
              <a:ext uri="{FF2B5EF4-FFF2-40B4-BE49-F238E27FC236}">
                <a16:creationId xmlns:a16="http://schemas.microsoft.com/office/drawing/2014/main" id="{22448ACE-834B-B8A4-F5A3-1A792D0402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2"/>
          </p:nvPr>
        </p:nvSpPr>
        <p:spPr>
          <a:xfrm>
            <a:off x="6405952" y="1908870"/>
            <a:ext cx="2282130" cy="2282130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2000" dirty="0"/>
            </a:lvl1pPr>
          </a:lstStyle>
          <a:p>
            <a:endParaRPr lang="en-IN"/>
          </a:p>
        </p:txBody>
      </p:sp>
      <p:sp>
        <p:nvSpPr>
          <p:cNvPr id="20" name="Text Placeholder 35">
            <a:extLst>
              <a:ext uri="{FF2B5EF4-FFF2-40B4-BE49-F238E27FC236}">
                <a16:creationId xmlns:a16="http://schemas.microsoft.com/office/drawing/2014/main" id="{92DC6BE6-B6E6-BB64-1626-6136975B9BD0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6388713" y="4433192"/>
            <a:ext cx="2316608" cy="62510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30E1561D-010E-ECAE-259A-10CBD8133E7D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6388713" y="5162470"/>
            <a:ext cx="2316608" cy="56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2" name="Picture Placeholder 58" descr="Picture">
            <a:extLst>
              <a:ext uri="{FF2B5EF4-FFF2-40B4-BE49-F238E27FC236}">
                <a16:creationId xmlns:a16="http://schemas.microsoft.com/office/drawing/2014/main" id="{96DC8EBE-30F0-F7C9-FCF8-61565FB9D7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5"/>
          </p:nvPr>
        </p:nvSpPr>
        <p:spPr>
          <a:xfrm>
            <a:off x="9309003" y="1908870"/>
            <a:ext cx="2282130" cy="2282130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2000"/>
            </a:lvl1pPr>
          </a:lstStyle>
          <a:p>
            <a:endParaRPr lang="en-IN"/>
          </a:p>
        </p:txBody>
      </p:sp>
      <p:sp>
        <p:nvSpPr>
          <p:cNvPr id="23" name="Text Placeholder 35">
            <a:extLst>
              <a:ext uri="{FF2B5EF4-FFF2-40B4-BE49-F238E27FC236}">
                <a16:creationId xmlns:a16="http://schemas.microsoft.com/office/drawing/2014/main" id="{0F1479C2-7DFF-F818-2F14-B8D3E379A67D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9292780" y="4433192"/>
            <a:ext cx="2316608" cy="62510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4" name="Text Placeholder 35">
            <a:extLst>
              <a:ext uri="{FF2B5EF4-FFF2-40B4-BE49-F238E27FC236}">
                <a16:creationId xmlns:a16="http://schemas.microsoft.com/office/drawing/2014/main" id="{D174F807-69B0-7587-6ED4-859A930F5637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9292780" y="5162470"/>
            <a:ext cx="2316608" cy="56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548985680"/>
      </p:ext>
    </p:extLst>
  </p:cSld>
  <p:clrMapOvr>
    <a:masterClrMapping/>
  </p:clrMapOvr>
  <p:transition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peakers slid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AC7D4F6F-B86B-456D-2CA4-ECD67C700DB5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18411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1" imgH="473" progId="TCLayout.ActiveDocument.1">
                  <p:embed/>
                </p:oleObj>
              </mc:Choice>
              <mc:Fallback>
                <p:oleObj name="think-cell Slide" r:id="rId3" imgW="471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C7D4F6F-B86B-456D-2CA4-ECD67C700D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D597C630-B236-3A9A-3E7F-8077C2A9F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b="14434"/>
          <a:stretch>
            <a:fillRect/>
          </a:stretch>
        </p:blipFill>
        <p:spPr>
          <a:xfrm>
            <a:off x="0" y="3139275"/>
            <a:ext cx="12190730" cy="3718725"/>
          </a:xfrm>
          <a:custGeom>
            <a:avLst/>
            <a:gdLst>
              <a:gd name="csX0" fmla="*/ 0 w 12192000"/>
              <a:gd name="csY0" fmla="*/ 0 h 3718725"/>
              <a:gd name="csX1" fmla="*/ 12192000 w 12192000"/>
              <a:gd name="csY1" fmla="*/ 0 h 3718725"/>
              <a:gd name="csX2" fmla="*/ 12192000 w 12192000"/>
              <a:gd name="csY2" fmla="*/ 3718725 h 3718725"/>
              <a:gd name="csX3" fmla="*/ 0 w 12192000"/>
              <a:gd name="csY3" fmla="*/ 3718725 h 3718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718725">
                <a:moveTo>
                  <a:pt x="0" y="0"/>
                </a:moveTo>
                <a:lnTo>
                  <a:pt x="12192000" y="0"/>
                </a:lnTo>
                <a:lnTo>
                  <a:pt x="12192000" y="3718725"/>
                </a:lnTo>
                <a:lnTo>
                  <a:pt x="0" y="3718725"/>
                </a:ln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FAA9BC0-A36F-EFBB-DB3C-13CB60E6B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3058504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21EE7CD-FEB3-72FF-37B6-2080A6395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9625CF0-1E50-00AB-741F-FB7BF315D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3042965"/>
            <a:ext cx="12204700" cy="96310"/>
          </a:xfrm>
          <a:prstGeom prst="rect">
            <a:avLst/>
          </a:prstGeom>
          <a:solidFill>
            <a:schemeClr val="accent1"/>
          </a:soli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1EFCCE-C0F3-FE82-0AB5-8BE61981D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69676" y="1904551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4D5104E-B7D2-19BF-4BD1-E62E475C2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741205" y="1904551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1CEAB9-43C0-74C0-FC46-8365E43E9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012734" y="1904551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ECDBEAB-A864-3A1C-F69F-4C54874C8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7284263" y="1904551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EA503C0-2732-A503-D0AB-5EF618429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9555792" y="1904551"/>
            <a:ext cx="2176720" cy="2176720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F65D1D-06BA-871C-9D0C-41C430969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58" descr="Picture">
            <a:extLst>
              <a:ext uri="{FF2B5EF4-FFF2-40B4-BE49-F238E27FC236}">
                <a16:creationId xmlns:a16="http://schemas.microsoft.com/office/drawing/2014/main" id="{32AC6F61-DEBE-904C-B12D-B5917576F9B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0976" y="1986380"/>
            <a:ext cx="2014122" cy="2014120"/>
          </a:xfrm>
          <a:prstGeom prst="ellipse">
            <a:avLst/>
          </a:pr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D55EA71C-98EC-49B9-B8BC-083B118F88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4200" y="4150959"/>
            <a:ext cx="1933578" cy="62510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6" name="Text Placeholder 35">
            <a:extLst>
              <a:ext uri="{FF2B5EF4-FFF2-40B4-BE49-F238E27FC236}">
                <a16:creationId xmlns:a16="http://schemas.microsoft.com/office/drawing/2014/main" id="{03F49FBE-4BE4-72AE-0881-8A3C77F972F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200" y="4873101"/>
            <a:ext cx="1933578" cy="56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7" name="Picture Placeholder 58" descr="Picture">
            <a:extLst>
              <a:ext uri="{FF2B5EF4-FFF2-40B4-BE49-F238E27FC236}">
                <a16:creationId xmlns:a16="http://schemas.microsoft.com/office/drawing/2014/main" id="{E85FB56D-64ED-051B-B8E0-7697C4641DF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822505" y="1986380"/>
            <a:ext cx="2014122" cy="2014120"/>
          </a:xfrm>
          <a:prstGeom prst="ellipse">
            <a:avLst/>
          </a:pr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12F6F45D-FD98-E917-2C1F-648110EF956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69826" y="4150959"/>
            <a:ext cx="1919481" cy="62510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7A96BAAE-5781-79C9-2798-E970D584350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69826" y="4873101"/>
            <a:ext cx="1919481" cy="56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0" name="Picture Placeholder 58" descr="Picture">
            <a:extLst>
              <a:ext uri="{FF2B5EF4-FFF2-40B4-BE49-F238E27FC236}">
                <a16:creationId xmlns:a16="http://schemas.microsoft.com/office/drawing/2014/main" id="{5132E725-3D53-FEA1-84C0-C659217559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094034" y="1986380"/>
            <a:ext cx="2014122" cy="2014120"/>
          </a:xfrm>
          <a:prstGeom prst="ellipse">
            <a:avLst/>
          </a:pr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1E7CA425-DA29-10B1-FC0E-92A1B7AF90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41355" y="4150959"/>
            <a:ext cx="1919481" cy="62510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2" name="Text Placeholder 35">
            <a:extLst>
              <a:ext uri="{FF2B5EF4-FFF2-40B4-BE49-F238E27FC236}">
                <a16:creationId xmlns:a16="http://schemas.microsoft.com/office/drawing/2014/main" id="{276C2C77-5ED7-26CE-59F2-DAD71B89CC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41355" y="4873101"/>
            <a:ext cx="1919481" cy="56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3" name="Picture Placeholder 58" descr="Picture">
            <a:extLst>
              <a:ext uri="{FF2B5EF4-FFF2-40B4-BE49-F238E27FC236}">
                <a16:creationId xmlns:a16="http://schemas.microsoft.com/office/drawing/2014/main" id="{47F704F8-44B4-0A3C-0013-B4A8A37FC42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65563" y="1986380"/>
            <a:ext cx="2014122" cy="2014120"/>
          </a:xfrm>
          <a:prstGeom prst="ellipse">
            <a:avLst/>
          </a:pr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24" name="Text Placeholder 35">
            <a:extLst>
              <a:ext uri="{FF2B5EF4-FFF2-40B4-BE49-F238E27FC236}">
                <a16:creationId xmlns:a16="http://schemas.microsoft.com/office/drawing/2014/main" id="{4B67FCB6-B075-4E95-2ADD-CEB2B6B9975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12884" y="4150959"/>
            <a:ext cx="1919481" cy="62510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5" name="Text Placeholder 35">
            <a:extLst>
              <a:ext uri="{FF2B5EF4-FFF2-40B4-BE49-F238E27FC236}">
                <a16:creationId xmlns:a16="http://schemas.microsoft.com/office/drawing/2014/main" id="{17CBD014-20C8-8CBE-1C3E-4EB82716C0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12884" y="4873101"/>
            <a:ext cx="1919481" cy="56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6" name="Picture Placeholder 58" descr="Picture">
            <a:extLst>
              <a:ext uri="{FF2B5EF4-FFF2-40B4-BE49-F238E27FC236}">
                <a16:creationId xmlns:a16="http://schemas.microsoft.com/office/drawing/2014/main" id="{40CC1546-FE65-EE8E-F409-5C58AA53B8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637092" y="1986380"/>
            <a:ext cx="2014122" cy="2014120"/>
          </a:xfrm>
          <a:prstGeom prst="ellipse">
            <a:avLst/>
          </a:pr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27" name="Text Placeholder 35">
            <a:extLst>
              <a:ext uri="{FF2B5EF4-FFF2-40B4-BE49-F238E27FC236}">
                <a16:creationId xmlns:a16="http://schemas.microsoft.com/office/drawing/2014/main" id="{C9C4EAE7-A8A9-AACA-25A2-85C92A90729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684412" y="4150959"/>
            <a:ext cx="1919481" cy="625103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8" name="Text Placeholder 35">
            <a:extLst>
              <a:ext uri="{FF2B5EF4-FFF2-40B4-BE49-F238E27FC236}">
                <a16:creationId xmlns:a16="http://schemas.microsoft.com/office/drawing/2014/main" id="{4F93DE22-E232-34EF-862E-46EFD20543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84412" y="4873101"/>
            <a:ext cx="1919481" cy="56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555579197"/>
      </p:ext>
    </p:extLst>
  </p:cSld>
  <p:clrMapOvr>
    <a:masterClrMapping/>
  </p:clrMapOvr>
  <p:transition>
    <p:fade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_Dar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DD52E9-0756-59EC-437C-D52711E76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37BC357-DAD0-AC0C-801F-82B3143BB0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3152001"/>
            <a:ext cx="11018520" cy="5539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Section Divider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0B744F-202D-6F7A-5F58-566AB59F2B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219698"/>
            <a:ext cx="1816900" cy="16383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805857-F132-7230-B406-4A652DE10D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145053"/>
      </p:ext>
    </p:extLst>
  </p:cSld>
  <p:clrMapOvr>
    <a:masterClrMapping/>
  </p:clrMapOvr>
  <p:transition>
    <p:fade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_Dark background_With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95A80DF-44D4-DEB0-AEFE-001A20CCA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23A7D76-78F0-975D-22FD-335ACF872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3152001"/>
            <a:ext cx="11018520" cy="5539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Section Divider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9D9E5D-9E47-993E-B483-71641F633C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219698"/>
            <a:ext cx="1816900" cy="16383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225266-415E-E3F8-6F4C-FEEBE5C5FB9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2" name="Text Placeholder 35">
            <a:extLst>
              <a:ext uri="{FF2B5EF4-FFF2-40B4-BE49-F238E27FC236}">
                <a16:creationId xmlns:a16="http://schemas.microsoft.com/office/drawing/2014/main" id="{0C8AD178-BBF6-2BF0-4DF4-162FA35D2FC2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586740" y="3824976"/>
            <a:ext cx="5407660" cy="39868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Speaker</a:t>
            </a:r>
          </a:p>
        </p:txBody>
      </p:sp>
    </p:spTree>
    <p:extLst>
      <p:ext uri="{BB962C8B-B14F-4D97-AF65-F5344CB8AC3E}">
        <p14:creationId xmlns:p14="http://schemas.microsoft.com/office/powerpoint/2010/main" val="2049996693"/>
      </p:ext>
    </p:extLst>
  </p:cSld>
  <p:clrMapOvr>
    <a:masterClrMapping/>
  </p:clrMapOvr>
  <p:transition>
    <p:fade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speakers slid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575AE687-A9D4-878B-016A-258CC9BF5E4B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189186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1" imgH="473" progId="TCLayout.ActiveDocument.1">
                  <p:embed/>
                </p:oleObj>
              </mc:Choice>
              <mc:Fallback>
                <p:oleObj name="think-cell Slide" r:id="rId3" imgW="471" imgH="473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75AE687-A9D4-878B-016A-258CC9BF5E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4BCDEC6B-7F5A-2C1D-1574-9E4181AC2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b="14434"/>
          <a:stretch>
            <a:fillRect/>
          </a:stretch>
        </p:blipFill>
        <p:spPr>
          <a:xfrm>
            <a:off x="635" y="3139275"/>
            <a:ext cx="12190730" cy="3718725"/>
          </a:xfrm>
          <a:custGeom>
            <a:avLst/>
            <a:gdLst>
              <a:gd name="csX0" fmla="*/ 0 w 12192000"/>
              <a:gd name="csY0" fmla="*/ 0 h 3718725"/>
              <a:gd name="csX1" fmla="*/ 12192000 w 12192000"/>
              <a:gd name="csY1" fmla="*/ 0 h 3718725"/>
              <a:gd name="csX2" fmla="*/ 12192000 w 12192000"/>
              <a:gd name="csY2" fmla="*/ 3718725 h 3718725"/>
              <a:gd name="csX3" fmla="*/ 0 w 12192000"/>
              <a:gd name="csY3" fmla="*/ 3718725 h 3718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718725">
                <a:moveTo>
                  <a:pt x="0" y="0"/>
                </a:moveTo>
                <a:lnTo>
                  <a:pt x="12192000" y="0"/>
                </a:lnTo>
                <a:lnTo>
                  <a:pt x="12192000" y="3718725"/>
                </a:lnTo>
                <a:lnTo>
                  <a:pt x="0" y="3718725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BC860AB-6C02-DB21-6FB1-CDA0F0FCD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3071535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F994DE-1370-3B0D-AB68-390957BF6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41B986D-D748-C5CD-FA17-B8C979EEA6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3042965"/>
            <a:ext cx="12204700" cy="96310"/>
          </a:xfrm>
          <a:prstGeom prst="rect">
            <a:avLst/>
          </a:prstGeom>
          <a:solidFill>
            <a:schemeClr val="accent1"/>
          </a:soli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C5CD614-6BB9-A402-28A0-20EEAE4CE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86453" y="22301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7527013-9D54-DF36-2706-0D6B601A5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400233" y="22301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1CDAFED-28F4-4E4F-82F9-047284557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314013" y="22301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5D032B4-2328-365A-3A63-F2FD9049C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227793" y="22301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6CF73D3-057B-511B-888F-AEC5828E3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8141573" y="22301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BFE27DF-EF40-19F1-3021-5ED678608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0055355" y="2230121"/>
            <a:ext cx="1654258" cy="1654258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803968-1A81-0BBE-471F-D15C85186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58" descr="Picture">
            <a:extLst>
              <a:ext uri="{FF2B5EF4-FFF2-40B4-BE49-F238E27FC236}">
                <a16:creationId xmlns:a16="http://schemas.microsoft.com/office/drawing/2014/main" id="{4524DADB-4F66-2EE4-2E2F-64B7439B0FF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1304" y="2294973"/>
            <a:ext cx="1524554" cy="1524552"/>
          </a:xfrm>
          <a:prstGeom prst="ellipse">
            <a:avLst/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16" name="Text Placeholder 35">
            <a:extLst>
              <a:ext uri="{FF2B5EF4-FFF2-40B4-BE49-F238E27FC236}">
                <a16:creationId xmlns:a16="http://schemas.microsoft.com/office/drawing/2014/main" id="{7EB227B7-443E-6AF7-CC6E-2CE44E3D24C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4201" y="3952119"/>
            <a:ext cx="1458761" cy="52957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7" name="Text Placeholder 35">
            <a:extLst>
              <a:ext uri="{FF2B5EF4-FFF2-40B4-BE49-F238E27FC236}">
                <a16:creationId xmlns:a16="http://schemas.microsoft.com/office/drawing/2014/main" id="{449A5045-9942-03A2-EA96-79154819FCC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201" y="4618849"/>
            <a:ext cx="1458762" cy="7492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8" name="Picture Placeholder 58" descr="Picture">
            <a:extLst>
              <a:ext uri="{FF2B5EF4-FFF2-40B4-BE49-F238E27FC236}">
                <a16:creationId xmlns:a16="http://schemas.microsoft.com/office/drawing/2014/main" id="{C2D1730C-9FC5-3BDF-F2E6-49601C8FBC6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465084" y="2294973"/>
            <a:ext cx="1524554" cy="1524552"/>
          </a:xfrm>
          <a:prstGeom prst="ellipse">
            <a:avLst/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8002A12C-4BC6-0DBE-15B8-C3E4E28FDDD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97980" y="3952119"/>
            <a:ext cx="1448127" cy="52957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0" name="Text Placeholder 35">
            <a:extLst>
              <a:ext uri="{FF2B5EF4-FFF2-40B4-BE49-F238E27FC236}">
                <a16:creationId xmlns:a16="http://schemas.microsoft.com/office/drawing/2014/main" id="{AF8E15E6-A811-3193-92E3-CD29E4D5D08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97979" y="4618849"/>
            <a:ext cx="1458762" cy="7492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1" name="Picture Placeholder 58" descr="Picture">
            <a:extLst>
              <a:ext uri="{FF2B5EF4-FFF2-40B4-BE49-F238E27FC236}">
                <a16:creationId xmlns:a16="http://schemas.microsoft.com/office/drawing/2014/main" id="{DB44BD85-E8D7-968F-8B63-86A387B4DC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378864" y="2294973"/>
            <a:ext cx="1524554" cy="1524552"/>
          </a:xfrm>
          <a:prstGeom prst="ellipse">
            <a:avLst/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22" name="Text Placeholder 35">
            <a:extLst>
              <a:ext uri="{FF2B5EF4-FFF2-40B4-BE49-F238E27FC236}">
                <a16:creationId xmlns:a16="http://schemas.microsoft.com/office/drawing/2014/main" id="{674A4634-DC71-D355-27CB-32A001BFF4E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11760" y="3952119"/>
            <a:ext cx="1448127" cy="52957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3" name="Text Placeholder 35">
            <a:extLst>
              <a:ext uri="{FF2B5EF4-FFF2-40B4-BE49-F238E27FC236}">
                <a16:creationId xmlns:a16="http://schemas.microsoft.com/office/drawing/2014/main" id="{7EB81790-6186-92FD-3286-08439AF7A9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11759" y="4618849"/>
            <a:ext cx="1458762" cy="7492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4" name="Picture Placeholder 58" descr="Picture">
            <a:extLst>
              <a:ext uri="{FF2B5EF4-FFF2-40B4-BE49-F238E27FC236}">
                <a16:creationId xmlns:a16="http://schemas.microsoft.com/office/drawing/2014/main" id="{1083ACEC-2B19-C930-24B2-E0ED3718DD2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292644" y="2294973"/>
            <a:ext cx="1524554" cy="1524552"/>
          </a:xfrm>
          <a:prstGeom prst="ellipse">
            <a:avLst/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25" name="Text Placeholder 35">
            <a:extLst>
              <a:ext uri="{FF2B5EF4-FFF2-40B4-BE49-F238E27FC236}">
                <a16:creationId xmlns:a16="http://schemas.microsoft.com/office/drawing/2014/main" id="{D3B03BD4-5FBC-E56A-1287-A6D5512472E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25540" y="3952119"/>
            <a:ext cx="1448127" cy="52957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6" name="Text Placeholder 35">
            <a:extLst>
              <a:ext uri="{FF2B5EF4-FFF2-40B4-BE49-F238E27FC236}">
                <a16:creationId xmlns:a16="http://schemas.microsoft.com/office/drawing/2014/main" id="{0C00418D-9ADF-5910-1747-6E6560F88FA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25539" y="4618849"/>
            <a:ext cx="1458762" cy="7492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7" name="Picture Placeholder 58" descr="Picture">
            <a:extLst>
              <a:ext uri="{FF2B5EF4-FFF2-40B4-BE49-F238E27FC236}">
                <a16:creationId xmlns:a16="http://schemas.microsoft.com/office/drawing/2014/main" id="{75BE8E07-C50B-CBC3-BA67-88A9E88CF9F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206424" y="2294973"/>
            <a:ext cx="1524554" cy="1524552"/>
          </a:xfrm>
          <a:prstGeom prst="ellipse">
            <a:avLst/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28" name="Text Placeholder 35">
            <a:extLst>
              <a:ext uri="{FF2B5EF4-FFF2-40B4-BE49-F238E27FC236}">
                <a16:creationId xmlns:a16="http://schemas.microsoft.com/office/drawing/2014/main" id="{528E0BDB-4BFB-9CC3-C1E1-DC1082477EE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39320" y="3952119"/>
            <a:ext cx="1448127" cy="52957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9" name="Text Placeholder 35">
            <a:extLst>
              <a:ext uri="{FF2B5EF4-FFF2-40B4-BE49-F238E27FC236}">
                <a16:creationId xmlns:a16="http://schemas.microsoft.com/office/drawing/2014/main" id="{802B5A71-E669-A850-EEEE-CE1970607E4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39319" y="4618849"/>
            <a:ext cx="1458762" cy="7492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0" name="Picture Placeholder 58" descr="Picture">
            <a:extLst>
              <a:ext uri="{FF2B5EF4-FFF2-40B4-BE49-F238E27FC236}">
                <a16:creationId xmlns:a16="http://schemas.microsoft.com/office/drawing/2014/main" id="{703C0C91-2A41-961E-3D30-854A6D46DB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10120206" y="2294973"/>
            <a:ext cx="1524554" cy="1524552"/>
          </a:xfrm>
          <a:prstGeom prst="ellipse">
            <a:avLst/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/>
            </a:lvl1pPr>
          </a:lstStyle>
          <a:p>
            <a:endParaRPr lang="en-IN"/>
          </a:p>
        </p:txBody>
      </p:sp>
      <p:sp>
        <p:nvSpPr>
          <p:cNvPr id="31" name="Text Placeholder 35">
            <a:extLst>
              <a:ext uri="{FF2B5EF4-FFF2-40B4-BE49-F238E27FC236}">
                <a16:creationId xmlns:a16="http://schemas.microsoft.com/office/drawing/2014/main" id="{94C3EA05-E089-1828-73D0-64FCB5BA7C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163737" y="3952119"/>
            <a:ext cx="1448127" cy="52957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2" name="Text Placeholder 35">
            <a:extLst>
              <a:ext uri="{FF2B5EF4-FFF2-40B4-BE49-F238E27FC236}">
                <a16:creationId xmlns:a16="http://schemas.microsoft.com/office/drawing/2014/main" id="{90E0AD30-182E-C638-61C4-EBC2C7974E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163736" y="4618849"/>
            <a:ext cx="1458762" cy="7492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ctr"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844026111"/>
      </p:ext>
    </p:extLst>
  </p:cSld>
  <p:clrMapOvr>
    <a:masterClrMapping/>
  </p:clrMapOvr>
  <p:transition>
    <p:fade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slides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936B2E-F11D-8B8C-5A19-3F39B2557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CDE8D65-48FD-A576-78A7-ADE61EC14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31799" y="2351177"/>
            <a:ext cx="2053586" cy="4506823"/>
          </a:xfrm>
          <a:custGeom>
            <a:avLst/>
            <a:gdLst/>
            <a:ahLst/>
            <a:cxnLst/>
            <a:rect l="l" t="t" r="r" b="b"/>
            <a:pathLst>
              <a:path w="2053586" h="4506823">
                <a:moveTo>
                  <a:pt x="1466408" y="0"/>
                </a:moveTo>
                <a:lnTo>
                  <a:pt x="2053586" y="0"/>
                </a:lnTo>
                <a:lnTo>
                  <a:pt x="2053586" y="4506823"/>
                </a:lnTo>
                <a:lnTo>
                  <a:pt x="1085203" y="4506823"/>
                </a:lnTo>
                <a:lnTo>
                  <a:pt x="1085203" y="1143614"/>
                </a:lnTo>
                <a:cubicBezTo>
                  <a:pt x="972482" y="1219445"/>
                  <a:pt x="847975" y="1284004"/>
                  <a:pt x="711684" y="1337291"/>
                </a:cubicBezTo>
                <a:cubicBezTo>
                  <a:pt x="575393" y="1390578"/>
                  <a:pt x="426293" y="1442840"/>
                  <a:pt x="264384" y="1494077"/>
                </a:cubicBezTo>
                <a:lnTo>
                  <a:pt x="0" y="719371"/>
                </a:lnTo>
                <a:cubicBezTo>
                  <a:pt x="280780" y="637391"/>
                  <a:pt x="546188" y="534917"/>
                  <a:pt x="796226" y="411947"/>
                </a:cubicBezTo>
                <a:cubicBezTo>
                  <a:pt x="1046263" y="288978"/>
                  <a:pt x="1269657" y="151663"/>
                  <a:pt x="1466408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cs typeface="Segoe UI" pitchFamily="34" charset="0"/>
            </a:endParaRPr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994035090"/>
      </p:ext>
    </p:extLst>
  </p:cSld>
  <p:clrMapOvr>
    <a:masterClrMapping/>
  </p:clrMapOvr>
  <p:transition>
    <p:fade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umber slides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BF4BA7-2F23-5786-6C45-8F0A9A5FD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171EE8-A1E9-E0A4-7FBA-76CD23710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77738" y="2378311"/>
            <a:ext cx="3028117" cy="4479689"/>
          </a:xfrm>
          <a:custGeom>
            <a:avLst/>
            <a:gdLst/>
            <a:ahLst/>
            <a:cxnLst/>
            <a:rect l="l" t="t" r="r" b="b"/>
            <a:pathLst>
              <a:path w="3028117" h="4479689">
                <a:moveTo>
                  <a:pt x="1613971" y="0"/>
                </a:moveTo>
                <a:cubicBezTo>
                  <a:pt x="2046412" y="0"/>
                  <a:pt x="2390214" y="113235"/>
                  <a:pt x="2645375" y="339703"/>
                </a:cubicBezTo>
                <a:cubicBezTo>
                  <a:pt x="2900536" y="566171"/>
                  <a:pt x="3028117" y="870008"/>
                  <a:pt x="3028117" y="1251212"/>
                </a:cubicBezTo>
                <a:cubicBezTo>
                  <a:pt x="3028117" y="1454112"/>
                  <a:pt x="2996862" y="1634467"/>
                  <a:pt x="2934353" y="1792277"/>
                </a:cubicBezTo>
                <a:cubicBezTo>
                  <a:pt x="2871843" y="1950087"/>
                  <a:pt x="2788327" y="2093552"/>
                  <a:pt x="2683803" y="2222669"/>
                </a:cubicBezTo>
                <a:cubicBezTo>
                  <a:pt x="2581329" y="2351787"/>
                  <a:pt x="2463995" y="2472195"/>
                  <a:pt x="2331804" y="2583892"/>
                </a:cubicBezTo>
                <a:cubicBezTo>
                  <a:pt x="2199612" y="2695589"/>
                  <a:pt x="2060759" y="2801650"/>
                  <a:pt x="1915245" y="2902075"/>
                </a:cubicBezTo>
                <a:cubicBezTo>
                  <a:pt x="1823019" y="2971757"/>
                  <a:pt x="1732329" y="3038878"/>
                  <a:pt x="1643176" y="3103437"/>
                </a:cubicBezTo>
                <a:cubicBezTo>
                  <a:pt x="1554023" y="3167996"/>
                  <a:pt x="1476655" y="3233067"/>
                  <a:pt x="1411071" y="3298650"/>
                </a:cubicBezTo>
                <a:cubicBezTo>
                  <a:pt x="1341389" y="3366283"/>
                  <a:pt x="1289639" y="3431867"/>
                  <a:pt x="1255823" y="3495401"/>
                </a:cubicBezTo>
                <a:cubicBezTo>
                  <a:pt x="1222006" y="3558935"/>
                  <a:pt x="1205098" y="3619395"/>
                  <a:pt x="1205098" y="3676781"/>
                </a:cubicBezTo>
                <a:lnTo>
                  <a:pt x="3021968" y="3676781"/>
                </a:lnTo>
                <a:lnTo>
                  <a:pt x="3021968" y="4479689"/>
                </a:lnTo>
                <a:lnTo>
                  <a:pt x="89152" y="4479689"/>
                </a:lnTo>
                <a:lnTo>
                  <a:pt x="89152" y="4150212"/>
                </a:lnTo>
                <a:cubicBezTo>
                  <a:pt x="89152" y="3924769"/>
                  <a:pt x="127068" y="3722382"/>
                  <a:pt x="202899" y="3543052"/>
                </a:cubicBezTo>
                <a:cubicBezTo>
                  <a:pt x="278730" y="3363721"/>
                  <a:pt x="374031" y="3202324"/>
                  <a:pt x="488802" y="3058860"/>
                </a:cubicBezTo>
                <a:cubicBezTo>
                  <a:pt x="603574" y="2917446"/>
                  <a:pt x="729105" y="2791915"/>
                  <a:pt x="865395" y="2682267"/>
                </a:cubicBezTo>
                <a:cubicBezTo>
                  <a:pt x="1001686" y="2572619"/>
                  <a:pt x="1131316" y="2473732"/>
                  <a:pt x="1254286" y="2385604"/>
                </a:cubicBezTo>
                <a:cubicBezTo>
                  <a:pt x="1383403" y="2293377"/>
                  <a:pt x="1496637" y="2205249"/>
                  <a:pt x="1593988" y="2121220"/>
                </a:cubicBezTo>
                <a:cubicBezTo>
                  <a:pt x="1691339" y="2037191"/>
                  <a:pt x="1772806" y="1953162"/>
                  <a:pt x="1838390" y="1869133"/>
                </a:cubicBezTo>
                <a:cubicBezTo>
                  <a:pt x="1906023" y="1787153"/>
                  <a:pt x="1958797" y="1701075"/>
                  <a:pt x="1996713" y="1610897"/>
                </a:cubicBezTo>
                <a:cubicBezTo>
                  <a:pt x="2034628" y="1520720"/>
                  <a:pt x="2053586" y="1415171"/>
                  <a:pt x="2053586" y="1294252"/>
                </a:cubicBezTo>
                <a:cubicBezTo>
                  <a:pt x="2053586" y="1136441"/>
                  <a:pt x="2002861" y="1012447"/>
                  <a:pt x="1901411" y="922270"/>
                </a:cubicBezTo>
                <a:cubicBezTo>
                  <a:pt x="1799962" y="832092"/>
                  <a:pt x="1664183" y="787004"/>
                  <a:pt x="1494076" y="787004"/>
                </a:cubicBezTo>
                <a:cubicBezTo>
                  <a:pt x="1338315" y="787004"/>
                  <a:pt x="1201511" y="838241"/>
                  <a:pt x="1083666" y="940715"/>
                </a:cubicBezTo>
                <a:cubicBezTo>
                  <a:pt x="965820" y="1043190"/>
                  <a:pt x="864883" y="1183579"/>
                  <a:pt x="780854" y="1361885"/>
                </a:cubicBezTo>
                <a:lnTo>
                  <a:pt x="0" y="1042165"/>
                </a:lnTo>
                <a:cubicBezTo>
                  <a:pt x="147562" y="720396"/>
                  <a:pt x="356098" y="466259"/>
                  <a:pt x="625605" y="279756"/>
                </a:cubicBezTo>
                <a:cubicBezTo>
                  <a:pt x="895113" y="93252"/>
                  <a:pt x="1224568" y="0"/>
                  <a:pt x="1613971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/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602580457"/>
      </p:ext>
    </p:extLst>
  </p:cSld>
  <p:clrMapOvr>
    <a:masterClrMapping/>
  </p:clrMapOvr>
  <p:transition>
    <p:fade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umber slides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F144A4-7941-93D6-131A-B1B567EDB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659153-E442-DD6D-70C1-1207A848F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16253" y="2308643"/>
            <a:ext cx="3157235" cy="4549357"/>
          </a:xfrm>
          <a:custGeom>
            <a:avLst/>
            <a:gdLst/>
            <a:ahLst/>
            <a:cxnLst/>
            <a:rect l="l" t="t" r="r" b="b"/>
            <a:pathLst>
              <a:path w="3157235" h="4549357">
                <a:moveTo>
                  <a:pt x="1617045" y="0"/>
                </a:moveTo>
                <a:cubicBezTo>
                  <a:pt x="2067933" y="0"/>
                  <a:pt x="2415321" y="102987"/>
                  <a:pt x="2659210" y="308961"/>
                </a:cubicBezTo>
                <a:cubicBezTo>
                  <a:pt x="2903099" y="514934"/>
                  <a:pt x="3025043" y="797251"/>
                  <a:pt x="3025043" y="1155911"/>
                </a:cubicBezTo>
                <a:cubicBezTo>
                  <a:pt x="3025043" y="1395701"/>
                  <a:pt x="2960484" y="1605774"/>
                  <a:pt x="2831367" y="1786129"/>
                </a:cubicBezTo>
                <a:cubicBezTo>
                  <a:pt x="2702249" y="1966484"/>
                  <a:pt x="2507548" y="2098676"/>
                  <a:pt x="2247263" y="2182704"/>
                </a:cubicBezTo>
                <a:lnTo>
                  <a:pt x="2247263" y="2198076"/>
                </a:lnTo>
                <a:cubicBezTo>
                  <a:pt x="2528042" y="2247263"/>
                  <a:pt x="2749900" y="2365621"/>
                  <a:pt x="2912834" y="2553149"/>
                </a:cubicBezTo>
                <a:cubicBezTo>
                  <a:pt x="3075768" y="2740677"/>
                  <a:pt x="3157235" y="2965608"/>
                  <a:pt x="3157235" y="3227943"/>
                </a:cubicBezTo>
                <a:cubicBezTo>
                  <a:pt x="3157235" y="3639890"/>
                  <a:pt x="3010184" y="3964221"/>
                  <a:pt x="2716083" y="4200937"/>
                </a:cubicBezTo>
                <a:cubicBezTo>
                  <a:pt x="2495507" y="4378474"/>
                  <a:pt x="2223341" y="4489434"/>
                  <a:pt x="1899586" y="4533819"/>
                </a:cubicBezTo>
                <a:lnTo>
                  <a:pt x="1744447" y="4549357"/>
                </a:lnTo>
                <a:lnTo>
                  <a:pt x="1416230" y="4549357"/>
                </a:lnTo>
                <a:lnTo>
                  <a:pt x="1283107" y="4543137"/>
                </a:lnTo>
                <a:cubicBezTo>
                  <a:pt x="1019492" y="4517391"/>
                  <a:pt x="791614" y="4453024"/>
                  <a:pt x="599475" y="4350037"/>
                </a:cubicBezTo>
                <a:cubicBezTo>
                  <a:pt x="343289" y="4212722"/>
                  <a:pt x="143464" y="4014946"/>
                  <a:pt x="0" y="3756711"/>
                </a:cubicBezTo>
                <a:lnTo>
                  <a:pt x="743964" y="3320170"/>
                </a:lnTo>
                <a:cubicBezTo>
                  <a:pt x="811597" y="3459535"/>
                  <a:pt x="908435" y="3572769"/>
                  <a:pt x="1034479" y="3659872"/>
                </a:cubicBezTo>
                <a:cubicBezTo>
                  <a:pt x="1160522" y="3746976"/>
                  <a:pt x="1315771" y="3790527"/>
                  <a:pt x="1500225" y="3790527"/>
                </a:cubicBezTo>
                <a:cubicBezTo>
                  <a:pt x="1688777" y="3790527"/>
                  <a:pt x="1847100" y="3742365"/>
                  <a:pt x="1975193" y="3646038"/>
                </a:cubicBezTo>
                <a:cubicBezTo>
                  <a:pt x="2103286" y="3549712"/>
                  <a:pt x="2167333" y="3406248"/>
                  <a:pt x="2167333" y="3215646"/>
                </a:cubicBezTo>
                <a:cubicBezTo>
                  <a:pt x="2167333" y="3018895"/>
                  <a:pt x="2081767" y="2868770"/>
                  <a:pt x="1910634" y="2765271"/>
                </a:cubicBezTo>
                <a:cubicBezTo>
                  <a:pt x="1739502" y="2661772"/>
                  <a:pt x="1504323" y="2608998"/>
                  <a:pt x="1205098" y="2606948"/>
                </a:cubicBezTo>
                <a:lnTo>
                  <a:pt x="845413" y="2606948"/>
                </a:lnTo>
                <a:lnTo>
                  <a:pt x="845413" y="1850687"/>
                </a:lnTo>
                <a:lnTo>
                  <a:pt x="1174356" y="1850687"/>
                </a:lnTo>
                <a:cubicBezTo>
                  <a:pt x="1461284" y="1850687"/>
                  <a:pt x="1676480" y="1802524"/>
                  <a:pt x="1819944" y="1706199"/>
                </a:cubicBezTo>
                <a:cubicBezTo>
                  <a:pt x="1963409" y="1609873"/>
                  <a:pt x="2035141" y="1457186"/>
                  <a:pt x="2035141" y="1248138"/>
                </a:cubicBezTo>
                <a:cubicBezTo>
                  <a:pt x="2035141" y="1090327"/>
                  <a:pt x="1984416" y="967871"/>
                  <a:pt x="1882966" y="880768"/>
                </a:cubicBezTo>
                <a:cubicBezTo>
                  <a:pt x="1781517" y="793664"/>
                  <a:pt x="1657010" y="750113"/>
                  <a:pt x="1509447" y="750113"/>
                </a:cubicBezTo>
                <a:cubicBezTo>
                  <a:pt x="1370082" y="750113"/>
                  <a:pt x="1240452" y="785466"/>
                  <a:pt x="1120557" y="856174"/>
                </a:cubicBezTo>
                <a:cubicBezTo>
                  <a:pt x="1000662" y="926881"/>
                  <a:pt x="900749" y="1038066"/>
                  <a:pt x="820820" y="1189728"/>
                </a:cubicBezTo>
                <a:lnTo>
                  <a:pt x="98375" y="842340"/>
                </a:lnTo>
                <a:cubicBezTo>
                  <a:pt x="223394" y="602550"/>
                  <a:pt x="417583" y="402212"/>
                  <a:pt x="680942" y="241328"/>
                </a:cubicBezTo>
                <a:cubicBezTo>
                  <a:pt x="944301" y="80443"/>
                  <a:pt x="1256335" y="0"/>
                  <a:pt x="1617045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/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948085930"/>
      </p:ext>
    </p:extLst>
  </p:cSld>
  <p:clrMapOvr>
    <a:masterClrMapping/>
  </p:clrMapOvr>
  <p:transition>
    <p:fade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umber slides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03BEC7-481F-5C7C-F9FC-D7200DA24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ADC848-E47E-9D68-7F28-7E04E4B70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791659" y="2452093"/>
            <a:ext cx="3154161" cy="4405907"/>
          </a:xfrm>
          <a:custGeom>
            <a:avLst/>
            <a:gdLst/>
            <a:ahLst/>
            <a:cxnLst/>
            <a:rect l="l" t="t" r="r" b="b"/>
            <a:pathLst>
              <a:path w="3154161" h="4405907">
                <a:moveTo>
                  <a:pt x="1816870" y="1263509"/>
                </a:moveTo>
                <a:cubicBezTo>
                  <a:pt x="1749237" y="1396725"/>
                  <a:pt x="1674943" y="1531479"/>
                  <a:pt x="1593989" y="1667770"/>
                </a:cubicBezTo>
                <a:cubicBezTo>
                  <a:pt x="1513034" y="1804061"/>
                  <a:pt x="1431567" y="1937790"/>
                  <a:pt x="1349587" y="2068957"/>
                </a:cubicBezTo>
                <a:cubicBezTo>
                  <a:pt x="1265558" y="2198075"/>
                  <a:pt x="1180505" y="2322581"/>
                  <a:pt x="1094426" y="2442477"/>
                </a:cubicBezTo>
                <a:cubicBezTo>
                  <a:pt x="1008348" y="2562372"/>
                  <a:pt x="925343" y="2674581"/>
                  <a:pt x="845414" y="2779105"/>
                </a:cubicBezTo>
                <a:lnTo>
                  <a:pt x="1816870" y="2779105"/>
                </a:lnTo>
                <a:close/>
                <a:moveTo>
                  <a:pt x="1801499" y="0"/>
                </a:moveTo>
                <a:lnTo>
                  <a:pt x="2739140" y="0"/>
                </a:lnTo>
                <a:lnTo>
                  <a:pt x="2739140" y="2779105"/>
                </a:lnTo>
                <a:lnTo>
                  <a:pt x="3154161" y="2779105"/>
                </a:lnTo>
                <a:lnTo>
                  <a:pt x="3154161" y="3504623"/>
                </a:lnTo>
                <a:lnTo>
                  <a:pt x="2739140" y="3504623"/>
                </a:lnTo>
                <a:lnTo>
                  <a:pt x="2739140" y="4405907"/>
                </a:lnTo>
                <a:lnTo>
                  <a:pt x="1816870" y="4405907"/>
                </a:lnTo>
                <a:lnTo>
                  <a:pt x="1816870" y="3504623"/>
                </a:lnTo>
                <a:lnTo>
                  <a:pt x="0" y="3504623"/>
                </a:lnTo>
                <a:lnTo>
                  <a:pt x="0" y="2745288"/>
                </a:lnTo>
                <a:cubicBezTo>
                  <a:pt x="159860" y="2554686"/>
                  <a:pt x="326381" y="2346151"/>
                  <a:pt x="499563" y="2119682"/>
                </a:cubicBezTo>
                <a:cubicBezTo>
                  <a:pt x="672744" y="1893214"/>
                  <a:pt x="839265" y="1660085"/>
                  <a:pt x="999125" y="1420295"/>
                </a:cubicBezTo>
                <a:cubicBezTo>
                  <a:pt x="1161035" y="1180505"/>
                  <a:pt x="1311160" y="939177"/>
                  <a:pt x="1449500" y="696313"/>
                </a:cubicBezTo>
                <a:cubicBezTo>
                  <a:pt x="1587840" y="453449"/>
                  <a:pt x="1705174" y="221345"/>
                  <a:pt x="1801499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642239948"/>
      </p:ext>
    </p:extLst>
  </p:cSld>
  <p:clrMapOvr>
    <a:masterClrMapping/>
  </p:clrMapOvr>
  <p:transition>
    <p:fade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umber slides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5AD204-FDB9-D8DB-68CF-B573A22C37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C91E59-9D00-BD7E-8668-ABA0332A9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16253" y="2367185"/>
            <a:ext cx="3104973" cy="4482229"/>
          </a:xfrm>
          <a:custGeom>
            <a:avLst/>
            <a:gdLst/>
            <a:ahLst/>
            <a:cxnLst/>
            <a:rect l="l" t="t" r="r" b="b"/>
            <a:pathLst>
              <a:path w="3104973" h="4482229">
                <a:moveTo>
                  <a:pt x="516471" y="0"/>
                </a:moveTo>
                <a:lnTo>
                  <a:pt x="2849812" y="0"/>
                </a:lnTo>
                <a:lnTo>
                  <a:pt x="2849812" y="793152"/>
                </a:lnTo>
                <a:lnTo>
                  <a:pt x="1257360" y="793152"/>
                </a:lnTo>
                <a:lnTo>
                  <a:pt x="1195876" y="1663159"/>
                </a:lnTo>
                <a:cubicBezTo>
                  <a:pt x="1275806" y="1657010"/>
                  <a:pt x="1349075" y="1652399"/>
                  <a:pt x="1415683" y="1649325"/>
                </a:cubicBezTo>
                <a:cubicBezTo>
                  <a:pt x="1482292" y="1646251"/>
                  <a:pt x="1562734" y="1644713"/>
                  <a:pt x="1657010" y="1644713"/>
                </a:cubicBezTo>
                <a:cubicBezTo>
                  <a:pt x="2109947" y="1644713"/>
                  <a:pt x="2464509" y="1764609"/>
                  <a:pt x="2720694" y="2004399"/>
                </a:cubicBezTo>
                <a:cubicBezTo>
                  <a:pt x="2976880" y="2244189"/>
                  <a:pt x="3104973" y="2566983"/>
                  <a:pt x="3104973" y="2972781"/>
                </a:cubicBezTo>
                <a:cubicBezTo>
                  <a:pt x="3104973" y="3417520"/>
                  <a:pt x="2955361" y="3780279"/>
                  <a:pt x="2656135" y="4061059"/>
                </a:cubicBezTo>
                <a:cubicBezTo>
                  <a:pt x="2356910" y="4341839"/>
                  <a:pt x="1967508" y="4482229"/>
                  <a:pt x="1487928" y="4482229"/>
                </a:cubicBezTo>
                <a:cubicBezTo>
                  <a:pt x="1147713" y="4482229"/>
                  <a:pt x="853611" y="4412546"/>
                  <a:pt x="605623" y="4273181"/>
                </a:cubicBezTo>
                <a:cubicBezTo>
                  <a:pt x="357635" y="4133816"/>
                  <a:pt x="155761" y="3925793"/>
                  <a:pt x="0" y="3649112"/>
                </a:cubicBezTo>
                <a:lnTo>
                  <a:pt x="753187" y="3231017"/>
                </a:lnTo>
                <a:cubicBezTo>
                  <a:pt x="837215" y="3394976"/>
                  <a:pt x="937640" y="3518457"/>
                  <a:pt x="1054461" y="3601462"/>
                </a:cubicBezTo>
                <a:cubicBezTo>
                  <a:pt x="1171282" y="3684466"/>
                  <a:pt x="1315771" y="3725968"/>
                  <a:pt x="1487928" y="3725968"/>
                </a:cubicBezTo>
                <a:cubicBezTo>
                  <a:pt x="1674431" y="3725968"/>
                  <a:pt x="1829167" y="3667558"/>
                  <a:pt x="1952136" y="3550737"/>
                </a:cubicBezTo>
                <a:cubicBezTo>
                  <a:pt x="2075106" y="3433916"/>
                  <a:pt x="2136590" y="3279180"/>
                  <a:pt x="2136590" y="3086528"/>
                </a:cubicBezTo>
                <a:cubicBezTo>
                  <a:pt x="2136590" y="2854936"/>
                  <a:pt x="2056148" y="2683804"/>
                  <a:pt x="1895263" y="2573131"/>
                </a:cubicBezTo>
                <a:cubicBezTo>
                  <a:pt x="1734379" y="2462459"/>
                  <a:pt x="1499200" y="2407123"/>
                  <a:pt x="1189727" y="2407123"/>
                </a:cubicBezTo>
                <a:cubicBezTo>
                  <a:pt x="1077005" y="2407123"/>
                  <a:pt x="945838" y="2411734"/>
                  <a:pt x="796226" y="2420957"/>
                </a:cubicBezTo>
                <a:cubicBezTo>
                  <a:pt x="646613" y="2430180"/>
                  <a:pt x="498025" y="2442989"/>
                  <a:pt x="350462" y="2459385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991771427"/>
      </p:ext>
    </p:extLst>
  </p:cSld>
  <p:clrMapOvr>
    <a:masterClrMapping/>
  </p:clrMapOvr>
  <p:transition>
    <p:fade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number slides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363E4F-046D-45A8-B461-26270C0AD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021368-1CAC-F4BF-771C-C2DF5F6FD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74663" y="2293404"/>
            <a:ext cx="3037341" cy="4556010"/>
          </a:xfrm>
          <a:custGeom>
            <a:avLst/>
            <a:gdLst/>
            <a:ahLst/>
            <a:cxnLst/>
            <a:rect l="l" t="t" r="r" b="b"/>
            <a:pathLst>
              <a:path w="3037341" h="4556010">
                <a:moveTo>
                  <a:pt x="1555561" y="2379454"/>
                </a:moveTo>
                <a:cubicBezTo>
                  <a:pt x="1369058" y="2379454"/>
                  <a:pt x="1221495" y="2449649"/>
                  <a:pt x="1112872" y="2590039"/>
                </a:cubicBezTo>
                <a:cubicBezTo>
                  <a:pt x="1004249" y="2730429"/>
                  <a:pt x="949938" y="2893875"/>
                  <a:pt x="949938" y="3080379"/>
                </a:cubicBezTo>
                <a:cubicBezTo>
                  <a:pt x="949938" y="3295575"/>
                  <a:pt x="1004249" y="3468757"/>
                  <a:pt x="1112872" y="3599924"/>
                </a:cubicBezTo>
                <a:cubicBezTo>
                  <a:pt x="1221495" y="3731091"/>
                  <a:pt x="1361884" y="3796675"/>
                  <a:pt x="1534041" y="3796675"/>
                </a:cubicBezTo>
                <a:cubicBezTo>
                  <a:pt x="1722594" y="3796675"/>
                  <a:pt x="1870157" y="3730067"/>
                  <a:pt x="1976731" y="3596850"/>
                </a:cubicBezTo>
                <a:cubicBezTo>
                  <a:pt x="2083304" y="3463633"/>
                  <a:pt x="2136591" y="3290452"/>
                  <a:pt x="2136591" y="3077305"/>
                </a:cubicBezTo>
                <a:cubicBezTo>
                  <a:pt x="2136591" y="2866207"/>
                  <a:pt x="2085866" y="2697125"/>
                  <a:pt x="1984416" y="2570057"/>
                </a:cubicBezTo>
                <a:cubicBezTo>
                  <a:pt x="1882967" y="2442988"/>
                  <a:pt x="1740015" y="2379454"/>
                  <a:pt x="1555561" y="2379454"/>
                </a:cubicBezTo>
                <a:close/>
                <a:moveTo>
                  <a:pt x="1773832" y="0"/>
                </a:moveTo>
                <a:cubicBezTo>
                  <a:pt x="2046413" y="0"/>
                  <a:pt x="2289790" y="69170"/>
                  <a:pt x="2503961" y="207510"/>
                </a:cubicBezTo>
                <a:cubicBezTo>
                  <a:pt x="2718133" y="345850"/>
                  <a:pt x="2881580" y="527742"/>
                  <a:pt x="2994301" y="753186"/>
                </a:cubicBezTo>
                <a:lnTo>
                  <a:pt x="2317970" y="1152836"/>
                </a:lnTo>
                <a:cubicBezTo>
                  <a:pt x="2262634" y="1031916"/>
                  <a:pt x="2187828" y="935078"/>
                  <a:pt x="2093551" y="862321"/>
                </a:cubicBezTo>
                <a:cubicBezTo>
                  <a:pt x="1999275" y="789565"/>
                  <a:pt x="1882454" y="753186"/>
                  <a:pt x="1743089" y="753186"/>
                </a:cubicBezTo>
                <a:cubicBezTo>
                  <a:pt x="1640615" y="753186"/>
                  <a:pt x="1544801" y="773168"/>
                  <a:pt x="1455649" y="813133"/>
                </a:cubicBezTo>
                <a:cubicBezTo>
                  <a:pt x="1366496" y="853098"/>
                  <a:pt x="1285029" y="914071"/>
                  <a:pt x="1211247" y="996050"/>
                </a:cubicBezTo>
                <a:cubicBezTo>
                  <a:pt x="1108773" y="1106723"/>
                  <a:pt x="1032429" y="1252749"/>
                  <a:pt x="982217" y="1434128"/>
                </a:cubicBezTo>
                <a:cubicBezTo>
                  <a:pt x="932005" y="1615508"/>
                  <a:pt x="904849" y="1818919"/>
                  <a:pt x="900750" y="2044363"/>
                </a:cubicBezTo>
                <a:lnTo>
                  <a:pt x="928418" y="2044363"/>
                </a:lnTo>
                <a:cubicBezTo>
                  <a:pt x="1037041" y="1913196"/>
                  <a:pt x="1168720" y="1814308"/>
                  <a:pt x="1323457" y="1747700"/>
                </a:cubicBezTo>
                <a:cubicBezTo>
                  <a:pt x="1478193" y="1681091"/>
                  <a:pt x="1653937" y="1647787"/>
                  <a:pt x="1850687" y="1647787"/>
                </a:cubicBezTo>
                <a:cubicBezTo>
                  <a:pt x="2213447" y="1647787"/>
                  <a:pt x="2501912" y="1773831"/>
                  <a:pt x="2716083" y="2025918"/>
                </a:cubicBezTo>
                <a:cubicBezTo>
                  <a:pt x="2930255" y="2278005"/>
                  <a:pt x="3037341" y="2607972"/>
                  <a:pt x="3037341" y="3015820"/>
                </a:cubicBezTo>
                <a:cubicBezTo>
                  <a:pt x="3037341" y="3452361"/>
                  <a:pt x="2896438" y="3818194"/>
                  <a:pt x="2614634" y="4113321"/>
                </a:cubicBezTo>
                <a:cubicBezTo>
                  <a:pt x="2332829" y="4408447"/>
                  <a:pt x="1966483" y="4556010"/>
                  <a:pt x="1515596" y="4556010"/>
                </a:cubicBezTo>
                <a:cubicBezTo>
                  <a:pt x="1036016" y="4556010"/>
                  <a:pt x="663522" y="4387439"/>
                  <a:pt x="398113" y="4050299"/>
                </a:cubicBezTo>
                <a:cubicBezTo>
                  <a:pt x="132705" y="3713158"/>
                  <a:pt x="0" y="3200274"/>
                  <a:pt x="0" y="2511646"/>
                </a:cubicBezTo>
                <a:cubicBezTo>
                  <a:pt x="0" y="2077155"/>
                  <a:pt x="50725" y="1687240"/>
                  <a:pt x="152175" y="1341901"/>
                </a:cubicBezTo>
                <a:cubicBezTo>
                  <a:pt x="253624" y="996562"/>
                  <a:pt x="401700" y="714246"/>
                  <a:pt x="596401" y="494951"/>
                </a:cubicBezTo>
                <a:cubicBezTo>
                  <a:pt x="748063" y="324843"/>
                  <a:pt x="923294" y="199825"/>
                  <a:pt x="1122095" y="119895"/>
                </a:cubicBezTo>
                <a:cubicBezTo>
                  <a:pt x="1320895" y="39965"/>
                  <a:pt x="1538140" y="0"/>
                  <a:pt x="1773832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772971209"/>
      </p:ext>
    </p:extLst>
  </p:cSld>
  <p:clrMapOvr>
    <a:masterClrMapping/>
  </p:clrMapOvr>
  <p:transition>
    <p:fade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number slides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FA4067-A1AA-ECF2-E350-7AE3C188E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209AD3-A949-CB7B-5C0C-B6BC95916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53144" y="2462435"/>
            <a:ext cx="3077305" cy="4395565"/>
          </a:xfrm>
          <a:custGeom>
            <a:avLst/>
            <a:gdLst/>
            <a:ahLst/>
            <a:cxnLst/>
            <a:rect l="l" t="t" r="r" b="b"/>
            <a:pathLst>
              <a:path w="3077305" h="4395565">
                <a:moveTo>
                  <a:pt x="0" y="0"/>
                </a:moveTo>
                <a:lnTo>
                  <a:pt x="3077305" y="0"/>
                </a:lnTo>
                <a:lnTo>
                  <a:pt x="3077305" y="559510"/>
                </a:lnTo>
                <a:cubicBezTo>
                  <a:pt x="2681754" y="1266583"/>
                  <a:pt x="2367158" y="1903974"/>
                  <a:pt x="2133516" y="2471682"/>
                </a:cubicBezTo>
                <a:cubicBezTo>
                  <a:pt x="1958285" y="2897463"/>
                  <a:pt x="1818792" y="3367052"/>
                  <a:pt x="1715036" y="3880448"/>
                </a:cubicBezTo>
                <a:lnTo>
                  <a:pt x="1625434" y="4395565"/>
                </a:lnTo>
                <a:lnTo>
                  <a:pt x="608122" y="4395565"/>
                </a:lnTo>
                <a:lnTo>
                  <a:pt x="703806" y="3902352"/>
                </a:lnTo>
                <a:cubicBezTo>
                  <a:pt x="815631" y="3405095"/>
                  <a:pt x="968382" y="2934353"/>
                  <a:pt x="1162059" y="2490127"/>
                </a:cubicBezTo>
                <a:cubicBezTo>
                  <a:pt x="1420294" y="1897825"/>
                  <a:pt x="1717470" y="1332167"/>
                  <a:pt x="2053586" y="793152"/>
                </a:cubicBezTo>
                <a:lnTo>
                  <a:pt x="0" y="793152"/>
                </a:ln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1921588"/>
      </p:ext>
    </p:extLst>
  </p:cSld>
  <p:clrMapOvr>
    <a:masterClrMapping/>
  </p:clrMapOvr>
  <p:transition>
    <p:fade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number slides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1C547-6568-3A13-B127-CCEF7B45E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56F505-C16B-A784-AF6D-9E7D713B2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46995" y="2293404"/>
            <a:ext cx="3095751" cy="4556010"/>
          </a:xfrm>
          <a:custGeom>
            <a:avLst/>
            <a:gdLst/>
            <a:ahLst/>
            <a:cxnLst/>
            <a:rect l="l" t="t" r="r" b="b"/>
            <a:pathLst>
              <a:path w="3095751" h="4556010">
                <a:moveTo>
                  <a:pt x="1555561" y="2560834"/>
                </a:moveTo>
                <a:cubicBezTo>
                  <a:pt x="1367008" y="2560834"/>
                  <a:pt x="1210222" y="2622831"/>
                  <a:pt x="1085204" y="2746825"/>
                </a:cubicBezTo>
                <a:cubicBezTo>
                  <a:pt x="960185" y="2870819"/>
                  <a:pt x="897676" y="3026068"/>
                  <a:pt x="897676" y="3212571"/>
                </a:cubicBezTo>
                <a:cubicBezTo>
                  <a:pt x="897676" y="3413421"/>
                  <a:pt x="958135" y="3571744"/>
                  <a:pt x="1079055" y="3687540"/>
                </a:cubicBezTo>
                <a:cubicBezTo>
                  <a:pt x="1199975" y="3803335"/>
                  <a:pt x="1358810" y="3861234"/>
                  <a:pt x="1555561" y="3861234"/>
                </a:cubicBezTo>
                <a:cubicBezTo>
                  <a:pt x="1742064" y="3861234"/>
                  <a:pt x="1897313" y="3802311"/>
                  <a:pt x="2021307" y="3684465"/>
                </a:cubicBezTo>
                <a:cubicBezTo>
                  <a:pt x="2145301" y="3566620"/>
                  <a:pt x="2207298" y="3409322"/>
                  <a:pt x="2207298" y="3212571"/>
                </a:cubicBezTo>
                <a:cubicBezTo>
                  <a:pt x="2207298" y="3034265"/>
                  <a:pt x="2146838" y="2881066"/>
                  <a:pt x="2025918" y="2752973"/>
                </a:cubicBezTo>
                <a:cubicBezTo>
                  <a:pt x="1904999" y="2624880"/>
                  <a:pt x="1748213" y="2560834"/>
                  <a:pt x="1555561" y="2560834"/>
                </a:cubicBezTo>
                <a:close/>
                <a:moveTo>
                  <a:pt x="1564784" y="697850"/>
                </a:moveTo>
                <a:cubicBezTo>
                  <a:pt x="1411072" y="697850"/>
                  <a:pt x="1283492" y="748062"/>
                  <a:pt x="1182042" y="848487"/>
                </a:cubicBezTo>
                <a:cubicBezTo>
                  <a:pt x="1080592" y="948912"/>
                  <a:pt x="1029867" y="1083154"/>
                  <a:pt x="1029867" y="1251211"/>
                </a:cubicBezTo>
                <a:cubicBezTo>
                  <a:pt x="1029867" y="1421319"/>
                  <a:pt x="1083154" y="1558634"/>
                  <a:pt x="1189728" y="1663158"/>
                </a:cubicBezTo>
                <a:cubicBezTo>
                  <a:pt x="1296301" y="1767682"/>
                  <a:pt x="1421320" y="1819944"/>
                  <a:pt x="1564784" y="1819944"/>
                </a:cubicBezTo>
                <a:cubicBezTo>
                  <a:pt x="1710297" y="1819944"/>
                  <a:pt x="1836341" y="1768707"/>
                  <a:pt x="1942914" y="1666233"/>
                </a:cubicBezTo>
                <a:cubicBezTo>
                  <a:pt x="2049487" y="1563758"/>
                  <a:pt x="2102774" y="1425418"/>
                  <a:pt x="2102774" y="1251211"/>
                </a:cubicBezTo>
                <a:cubicBezTo>
                  <a:pt x="2102774" y="1079054"/>
                  <a:pt x="2050000" y="943788"/>
                  <a:pt x="1944451" y="845413"/>
                </a:cubicBezTo>
                <a:cubicBezTo>
                  <a:pt x="1838903" y="747038"/>
                  <a:pt x="1712347" y="697850"/>
                  <a:pt x="1564784" y="697850"/>
                </a:cubicBezTo>
                <a:close/>
                <a:moveTo>
                  <a:pt x="1561709" y="0"/>
                </a:moveTo>
                <a:cubicBezTo>
                  <a:pt x="1973657" y="0"/>
                  <a:pt x="2311309" y="109647"/>
                  <a:pt x="2574669" y="328942"/>
                </a:cubicBezTo>
                <a:cubicBezTo>
                  <a:pt x="2838028" y="548237"/>
                  <a:pt x="2969707" y="824918"/>
                  <a:pt x="2969707" y="1158984"/>
                </a:cubicBezTo>
                <a:cubicBezTo>
                  <a:pt x="2969707" y="1368032"/>
                  <a:pt x="2910785" y="1556585"/>
                  <a:pt x="2792939" y="1724643"/>
                </a:cubicBezTo>
                <a:cubicBezTo>
                  <a:pt x="2675094" y="1892701"/>
                  <a:pt x="2512672" y="2035140"/>
                  <a:pt x="2305673" y="2151961"/>
                </a:cubicBezTo>
                <a:cubicBezTo>
                  <a:pt x="2568008" y="2256485"/>
                  <a:pt x="2765271" y="2409172"/>
                  <a:pt x="2897463" y="2610022"/>
                </a:cubicBezTo>
                <a:cubicBezTo>
                  <a:pt x="3029655" y="2810871"/>
                  <a:pt x="3095751" y="3036315"/>
                  <a:pt x="3095751" y="3286352"/>
                </a:cubicBezTo>
                <a:cubicBezTo>
                  <a:pt x="3095751" y="3663458"/>
                  <a:pt x="2953824" y="3969344"/>
                  <a:pt x="2669970" y="4204010"/>
                </a:cubicBezTo>
                <a:cubicBezTo>
                  <a:pt x="2386116" y="4438677"/>
                  <a:pt x="2013622" y="4556010"/>
                  <a:pt x="1552487" y="4556010"/>
                </a:cubicBezTo>
                <a:cubicBezTo>
                  <a:pt x="1095451" y="4556010"/>
                  <a:pt x="722445" y="4438677"/>
                  <a:pt x="433467" y="4204010"/>
                </a:cubicBezTo>
                <a:cubicBezTo>
                  <a:pt x="144489" y="3969344"/>
                  <a:pt x="0" y="3666532"/>
                  <a:pt x="0" y="3295575"/>
                </a:cubicBezTo>
                <a:cubicBezTo>
                  <a:pt x="0" y="3047587"/>
                  <a:pt x="65071" y="2824705"/>
                  <a:pt x="195214" y="2626930"/>
                </a:cubicBezTo>
                <a:cubicBezTo>
                  <a:pt x="325356" y="2429154"/>
                  <a:pt x="521595" y="2278005"/>
                  <a:pt x="783929" y="2173481"/>
                </a:cubicBezTo>
                <a:cubicBezTo>
                  <a:pt x="585129" y="2056660"/>
                  <a:pt x="430905" y="1913196"/>
                  <a:pt x="321257" y="1743088"/>
                </a:cubicBezTo>
                <a:cubicBezTo>
                  <a:pt x="211610" y="1572981"/>
                  <a:pt x="156786" y="1382379"/>
                  <a:pt x="156786" y="1171281"/>
                </a:cubicBezTo>
                <a:cubicBezTo>
                  <a:pt x="156786" y="835165"/>
                  <a:pt x="288466" y="555923"/>
                  <a:pt x="551825" y="333554"/>
                </a:cubicBezTo>
                <a:cubicBezTo>
                  <a:pt x="815184" y="111184"/>
                  <a:pt x="1151812" y="0"/>
                  <a:pt x="1561709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561826183"/>
      </p:ext>
    </p:extLst>
  </p:cSld>
  <p:clrMapOvr>
    <a:masterClrMapping/>
  </p:clrMapOvr>
  <p:transition>
    <p:fade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number slides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A5D2A7-EACF-C8F8-3D96-C79AEC94F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BC9042-B771-5150-20FD-1EEBCA6E8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78580-AEEF-6EF4-D887-8A6042594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6B9379-B20D-D1BD-A37B-80ADDB2E2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74663" y="2293404"/>
            <a:ext cx="3037341" cy="4556010"/>
          </a:xfrm>
          <a:custGeom>
            <a:avLst/>
            <a:gdLst/>
            <a:ahLst/>
            <a:cxnLst/>
            <a:rect l="l" t="t" r="r" b="b"/>
            <a:pathLst>
              <a:path w="3037341" h="4556010">
                <a:moveTo>
                  <a:pt x="1515596" y="753186"/>
                </a:moveTo>
                <a:cubicBezTo>
                  <a:pt x="1341390" y="753186"/>
                  <a:pt x="1199463" y="822356"/>
                  <a:pt x="1089815" y="960697"/>
                </a:cubicBezTo>
                <a:cubicBezTo>
                  <a:pt x="980168" y="1099037"/>
                  <a:pt x="925344" y="1269657"/>
                  <a:pt x="925344" y="1472556"/>
                </a:cubicBezTo>
                <a:cubicBezTo>
                  <a:pt x="925344" y="1708247"/>
                  <a:pt x="977093" y="1885015"/>
                  <a:pt x="1080592" y="2002861"/>
                </a:cubicBezTo>
                <a:cubicBezTo>
                  <a:pt x="1184091" y="2120706"/>
                  <a:pt x="1335241" y="2179629"/>
                  <a:pt x="1534041" y="2179629"/>
                </a:cubicBezTo>
                <a:cubicBezTo>
                  <a:pt x="1710297" y="2179629"/>
                  <a:pt x="1851712" y="2118145"/>
                  <a:pt x="1958285" y="1995175"/>
                </a:cubicBezTo>
                <a:cubicBezTo>
                  <a:pt x="2064859" y="1872206"/>
                  <a:pt x="2118145" y="1723618"/>
                  <a:pt x="2118145" y="1549412"/>
                </a:cubicBezTo>
                <a:cubicBezTo>
                  <a:pt x="2118145" y="1328067"/>
                  <a:pt x="2061785" y="1140027"/>
                  <a:pt x="1949062" y="985290"/>
                </a:cubicBezTo>
                <a:cubicBezTo>
                  <a:pt x="1836341" y="830554"/>
                  <a:pt x="1691852" y="753186"/>
                  <a:pt x="1515596" y="753186"/>
                </a:cubicBezTo>
                <a:close/>
                <a:moveTo>
                  <a:pt x="1540190" y="0"/>
                </a:moveTo>
                <a:cubicBezTo>
                  <a:pt x="2013622" y="0"/>
                  <a:pt x="2381504" y="174718"/>
                  <a:pt x="2643839" y="524156"/>
                </a:cubicBezTo>
                <a:cubicBezTo>
                  <a:pt x="2906174" y="873593"/>
                  <a:pt x="3037341" y="1387502"/>
                  <a:pt x="3037341" y="2065883"/>
                </a:cubicBezTo>
                <a:cubicBezTo>
                  <a:pt x="3037341" y="2861084"/>
                  <a:pt x="2882604" y="3474905"/>
                  <a:pt x="2573132" y="3907347"/>
                </a:cubicBezTo>
                <a:cubicBezTo>
                  <a:pt x="2263659" y="4339789"/>
                  <a:pt x="1835316" y="4556010"/>
                  <a:pt x="1288103" y="4556010"/>
                </a:cubicBezTo>
                <a:cubicBezTo>
                  <a:pt x="966334" y="4556010"/>
                  <a:pt x="699900" y="4488889"/>
                  <a:pt x="488803" y="4354648"/>
                </a:cubicBezTo>
                <a:cubicBezTo>
                  <a:pt x="277706" y="4220406"/>
                  <a:pt x="114772" y="4043638"/>
                  <a:pt x="0" y="3824343"/>
                </a:cubicBezTo>
                <a:lnTo>
                  <a:pt x="639440" y="3384728"/>
                </a:lnTo>
                <a:cubicBezTo>
                  <a:pt x="707073" y="3522043"/>
                  <a:pt x="793664" y="3627592"/>
                  <a:pt x="899213" y="3701374"/>
                </a:cubicBezTo>
                <a:cubicBezTo>
                  <a:pt x="1004761" y="3775155"/>
                  <a:pt x="1135416" y="3812046"/>
                  <a:pt x="1291177" y="3812046"/>
                </a:cubicBezTo>
                <a:cubicBezTo>
                  <a:pt x="1512522" y="3812046"/>
                  <a:pt x="1711834" y="3709571"/>
                  <a:pt x="1889115" y="3504623"/>
                </a:cubicBezTo>
                <a:cubicBezTo>
                  <a:pt x="2066396" y="3299674"/>
                  <a:pt x="2155036" y="2972781"/>
                  <a:pt x="2155036" y="2523943"/>
                </a:cubicBezTo>
                <a:lnTo>
                  <a:pt x="2139665" y="2517795"/>
                </a:lnTo>
                <a:cubicBezTo>
                  <a:pt x="2047438" y="2638714"/>
                  <a:pt x="1927543" y="2735040"/>
                  <a:pt x="1779980" y="2806772"/>
                </a:cubicBezTo>
                <a:cubicBezTo>
                  <a:pt x="1632417" y="2878504"/>
                  <a:pt x="1457186" y="2914370"/>
                  <a:pt x="1254286" y="2914370"/>
                </a:cubicBezTo>
                <a:cubicBezTo>
                  <a:pt x="883329" y="2914370"/>
                  <a:pt x="587691" y="2791401"/>
                  <a:pt x="367371" y="2545463"/>
                </a:cubicBezTo>
                <a:cubicBezTo>
                  <a:pt x="147051" y="2299524"/>
                  <a:pt x="36891" y="1969557"/>
                  <a:pt x="36891" y="1555560"/>
                </a:cubicBezTo>
                <a:cubicBezTo>
                  <a:pt x="36891" y="1090326"/>
                  <a:pt x="175744" y="714758"/>
                  <a:pt x="453449" y="428855"/>
                </a:cubicBezTo>
                <a:cubicBezTo>
                  <a:pt x="731155" y="142951"/>
                  <a:pt x="1093402" y="0"/>
                  <a:pt x="1540190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3F81B5F6-C27C-7767-274D-3851FAB8FFC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4584700" y="2525349"/>
            <a:ext cx="70246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E6C751DB-99DC-F392-A5BA-596535711174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4584700" y="3414349"/>
            <a:ext cx="70246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261935323"/>
      </p:ext>
    </p:extLst>
  </p:cSld>
  <p:clrMapOvr>
    <a:masterClrMapping/>
  </p:clrMapOvr>
  <p:transition>
    <p:fade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number slides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F3B63AE-34A5-3632-4F80-884D98EC9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74544F-D291-9977-8112-DF0EFF825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B37801-9ADC-1E93-C5BF-FC515160A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507449"/>
            <a:ext cx="1497779" cy="1350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B614D3-1D49-6D94-28CB-46D1E5792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332306" y="3112156"/>
            <a:ext cx="4930932" cy="3745845"/>
          </a:xfrm>
          <a:custGeom>
            <a:avLst/>
            <a:gdLst/>
            <a:ahLst/>
            <a:cxnLst/>
            <a:rect l="l" t="t" r="r" b="b"/>
            <a:pathLst>
              <a:path w="4930932" h="3745845">
                <a:moveTo>
                  <a:pt x="3647052" y="638096"/>
                </a:moveTo>
                <a:cubicBezTo>
                  <a:pt x="3483044" y="638096"/>
                  <a:pt x="3366017" y="747862"/>
                  <a:pt x="3295971" y="967395"/>
                </a:cubicBezTo>
                <a:cubicBezTo>
                  <a:pt x="3225926" y="1186927"/>
                  <a:pt x="3190903" y="1517080"/>
                  <a:pt x="3190903" y="1957853"/>
                </a:cubicBezTo>
                <a:cubicBezTo>
                  <a:pt x="3190903" y="2371291"/>
                  <a:pt x="3227207" y="2681370"/>
                  <a:pt x="3299815" y="2888089"/>
                </a:cubicBezTo>
                <a:cubicBezTo>
                  <a:pt x="3372423" y="3094808"/>
                  <a:pt x="3489023" y="3198168"/>
                  <a:pt x="3649615" y="3198168"/>
                </a:cubicBezTo>
                <a:cubicBezTo>
                  <a:pt x="3827291" y="3198168"/>
                  <a:pt x="3947735" y="3091392"/>
                  <a:pt x="4010946" y="2877839"/>
                </a:cubicBezTo>
                <a:cubicBezTo>
                  <a:pt x="4074158" y="2664286"/>
                  <a:pt x="4105764" y="2344811"/>
                  <a:pt x="4105764" y="1919413"/>
                </a:cubicBezTo>
                <a:cubicBezTo>
                  <a:pt x="4105764" y="1492307"/>
                  <a:pt x="4072876" y="1171978"/>
                  <a:pt x="4007102" y="958425"/>
                </a:cubicBezTo>
                <a:cubicBezTo>
                  <a:pt x="3941328" y="744873"/>
                  <a:pt x="3821311" y="638096"/>
                  <a:pt x="3647052" y="638096"/>
                </a:cubicBezTo>
                <a:close/>
                <a:moveTo>
                  <a:pt x="3649615" y="20501"/>
                </a:moveTo>
                <a:cubicBezTo>
                  <a:pt x="4117722" y="20501"/>
                  <a:pt x="4448303" y="176395"/>
                  <a:pt x="4641355" y="488182"/>
                </a:cubicBezTo>
                <a:cubicBezTo>
                  <a:pt x="4834406" y="799969"/>
                  <a:pt x="4930932" y="1268504"/>
                  <a:pt x="4930932" y="1893787"/>
                </a:cubicBezTo>
                <a:cubicBezTo>
                  <a:pt x="4930932" y="2515653"/>
                  <a:pt x="4824583" y="2991876"/>
                  <a:pt x="4611884" y="3322456"/>
                </a:cubicBezTo>
                <a:cubicBezTo>
                  <a:pt x="4505535" y="3487746"/>
                  <a:pt x="4372171" y="3611713"/>
                  <a:pt x="4211793" y="3694358"/>
                </a:cubicBezTo>
                <a:lnTo>
                  <a:pt x="4092796" y="3745845"/>
                </a:lnTo>
                <a:lnTo>
                  <a:pt x="3180628" y="3745845"/>
                </a:lnTo>
                <a:lnTo>
                  <a:pt x="3073022" y="3703327"/>
                </a:lnTo>
                <a:cubicBezTo>
                  <a:pt x="2910722" y="3626662"/>
                  <a:pt x="2778319" y="3511664"/>
                  <a:pt x="2675814" y="3358333"/>
                </a:cubicBezTo>
                <a:cubicBezTo>
                  <a:pt x="2470803" y="3051671"/>
                  <a:pt x="2368298" y="2591678"/>
                  <a:pt x="2368298" y="1978354"/>
                </a:cubicBezTo>
                <a:cubicBezTo>
                  <a:pt x="2368298" y="1341112"/>
                  <a:pt x="2479772" y="855493"/>
                  <a:pt x="2702722" y="521496"/>
                </a:cubicBezTo>
                <a:cubicBezTo>
                  <a:pt x="2925671" y="187500"/>
                  <a:pt x="3241302" y="20501"/>
                  <a:pt x="3649615" y="20501"/>
                </a:cubicBezTo>
                <a:close/>
                <a:moveTo>
                  <a:pt x="1222377" y="0"/>
                </a:moveTo>
                <a:lnTo>
                  <a:pt x="1711840" y="0"/>
                </a:lnTo>
                <a:lnTo>
                  <a:pt x="1711840" y="3745845"/>
                </a:lnTo>
                <a:lnTo>
                  <a:pt x="904610" y="3745845"/>
                </a:lnTo>
                <a:lnTo>
                  <a:pt x="904610" y="953300"/>
                </a:lnTo>
                <a:cubicBezTo>
                  <a:pt x="810647" y="1016512"/>
                  <a:pt x="706860" y="1070327"/>
                  <a:pt x="593250" y="1114746"/>
                </a:cubicBezTo>
                <a:cubicBezTo>
                  <a:pt x="479640" y="1159165"/>
                  <a:pt x="355352" y="1202730"/>
                  <a:pt x="220387" y="1245441"/>
                </a:cubicBezTo>
                <a:lnTo>
                  <a:pt x="0" y="599657"/>
                </a:lnTo>
                <a:cubicBezTo>
                  <a:pt x="234054" y="531320"/>
                  <a:pt x="455295" y="445899"/>
                  <a:pt x="663723" y="343393"/>
                </a:cubicBezTo>
                <a:cubicBezTo>
                  <a:pt x="872150" y="240888"/>
                  <a:pt x="1058368" y="126424"/>
                  <a:pt x="1222377" y="0"/>
                </a:cubicBez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defTabSz="932472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bg1"/>
                </a:solidFill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en-IN"/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143DB346-99E4-E509-6FB3-6F90DD3176F1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5511800" y="2525349"/>
            <a:ext cx="6097588" cy="68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Section Title</a:t>
            </a:r>
          </a:p>
        </p:txBody>
      </p:sp>
      <p:sp>
        <p:nvSpPr>
          <p:cNvPr id="6" name="Text Placeholder 35">
            <a:extLst>
              <a:ext uri="{FF2B5EF4-FFF2-40B4-BE49-F238E27FC236}">
                <a16:creationId xmlns:a16="http://schemas.microsoft.com/office/drawing/2014/main" id="{FA0DE0A3-29AF-3EA2-297B-C2FB6FC23805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5511800" y="3414349"/>
            <a:ext cx="6097588" cy="209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Segoe UI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828994390"/>
      </p:ext>
    </p:extLst>
  </p:cSld>
  <p:clrMapOvr>
    <a:masterClrMapping/>
  </p:clrMapOvr>
  <p:transition>
    <p:fade/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952D552-4E50-5E10-2E2A-0394B8393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" y="0"/>
            <a:ext cx="8594107" cy="6858000"/>
          </a:xfrm>
          <a:custGeom>
            <a:avLst/>
            <a:gdLst>
              <a:gd name="csX0" fmla="*/ 0 w 8594107"/>
              <a:gd name="csY0" fmla="*/ 0 h 6858000"/>
              <a:gd name="csX1" fmla="*/ 8594107 w 8594107"/>
              <a:gd name="csY1" fmla="*/ 0 h 6858000"/>
              <a:gd name="csX2" fmla="*/ 8594107 w 8594107"/>
              <a:gd name="csY2" fmla="*/ 6858000 h 6858000"/>
              <a:gd name="csX3" fmla="*/ 0 w 8594107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94107" h="6858000">
                <a:moveTo>
                  <a:pt x="0" y="0"/>
                </a:moveTo>
                <a:lnTo>
                  <a:pt x="8594107" y="0"/>
                </a:lnTo>
                <a:lnTo>
                  <a:pt x="859410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A6F3AD-841F-0EB8-09B3-01EB77EAF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2" r="62"/>
          <a:stretch/>
        </p:blipFill>
        <p:spPr>
          <a:xfrm>
            <a:off x="8594106" y="0"/>
            <a:ext cx="3616505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765F1B1-F7C1-1C8A-CCA1-E47A26591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06" y="245459"/>
            <a:ext cx="8242143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IN" dirty="0">
                <a:solidFill>
                  <a:schemeClr val="bg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567D5ED9-4560-5537-CBCA-2A646718C9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2782" y="799457"/>
            <a:ext cx="8242143" cy="246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2">
            <a:extLst>
              <a:ext uri="{FF2B5EF4-FFF2-40B4-BE49-F238E27FC236}">
                <a16:creationId xmlns:a16="http://schemas.microsoft.com/office/drawing/2014/main" id="{061941A9-FA5F-A1DB-FE82-AF45792879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51302" y="6278887"/>
            <a:ext cx="2944154" cy="21544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285750" indent="-117475">
              <a:defRPr sz="1400"/>
            </a:lvl2pPr>
            <a:lvl3pPr marL="512763" indent="-111125">
              <a:defRPr sz="1100"/>
            </a:lvl3pPr>
            <a:lvl4pPr marL="798513" indent="-136525">
              <a:defRPr sz="1050"/>
            </a:lvl4pPr>
            <a:lvl5pPr marL="969963" indent="-114300"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6429359"/>
      </p:ext>
    </p:extLst>
  </p:cSld>
  <p:clrMapOvr>
    <a:masterClrMapping/>
  </p:clrMapOvr>
  <p:transition>
    <p:fade/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380305-22F4-1ED7-F3B2-1EF601C8A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C526E8-8996-1566-85F0-3205D3941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4754406-07DC-EC76-61D1-69E4FB8A4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92645" y="1172697"/>
            <a:ext cx="3617377" cy="4642930"/>
          </a:xfrm>
          <a:prstGeom prst="roundRect">
            <a:avLst>
              <a:gd name="adj" fmla="val 249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 noProof="0">
              <a:solidFill>
                <a:schemeClr val="bg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8C6AE17-9429-096F-1E8F-B770375C4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292328" y="1172697"/>
            <a:ext cx="3617377" cy="4642930"/>
          </a:xfrm>
          <a:prstGeom prst="roundRect">
            <a:avLst>
              <a:gd name="adj" fmla="val 249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 noProof="0">
              <a:solidFill>
                <a:schemeClr val="bg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43606F3-8101-01FF-A93D-3938D53D1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7992011" y="1172697"/>
            <a:ext cx="3617377" cy="4642930"/>
          </a:xfrm>
          <a:prstGeom prst="roundRect">
            <a:avLst>
              <a:gd name="adj" fmla="val 249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 noProof="0" err="1">
              <a:solidFill>
                <a:schemeClr val="bg1"/>
              </a:solidFill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E4F43F4-F96B-2B18-F162-4BF7D5034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016726" y="3796035"/>
            <a:ext cx="3567947" cy="0"/>
          </a:xfrm>
          <a:prstGeom prst="line">
            <a:avLst/>
          </a:prstGeom>
          <a:noFill/>
          <a:ln w="6350" cap="rnd" cmpd="sng" algn="ctr">
            <a:solidFill>
              <a:schemeClr val="tx2"/>
            </a:solidFill>
            <a:prstDash val="solid"/>
            <a:headEnd type="none" w="lg" len="med"/>
            <a:tailEnd type="none" w="lg" len="med"/>
          </a:ln>
          <a:effectLst/>
        </p:spPr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8DB73F7-C86B-8942-83F5-A5A5044BE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17360" y="3063878"/>
            <a:ext cx="3567947" cy="0"/>
          </a:xfrm>
          <a:prstGeom prst="line">
            <a:avLst/>
          </a:prstGeom>
          <a:ln w="6350" cap="rnd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5F806A0-3C32-58B1-7CDE-118770D63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4200" y="5908121"/>
            <a:ext cx="11038987" cy="461147"/>
          </a:xfrm>
          <a:prstGeom prst="roundRect">
            <a:avLst>
              <a:gd name="adj" fmla="val 20116"/>
            </a:avLst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>
            <a:outerShdw blurRad="190500" dist="88900" dir="5400000" algn="t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sz="2000" noProof="0">
              <a:solidFill>
                <a:schemeClr val="tx1"/>
              </a:solidFill>
              <a:cs typeface="Segoe UI" pitchFamily="34" charset="0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5E11882-CB08-356E-5B74-26B1248E3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4232483" y="5947410"/>
            <a:ext cx="0" cy="382570"/>
          </a:xfrm>
          <a:prstGeom prst="line">
            <a:avLst/>
          </a:prstGeom>
          <a:noFill/>
          <a:ln w="3175" cap="rnd" cmpd="sng" algn="ctr">
            <a:solidFill>
              <a:schemeClr val="bg1">
                <a:lumMod val="75000"/>
              </a:schemeClr>
            </a:solidFill>
            <a:prstDash val="solid"/>
            <a:headEnd type="none" w="lg" len="med"/>
            <a:tailEnd type="none" w="lg" len="med"/>
          </a:ln>
          <a:effectLst/>
        </p:spPr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63B8DCD-DE62-48E9-0A4B-BA3CD78E5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7961103" y="5947410"/>
            <a:ext cx="0" cy="382570"/>
          </a:xfrm>
          <a:prstGeom prst="line">
            <a:avLst/>
          </a:prstGeom>
          <a:noFill/>
          <a:ln w="3175" cap="rnd" cmpd="sng" algn="ctr">
            <a:solidFill>
              <a:schemeClr val="bg1">
                <a:lumMod val="75000"/>
              </a:schemeClr>
            </a:solidFill>
            <a:prstDash val="solid"/>
            <a:headEnd type="none" w="lg" len="med"/>
            <a:tailEnd type="none" w="lg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8F027FD-F521-DE87-CD2E-8041E9556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17360" y="5143879"/>
            <a:ext cx="3567947" cy="0"/>
          </a:xfrm>
          <a:prstGeom prst="line">
            <a:avLst/>
          </a:prstGeom>
          <a:ln w="6350" cap="rnd">
            <a:solidFill>
              <a:schemeClr val="tx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B80E17-B469-ADBA-3E8B-42D7E7A8C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3" name="Text Placeholder 19">
            <a:extLst>
              <a:ext uri="{FF2B5EF4-FFF2-40B4-BE49-F238E27FC236}">
                <a16:creationId xmlns:a16="http://schemas.microsoft.com/office/drawing/2014/main" id="{8068FD61-0883-9F36-F1D7-B2A9A9FB1D7C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725424" y="1277306"/>
            <a:ext cx="3285498" cy="246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Content Placeholder 79">
            <a:extLst>
              <a:ext uri="{FF2B5EF4-FFF2-40B4-BE49-F238E27FC236}">
                <a16:creationId xmlns:a16="http://schemas.microsoft.com/office/drawing/2014/main" id="{6628A398-DC5A-1A70-4BEC-835B87517F3B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725424" y="1841262"/>
            <a:ext cx="3285498" cy="1087722"/>
          </a:xfrm>
          <a:prstGeom prst="roundRect">
            <a:avLst>
              <a:gd name="adj" fmla="val 7500"/>
            </a:avLst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45720" anchor="t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r>
              <a:rPr lang="en-US"/>
              <a:t>Master text</a:t>
            </a:r>
            <a:endParaRPr lang="en-IN"/>
          </a:p>
        </p:txBody>
      </p:sp>
      <p:sp>
        <p:nvSpPr>
          <p:cNvPr id="76" name="Text Placeholder 75">
            <a:extLst>
              <a:ext uri="{FF2B5EF4-FFF2-40B4-BE49-F238E27FC236}">
                <a16:creationId xmlns:a16="http://schemas.microsoft.com/office/drawing/2014/main" id="{A786D3A4-9022-6969-01DC-7F30FFFDDBF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5424" y="3201900"/>
            <a:ext cx="2816429" cy="246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71450" indent="-115888">
              <a:tabLst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19">
            <a:extLst>
              <a:ext uri="{FF2B5EF4-FFF2-40B4-BE49-F238E27FC236}">
                <a16:creationId xmlns:a16="http://schemas.microsoft.com/office/drawing/2014/main" id="{3981418A-A896-E8E4-2620-0B17CEB9636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25425" y="3520875"/>
            <a:ext cx="2816429" cy="184666"/>
          </a:xfrm>
          <a:prstGeom prst="rect">
            <a:avLst/>
          </a:prstGeom>
        </p:spPr>
        <p:txBody>
          <a:bodyPr/>
          <a:lstStyle>
            <a:lvl1pPr marL="173038" indent="-115888">
              <a:spcBef>
                <a:spcPts val="3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9">
            <a:extLst>
              <a:ext uri="{FF2B5EF4-FFF2-40B4-BE49-F238E27FC236}">
                <a16:creationId xmlns:a16="http://schemas.microsoft.com/office/drawing/2014/main" id="{6B5B20DC-6BE6-AC3F-7438-B3A00512F21E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725425" y="5265400"/>
            <a:ext cx="2816429" cy="246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9">
            <a:extLst>
              <a:ext uri="{FF2B5EF4-FFF2-40B4-BE49-F238E27FC236}">
                <a16:creationId xmlns:a16="http://schemas.microsoft.com/office/drawing/2014/main" id="{181B8105-6CDF-D2DE-6AFA-A385BBC31670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725424" y="6015584"/>
            <a:ext cx="3285498" cy="2462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9">
            <a:extLst>
              <a:ext uri="{FF2B5EF4-FFF2-40B4-BE49-F238E27FC236}">
                <a16:creationId xmlns:a16="http://schemas.microsoft.com/office/drawing/2014/main" id="{46082AB6-170E-8CF3-D9E4-F30B5BA7AD7E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4454044" y="1277306"/>
            <a:ext cx="3285498" cy="246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Content Placeholder 79">
            <a:extLst>
              <a:ext uri="{FF2B5EF4-FFF2-40B4-BE49-F238E27FC236}">
                <a16:creationId xmlns:a16="http://schemas.microsoft.com/office/drawing/2014/main" id="{FBF4AE9F-1D31-284D-41A0-D620B510A44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23665" y="2159230"/>
            <a:ext cx="1463150" cy="3007946"/>
          </a:xfrm>
          <a:prstGeom prst="roundRect">
            <a:avLst>
              <a:gd name="adj" fmla="val 7500"/>
            </a:avLst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731520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4" name="Content Placeholder 79">
            <a:extLst>
              <a:ext uri="{FF2B5EF4-FFF2-40B4-BE49-F238E27FC236}">
                <a16:creationId xmlns:a16="http://schemas.microsoft.com/office/drawing/2014/main" id="{02F6F7BD-F793-FAD7-2A16-AF45BD54710E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523665" y="5310485"/>
            <a:ext cx="1497492" cy="352592"/>
          </a:xfrm>
          <a:prstGeom prst="roundRect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t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0" name="Content Placeholder 79">
            <a:extLst>
              <a:ext uri="{FF2B5EF4-FFF2-40B4-BE49-F238E27FC236}">
                <a16:creationId xmlns:a16="http://schemas.microsoft.com/office/drawing/2014/main" id="{8066C20F-A2B5-7765-B4EE-49AB73AD9F7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181334" y="2159231"/>
            <a:ext cx="1497492" cy="916131"/>
          </a:xfrm>
          <a:prstGeom prst="roundRect">
            <a:avLst>
              <a:gd name="adj" fmla="val 7500"/>
            </a:avLst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t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1" name="Content Placeholder 79">
            <a:extLst>
              <a:ext uri="{FF2B5EF4-FFF2-40B4-BE49-F238E27FC236}">
                <a16:creationId xmlns:a16="http://schemas.microsoft.com/office/drawing/2014/main" id="{72743848-925A-61E9-5F3F-5CE62F34ED0F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181334" y="3205137"/>
            <a:ext cx="1497492" cy="916131"/>
          </a:xfrm>
          <a:prstGeom prst="roundRect">
            <a:avLst>
              <a:gd name="adj" fmla="val 7500"/>
            </a:avLst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t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2" name="Content Placeholder 79">
            <a:extLst>
              <a:ext uri="{FF2B5EF4-FFF2-40B4-BE49-F238E27FC236}">
                <a16:creationId xmlns:a16="http://schemas.microsoft.com/office/drawing/2014/main" id="{AC32087E-8C90-75D8-CA68-ED71700F51A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181334" y="4251045"/>
            <a:ext cx="1497492" cy="916131"/>
          </a:xfrm>
          <a:prstGeom prst="roundRect">
            <a:avLst>
              <a:gd name="adj" fmla="val 7500"/>
            </a:avLst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t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3" name="Content Placeholder 79">
            <a:extLst>
              <a:ext uri="{FF2B5EF4-FFF2-40B4-BE49-F238E27FC236}">
                <a16:creationId xmlns:a16="http://schemas.microsoft.com/office/drawing/2014/main" id="{369946CB-0637-4CF3-F149-CF7F63E4E2D0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81334" y="5310485"/>
            <a:ext cx="1497492" cy="352592"/>
          </a:xfrm>
          <a:prstGeom prst="roundRect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t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72" name="Text Placeholder 19">
            <a:extLst>
              <a:ext uri="{FF2B5EF4-FFF2-40B4-BE49-F238E27FC236}">
                <a16:creationId xmlns:a16="http://schemas.microsoft.com/office/drawing/2014/main" id="{EF6919F7-07CE-C436-CB9A-42FAAE9B817C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4454044" y="6015584"/>
            <a:ext cx="3285498" cy="2462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9">
            <a:extLst>
              <a:ext uri="{FF2B5EF4-FFF2-40B4-BE49-F238E27FC236}">
                <a16:creationId xmlns:a16="http://schemas.microsoft.com/office/drawing/2014/main" id="{903A10FE-A006-7ED4-252B-244DC9C4CF8E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8157950" y="1277306"/>
            <a:ext cx="3285498" cy="246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" name="Content Placeholder 79">
            <a:extLst>
              <a:ext uri="{FF2B5EF4-FFF2-40B4-BE49-F238E27FC236}">
                <a16:creationId xmlns:a16="http://schemas.microsoft.com/office/drawing/2014/main" id="{CCF1C177-A37E-50D5-EEAC-02CEAD2156FC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157950" y="1628136"/>
            <a:ext cx="3285498" cy="1988193"/>
          </a:xfrm>
          <a:prstGeom prst="roundRect">
            <a:avLst>
              <a:gd name="adj" fmla="val 7500"/>
            </a:avLst>
          </a:prstGeom>
          <a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ctr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69" name="Text Placeholder 19">
            <a:extLst>
              <a:ext uri="{FF2B5EF4-FFF2-40B4-BE49-F238E27FC236}">
                <a16:creationId xmlns:a16="http://schemas.microsoft.com/office/drawing/2014/main" id="{734EE56D-7C57-A9ED-4EEC-C18D8EAFCEB7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8157950" y="3930021"/>
            <a:ext cx="3285498" cy="246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19">
            <a:extLst>
              <a:ext uri="{FF2B5EF4-FFF2-40B4-BE49-F238E27FC236}">
                <a16:creationId xmlns:a16="http://schemas.microsoft.com/office/drawing/2014/main" id="{58A65D1C-52B7-197B-2FC4-43449ABFCABD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8157950" y="4246880"/>
            <a:ext cx="3285498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5" name="Content Placeholder 79">
            <a:extLst>
              <a:ext uri="{FF2B5EF4-FFF2-40B4-BE49-F238E27FC236}">
                <a16:creationId xmlns:a16="http://schemas.microsoft.com/office/drawing/2014/main" id="{9503EABA-20B8-6893-82CD-1962B3CC6E14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8157950" y="5006081"/>
            <a:ext cx="740664" cy="656996"/>
          </a:xfrm>
          <a:prstGeom prst="roundRect">
            <a:avLst>
              <a:gd name="adj" fmla="val 7500"/>
            </a:avLst>
          </a:prstGeom>
          <a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t">
            <a:no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6" name="Content Placeholder 79">
            <a:extLst>
              <a:ext uri="{FF2B5EF4-FFF2-40B4-BE49-F238E27FC236}">
                <a16:creationId xmlns:a16="http://schemas.microsoft.com/office/drawing/2014/main" id="{1CABCBCD-9387-E209-85CA-937B674F8FC4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9006228" y="5006081"/>
            <a:ext cx="740664" cy="656996"/>
          </a:xfrm>
          <a:prstGeom prst="roundRect">
            <a:avLst>
              <a:gd name="adj" fmla="val 7500"/>
            </a:avLst>
          </a:prstGeom>
          <a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t">
            <a:no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7" name="Content Placeholder 79">
            <a:extLst>
              <a:ext uri="{FF2B5EF4-FFF2-40B4-BE49-F238E27FC236}">
                <a16:creationId xmlns:a16="http://schemas.microsoft.com/office/drawing/2014/main" id="{10E00F9F-0569-9CBD-F3AC-54BBEBA42B4D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854506" y="5006081"/>
            <a:ext cx="740664" cy="656996"/>
          </a:xfrm>
          <a:prstGeom prst="roundRect">
            <a:avLst>
              <a:gd name="adj" fmla="val 7500"/>
            </a:avLst>
          </a:prstGeom>
          <a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t">
            <a:no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8" name="Content Placeholder 79">
            <a:extLst>
              <a:ext uri="{FF2B5EF4-FFF2-40B4-BE49-F238E27FC236}">
                <a16:creationId xmlns:a16="http://schemas.microsoft.com/office/drawing/2014/main" id="{DF233606-C006-5D80-AAB4-16F601FEF40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10702784" y="5006081"/>
            <a:ext cx="740664" cy="656996"/>
          </a:xfrm>
          <a:prstGeom prst="roundRect">
            <a:avLst>
              <a:gd name="adj" fmla="val 7500"/>
            </a:avLst>
          </a:prstGeom>
          <a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t">
            <a:no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73" name="Text Placeholder 19">
            <a:extLst>
              <a:ext uri="{FF2B5EF4-FFF2-40B4-BE49-F238E27FC236}">
                <a16:creationId xmlns:a16="http://schemas.microsoft.com/office/drawing/2014/main" id="{6EA99964-67CF-9C1F-2BFD-7F45BC1262A0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8182665" y="6015584"/>
            <a:ext cx="3285498" cy="2462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32191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888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984492-62CA-120D-E298-12D09D7E3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EF7D99-A1F6-29D8-E0DB-9FC16B3C0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4754406-07DC-EC76-61D1-69E4FB8A4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17359" y="1172697"/>
            <a:ext cx="5399675" cy="2256303"/>
          </a:xfrm>
          <a:prstGeom prst="roundRect">
            <a:avLst>
              <a:gd name="adj" fmla="val 5385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 noProof="0">
              <a:solidFill>
                <a:schemeClr val="bg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E01A25E-672E-08FB-5D32-A094ED816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209713" y="1172697"/>
            <a:ext cx="5399675" cy="2256303"/>
          </a:xfrm>
          <a:prstGeom prst="roundRect">
            <a:avLst>
              <a:gd name="adj" fmla="val 5385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 noProof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7575C7-5E7C-A729-6772-2DDF9871E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34FB5524-DE65-9820-D5BE-322C75C17DD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75089" y="1172697"/>
            <a:ext cx="5284215" cy="605294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spcBef>
                <a:spcPts val="100"/>
              </a:spcBef>
              <a:spcAft>
                <a:spcPts val="3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88925" indent="-174625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9E3CB33B-AA91-CDC6-081C-F0985DBF6AA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67443" y="1172697"/>
            <a:ext cx="5284215" cy="605294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spcBef>
                <a:spcPts val="100"/>
              </a:spcBef>
              <a:spcAft>
                <a:spcPts val="3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88925" indent="-174625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1" name="Content Placeholder 79">
            <a:extLst>
              <a:ext uri="{FF2B5EF4-FFF2-40B4-BE49-F238E27FC236}">
                <a16:creationId xmlns:a16="http://schemas.microsoft.com/office/drawing/2014/main" id="{6628A398-DC5A-1A70-4BEC-835B87517F3B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17359" y="3649695"/>
            <a:ext cx="2603499" cy="1240994"/>
          </a:xfrm>
          <a:prstGeom prst="roundRect">
            <a:avLst>
              <a:gd name="adj" fmla="val 7500"/>
            </a:avLst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ctr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2" name="Content Placeholder 79">
            <a:extLst>
              <a:ext uri="{FF2B5EF4-FFF2-40B4-BE49-F238E27FC236}">
                <a16:creationId xmlns:a16="http://schemas.microsoft.com/office/drawing/2014/main" id="{AC32087E-8C90-75D8-CA68-ED71700F51A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17359" y="5028044"/>
            <a:ext cx="2603499" cy="1240994"/>
          </a:xfrm>
          <a:prstGeom prst="roundRect">
            <a:avLst>
              <a:gd name="adj" fmla="val 7500"/>
            </a:avLst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80" name="Content Placeholder 79">
            <a:extLst>
              <a:ext uri="{FF2B5EF4-FFF2-40B4-BE49-F238E27FC236}">
                <a16:creationId xmlns:a16="http://schemas.microsoft.com/office/drawing/2014/main" id="{FBF4AE9F-1D31-284D-41A0-D620B510A44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413536" y="3649695"/>
            <a:ext cx="2603499" cy="1240994"/>
          </a:xfrm>
          <a:prstGeom prst="roundRect">
            <a:avLst>
              <a:gd name="adj" fmla="val 7500"/>
            </a:avLst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25" name="Content Placeholder 79">
            <a:extLst>
              <a:ext uri="{FF2B5EF4-FFF2-40B4-BE49-F238E27FC236}">
                <a16:creationId xmlns:a16="http://schemas.microsoft.com/office/drawing/2014/main" id="{9E31A79D-E0C5-ECEA-CC2F-5CD5DF08B11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3413536" y="5028044"/>
            <a:ext cx="2603499" cy="1240994"/>
          </a:xfrm>
          <a:prstGeom prst="roundRect">
            <a:avLst>
              <a:gd name="adj" fmla="val 7500"/>
            </a:avLst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0" name="Content Placeholder 79">
            <a:extLst>
              <a:ext uri="{FF2B5EF4-FFF2-40B4-BE49-F238E27FC236}">
                <a16:creationId xmlns:a16="http://schemas.microsoft.com/office/drawing/2014/main" id="{8066C20F-A2B5-7765-B4EE-49AB73AD9F7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09713" y="3649695"/>
            <a:ext cx="2603499" cy="1240994"/>
          </a:xfrm>
          <a:prstGeom prst="roundRect">
            <a:avLst>
              <a:gd name="adj" fmla="val 7500"/>
            </a:avLst>
          </a:prstGeom>
          <a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26" name="Content Placeholder 79">
            <a:extLst>
              <a:ext uri="{FF2B5EF4-FFF2-40B4-BE49-F238E27FC236}">
                <a16:creationId xmlns:a16="http://schemas.microsoft.com/office/drawing/2014/main" id="{EF55A55C-C2D6-DC96-2F00-AA3C38F3B43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209713" y="5028044"/>
            <a:ext cx="2603499" cy="1240994"/>
          </a:xfrm>
          <a:prstGeom prst="roundRect">
            <a:avLst>
              <a:gd name="adj" fmla="val 7500"/>
            </a:avLst>
          </a:prstGeom>
          <a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1" name="Content Placeholder 79">
            <a:extLst>
              <a:ext uri="{FF2B5EF4-FFF2-40B4-BE49-F238E27FC236}">
                <a16:creationId xmlns:a16="http://schemas.microsoft.com/office/drawing/2014/main" id="{72743848-925A-61E9-5F3F-5CE62F34ED0F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9005889" y="3649695"/>
            <a:ext cx="2603499" cy="1240994"/>
          </a:xfrm>
          <a:prstGeom prst="roundRect">
            <a:avLst>
              <a:gd name="adj" fmla="val 7500"/>
            </a:avLst>
          </a:prstGeom>
          <a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27" name="Content Placeholder 79">
            <a:extLst>
              <a:ext uri="{FF2B5EF4-FFF2-40B4-BE49-F238E27FC236}">
                <a16:creationId xmlns:a16="http://schemas.microsoft.com/office/drawing/2014/main" id="{8E6E0B4F-45D8-FAB8-720E-B70080603E59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005889" y="5028044"/>
            <a:ext cx="2603499" cy="1240994"/>
          </a:xfrm>
          <a:prstGeom prst="roundRect">
            <a:avLst>
              <a:gd name="adj" fmla="val 7500"/>
            </a:avLst>
          </a:prstGeom>
          <a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9634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1" orient="horz" pos="912">
          <p15:clr>
            <a:srgbClr val="5ACBF0"/>
          </p15:clr>
        </p15:guide>
        <p15:guide id="32" orient="horz" pos="1272">
          <p15:clr>
            <a:srgbClr val="5ACBF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F31D72-313C-E2EB-18F7-A1EE927EA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D4BAF02A-CE4A-820B-64DB-76E80D87F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F0ADA5A-6B3D-AA2A-A0E1-5D1567FFA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17359" y="1172697"/>
            <a:ext cx="5399675" cy="2256303"/>
          </a:xfrm>
          <a:prstGeom prst="roundRect">
            <a:avLst>
              <a:gd name="adj" fmla="val 5385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 noProof="0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E961BE-9BB7-C156-3839-2F8A22687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209713" y="1172697"/>
            <a:ext cx="5399675" cy="2256303"/>
          </a:xfrm>
          <a:prstGeom prst="roundRect">
            <a:avLst>
              <a:gd name="adj" fmla="val 5385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 noProof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63F01-2632-DBB4-8CD0-D26E50C7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34FB5524-DE65-9820-D5BE-322C75C17DD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75089" y="1172697"/>
            <a:ext cx="5284215" cy="605294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spcBef>
                <a:spcPts val="100"/>
              </a:spcBef>
              <a:spcAft>
                <a:spcPts val="3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88925" indent="-174625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9E3CB33B-AA91-CDC6-081C-F0985DBF6AA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67443" y="1172697"/>
            <a:ext cx="5284215" cy="605294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spcBef>
                <a:spcPts val="100"/>
              </a:spcBef>
              <a:spcAft>
                <a:spcPts val="3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88925" indent="-174625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1" name="Content Placeholder 79">
            <a:extLst>
              <a:ext uri="{FF2B5EF4-FFF2-40B4-BE49-F238E27FC236}">
                <a16:creationId xmlns:a16="http://schemas.microsoft.com/office/drawing/2014/main" id="{6628A398-DC5A-1A70-4BEC-835B87517F3B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17359" y="3649663"/>
            <a:ext cx="2289208" cy="2619375"/>
          </a:xfrm>
          <a:prstGeom prst="roundRect">
            <a:avLst>
              <a:gd name="adj" fmla="val 4005"/>
            </a:avLst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none" tIns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80" name="Content Placeholder 79">
            <a:extLst>
              <a:ext uri="{FF2B5EF4-FFF2-40B4-BE49-F238E27FC236}">
                <a16:creationId xmlns:a16="http://schemas.microsoft.com/office/drawing/2014/main" id="{FBF4AE9F-1D31-284D-41A0-D620B510A44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2963215" y="3649663"/>
            <a:ext cx="2395436" cy="1318577"/>
          </a:xfrm>
          <a:prstGeom prst="roundRect">
            <a:avLst>
              <a:gd name="adj" fmla="val 7500"/>
            </a:avLst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none" tIns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2" name="Content Placeholder 79">
            <a:extLst>
              <a:ext uri="{FF2B5EF4-FFF2-40B4-BE49-F238E27FC236}">
                <a16:creationId xmlns:a16="http://schemas.microsoft.com/office/drawing/2014/main" id="{AC32087E-8C90-75D8-CA68-ED71700F51A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963215" y="5050762"/>
            <a:ext cx="1723353" cy="1218277"/>
          </a:xfrm>
          <a:prstGeom prst="roundRect">
            <a:avLst>
              <a:gd name="adj" fmla="val 7500"/>
            </a:avLst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none" t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0" name="Content Placeholder 79">
            <a:extLst>
              <a:ext uri="{FF2B5EF4-FFF2-40B4-BE49-F238E27FC236}">
                <a16:creationId xmlns:a16="http://schemas.microsoft.com/office/drawing/2014/main" id="{8066C20F-A2B5-7765-B4EE-49AB73AD9F7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415299" y="3649663"/>
            <a:ext cx="2395436" cy="1318577"/>
          </a:xfrm>
          <a:prstGeom prst="roundRect">
            <a:avLst>
              <a:gd name="adj" fmla="val 7500"/>
            </a:avLst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none" tIns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25" name="Content Placeholder 79">
            <a:extLst>
              <a:ext uri="{FF2B5EF4-FFF2-40B4-BE49-F238E27FC236}">
                <a16:creationId xmlns:a16="http://schemas.microsoft.com/office/drawing/2014/main" id="{9E31A79D-E0C5-ECEA-CC2F-5CD5DF08B11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59470" y="5050762"/>
            <a:ext cx="2661059" cy="1218276"/>
          </a:xfrm>
          <a:prstGeom prst="roundRect">
            <a:avLst>
              <a:gd name="adj" fmla="val 7500"/>
            </a:avLst>
          </a:prstGeom>
          <a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none" tIns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91" name="Content Placeholder 79">
            <a:extLst>
              <a:ext uri="{FF2B5EF4-FFF2-40B4-BE49-F238E27FC236}">
                <a16:creationId xmlns:a16="http://schemas.microsoft.com/office/drawing/2014/main" id="{72743848-925A-61E9-5F3F-5CE62F34ED0F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867383" y="3649663"/>
            <a:ext cx="2257937" cy="1318577"/>
          </a:xfrm>
          <a:prstGeom prst="roundRect">
            <a:avLst>
              <a:gd name="adj" fmla="val 7500"/>
            </a:avLst>
          </a:prstGeom>
          <a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none" tIns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26" name="Content Placeholder 79">
            <a:extLst>
              <a:ext uri="{FF2B5EF4-FFF2-40B4-BE49-F238E27FC236}">
                <a16:creationId xmlns:a16="http://schemas.microsoft.com/office/drawing/2014/main" id="{EF55A55C-C2D6-DC96-2F00-AA3C38F3B43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7493431" y="5050762"/>
            <a:ext cx="2631889" cy="1218276"/>
          </a:xfrm>
          <a:prstGeom prst="roundRect">
            <a:avLst>
              <a:gd name="adj" fmla="val 7500"/>
            </a:avLst>
          </a:prstGeom>
          <a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none" t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  <p:sp>
        <p:nvSpPr>
          <p:cNvPr id="27" name="Content Placeholder 79">
            <a:extLst>
              <a:ext uri="{FF2B5EF4-FFF2-40B4-BE49-F238E27FC236}">
                <a16:creationId xmlns:a16="http://schemas.microsoft.com/office/drawing/2014/main" id="{8E6E0B4F-45D8-FAB8-720E-B70080603E59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10181968" y="3649663"/>
            <a:ext cx="1420812" cy="2619375"/>
          </a:xfrm>
          <a:prstGeom prst="roundRect">
            <a:avLst>
              <a:gd name="adj" fmla="val 5891"/>
            </a:avLst>
          </a:prstGeom>
          <a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none" lIns="0" t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7135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1" orient="horz" pos="912">
          <p15:clr>
            <a:srgbClr val="5ACBF0"/>
          </p15:clr>
        </p15:guide>
        <p15:guide id="32" orient="horz" pos="1272">
          <p15:clr>
            <a:srgbClr val="5ACBF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8D0FB3-C9BB-2129-6D84-B0F7AA177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B63251A-883A-6601-4699-D178333DC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F8F9E11-9FFE-8DED-8300-7CEBEBC6E9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218613" y="1458034"/>
            <a:ext cx="2390775" cy="1545219"/>
          </a:xfrm>
          <a:prstGeom prst="roundRect">
            <a:avLst>
              <a:gd name="adj" fmla="val 7500"/>
            </a:avLst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r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5685F1A3-7033-0357-7B06-541F7248BF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218613" y="3088169"/>
            <a:ext cx="2390775" cy="1545219"/>
          </a:xfrm>
          <a:prstGeom prst="roundRect">
            <a:avLst>
              <a:gd name="adj" fmla="val 7500"/>
            </a:avLst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r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id="{1601EB92-705B-1E07-ABB2-6A81E38CA58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218613" y="4718304"/>
            <a:ext cx="2390775" cy="1545219"/>
          </a:xfrm>
          <a:prstGeom prst="roundRect">
            <a:avLst>
              <a:gd name="adj" fmla="val 7500"/>
            </a:avLst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tIns="0" rIns="0" anchor="ctr"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2009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1" orient="horz" pos="912">
          <p15:clr>
            <a:srgbClr val="5ACBF0"/>
          </p15:clr>
        </p15:guide>
        <p15:guide id="32" orient="horz" pos="1272">
          <p15:clr>
            <a:srgbClr val="5ACBF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991ECC-CBBE-A370-0991-4B68DADEC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8031DE-06A7-B531-EB95-ECAB4E1C5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015405-CC0A-A610-6702-C8C57D162D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18613" y="1749233"/>
            <a:ext cx="2390775" cy="27699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id="{1601EB92-705B-1E07-ABB2-6A81E38CA58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218613" y="2212848"/>
            <a:ext cx="2390775" cy="4050675"/>
          </a:xfrm>
          <a:prstGeom prst="roundRect">
            <a:avLst>
              <a:gd name="adj" fmla="val 5830"/>
            </a:avLst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914400" rIns="0" bIns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5438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36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4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1" orient="horz" pos="912">
          <p15:clr>
            <a:srgbClr val="5ACBF0"/>
          </p15:clr>
        </p15:guide>
        <p15:guide id="32" orient="horz" pos="1272">
          <p15:clr>
            <a:srgbClr val="5ACBF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Slid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A3F0D29-4E9B-D512-CB67-CD16B40A8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94163A-BEE4-DDF9-7748-F0890BCD0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" y="0"/>
            <a:ext cx="11898312" cy="1777452"/>
          </a:xfrm>
          <a:custGeom>
            <a:avLst/>
            <a:gdLst>
              <a:gd name="csX0" fmla="*/ 0 w 11898312"/>
              <a:gd name="csY0" fmla="*/ 0 h 1777452"/>
              <a:gd name="csX1" fmla="*/ 11898312 w 11898312"/>
              <a:gd name="csY1" fmla="*/ 0 h 1777452"/>
              <a:gd name="csX2" fmla="*/ 11898312 w 11898312"/>
              <a:gd name="csY2" fmla="*/ 1484985 h 1777452"/>
              <a:gd name="csX3" fmla="*/ 11605845 w 11898312"/>
              <a:gd name="csY3" fmla="*/ 1777452 h 1777452"/>
              <a:gd name="csX4" fmla="*/ 0 w 11898312"/>
              <a:gd name="csY4" fmla="*/ 1777452 h 17774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898312" h="1777452">
                <a:moveTo>
                  <a:pt x="0" y="0"/>
                </a:moveTo>
                <a:lnTo>
                  <a:pt x="11898312" y="0"/>
                </a:lnTo>
                <a:lnTo>
                  <a:pt x="11898312" y="1484985"/>
                </a:lnTo>
                <a:cubicBezTo>
                  <a:pt x="11898312" y="1646510"/>
                  <a:pt x="11767370" y="1777452"/>
                  <a:pt x="11605845" y="1777452"/>
                </a:cubicBezTo>
                <a:lnTo>
                  <a:pt x="0" y="1777452"/>
                </a:lnTo>
                <a:close/>
              </a:path>
            </a:pathLst>
          </a:cu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2ECD57-3836-29C8-6C26-B761852DA9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-820058"/>
            <a:ext cx="1101852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Profile Slide </a:t>
            </a:r>
          </a:p>
        </p:txBody>
      </p:sp>
    </p:spTree>
    <p:extLst>
      <p:ext uri="{BB962C8B-B14F-4D97-AF65-F5344CB8AC3E}">
        <p14:creationId xmlns:p14="http://schemas.microsoft.com/office/powerpoint/2010/main" val="7212674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2160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144">
          <p15:clr>
            <a:srgbClr val="A4A3A4"/>
          </p15:clr>
        </p15:guide>
        <p15:guide id="32" pos="3348">
          <p15:clr>
            <a:srgbClr val="A4A3A4"/>
          </p15:clr>
        </p15:guide>
        <p15:guide id="33" pos="3754">
          <p15:clr>
            <a:srgbClr val="A4A3A4"/>
          </p15:clr>
        </p15:guide>
        <p15:guide id="34" pos="3931">
          <p15:clr>
            <a:srgbClr val="A4A3A4"/>
          </p15:clr>
        </p15:guide>
        <p15:guide id="35" pos="4342">
          <p15:clr>
            <a:srgbClr val="A4A3A4"/>
          </p15:clr>
        </p15:guide>
        <p15:guide id="36" pos="4512">
          <p15:clr>
            <a:srgbClr val="A4A3A4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eer Room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DAB1A2-8795-B0EF-5AD7-A9204228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0B426E-A809-B737-073B-CD33AC213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"/>
            <a:ext cx="12192000" cy="1106549"/>
          </a:xfrm>
          <a:custGeom>
            <a:avLst/>
            <a:gdLst>
              <a:gd name="csX0" fmla="*/ 0 w 12192000"/>
              <a:gd name="csY0" fmla="*/ 0 h 1106549"/>
              <a:gd name="csX1" fmla="*/ 12192000 w 12192000"/>
              <a:gd name="csY1" fmla="*/ 0 h 1106549"/>
              <a:gd name="csX2" fmla="*/ 12192000 w 12192000"/>
              <a:gd name="csY2" fmla="*/ 1106549 h 1106549"/>
              <a:gd name="csX3" fmla="*/ 0 w 12192000"/>
              <a:gd name="csY3" fmla="*/ 1106549 h 11065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1106549">
                <a:moveTo>
                  <a:pt x="0" y="0"/>
                </a:moveTo>
                <a:lnTo>
                  <a:pt x="12192000" y="0"/>
                </a:lnTo>
                <a:lnTo>
                  <a:pt x="12192000" y="1106549"/>
                </a:lnTo>
                <a:lnTo>
                  <a:pt x="0" y="1106549"/>
                </a:lnTo>
                <a:close/>
              </a:path>
            </a:pathLst>
          </a:cu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0815EB-70EA-858E-B88E-8215B788F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IN" dirty="0">
                <a:solidFill>
                  <a:schemeClr val="bg1"/>
                </a:solidFill>
              </a:defRPr>
            </a:lvl1pPr>
          </a:lstStyle>
          <a:p>
            <a:pPr marL="0" lvl="0"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1084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2160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144">
          <p15:clr>
            <a:srgbClr val="A4A3A4"/>
          </p15:clr>
        </p15:guide>
        <p15:guide id="32" pos="3348">
          <p15:clr>
            <a:srgbClr val="A4A3A4"/>
          </p15:clr>
        </p15:guide>
        <p15:guide id="33" pos="3754">
          <p15:clr>
            <a:srgbClr val="A4A3A4"/>
          </p15:clr>
        </p15:guide>
        <p15:guide id="34" pos="3931">
          <p15:clr>
            <a:srgbClr val="A4A3A4"/>
          </p15:clr>
        </p15:guide>
        <p15:guide id="35" pos="4342">
          <p15:clr>
            <a:srgbClr val="A4A3A4"/>
          </p15:clr>
        </p15:guide>
        <p15:guide id="36" pos="4512">
          <p15:clr>
            <a:srgbClr val="A4A3A4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with conten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C38CFC1-3647-9EE6-2685-C2C8E9EA1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E4B5B0-9CE1-4E89-BB44-993DE18A2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581397"/>
            <a:ext cx="1816900" cy="32766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60DE44-EA39-E6F7-110C-3FFD913F3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418359-11B3-5E15-67A7-B4814920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069202"/>
      </p:ext>
    </p:extLst>
  </p:cSld>
  <p:clrMapOvr>
    <a:masterClrMapping/>
  </p:clrMapOvr>
  <p:transition>
    <p:fade/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_Title with content (Dark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A8EAF99-BAEE-CA8D-3EC5-5779930F4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E4B5B0-9CE1-4E89-BB44-993DE18A2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581397"/>
            <a:ext cx="1816900" cy="32766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60DE44-EA39-E6F7-110C-3FFD913F3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418359-11B3-5E15-67A7-B4814920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621478"/>
      </p:ext>
    </p:extLst>
  </p:cSld>
  <p:clrMapOvr>
    <a:masterClrMapping/>
  </p:clrMapOvr>
  <p:transition>
    <p:fade/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with conten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13816A-89EE-1F58-E364-23CE15490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CE7E9D-C86C-A7C3-DA99-223C7A41B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685"/>
          <a:stretch>
            <a:fillRect/>
          </a:stretch>
        </p:blipFill>
        <p:spPr>
          <a:xfrm>
            <a:off x="0" y="5819775"/>
            <a:ext cx="1816900" cy="1038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754254-F961-A229-56A5-F97F80B6C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38081" y="0"/>
            <a:ext cx="2053919" cy="1671660"/>
          </a:xfrm>
          <a:custGeom>
            <a:avLst/>
            <a:gdLst>
              <a:gd name="csX0" fmla="*/ 0 w 2053919"/>
              <a:gd name="csY0" fmla="*/ 0 h 1671660"/>
              <a:gd name="csX1" fmla="*/ 2053919 w 2053919"/>
              <a:gd name="csY1" fmla="*/ 0 h 1671660"/>
              <a:gd name="csX2" fmla="*/ 2053919 w 2053919"/>
              <a:gd name="csY2" fmla="*/ 1671660 h 1671660"/>
              <a:gd name="csX3" fmla="*/ 0 w 2053919"/>
              <a:gd name="csY3" fmla="*/ 1671660 h 16716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053919" h="1671660">
                <a:moveTo>
                  <a:pt x="0" y="0"/>
                </a:moveTo>
                <a:lnTo>
                  <a:pt x="2053919" y="0"/>
                </a:lnTo>
                <a:lnTo>
                  <a:pt x="2053919" y="1671660"/>
                </a:lnTo>
                <a:lnTo>
                  <a:pt x="0" y="1671660"/>
                </a:lnTo>
                <a:close/>
              </a:path>
            </a:pathLst>
          </a:cu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418359-11B3-5E15-67A7-B4814920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112608"/>
      </p:ext>
    </p:extLst>
  </p:cSld>
  <p:clrMapOvr>
    <a:masterClrMapping/>
  </p:clrMapOvr>
  <p:transition>
    <p:fade/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White_Title with conten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F91B68-AD6C-DBF4-55E1-D891A4A71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98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CE7E9D-C86C-A7C3-DA99-223C7A41B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685"/>
          <a:stretch>
            <a:fillRect/>
          </a:stretch>
        </p:blipFill>
        <p:spPr>
          <a:xfrm>
            <a:off x="0" y="5819775"/>
            <a:ext cx="1816900" cy="1038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754254-F961-A229-56A5-F97F80B6C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38081" y="0"/>
            <a:ext cx="2053919" cy="1671660"/>
          </a:xfrm>
          <a:custGeom>
            <a:avLst/>
            <a:gdLst>
              <a:gd name="csX0" fmla="*/ 0 w 2053919"/>
              <a:gd name="csY0" fmla="*/ 0 h 1671660"/>
              <a:gd name="csX1" fmla="*/ 2053919 w 2053919"/>
              <a:gd name="csY1" fmla="*/ 0 h 1671660"/>
              <a:gd name="csX2" fmla="*/ 2053919 w 2053919"/>
              <a:gd name="csY2" fmla="*/ 1671660 h 1671660"/>
              <a:gd name="csX3" fmla="*/ 0 w 2053919"/>
              <a:gd name="csY3" fmla="*/ 1671660 h 16716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053919" h="1671660">
                <a:moveTo>
                  <a:pt x="0" y="0"/>
                </a:moveTo>
                <a:lnTo>
                  <a:pt x="2053919" y="0"/>
                </a:lnTo>
                <a:lnTo>
                  <a:pt x="2053919" y="1671660"/>
                </a:lnTo>
                <a:lnTo>
                  <a:pt x="0" y="1671660"/>
                </a:lnTo>
                <a:close/>
              </a:path>
            </a:pathLst>
          </a:cu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418359-11B3-5E15-67A7-B4814920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462414"/>
      </p:ext>
    </p:extLst>
  </p:cSld>
  <p:clrMapOvr>
    <a:masterClrMapping/>
  </p:clrMapOvr>
  <p:transition>
    <p:fade/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with conten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0A986F8-2878-DA19-D28C-A7EF7C097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E22B7D-67A6-2DB0-AC3C-1C2D7C939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5399"/>
          <a:stretch>
            <a:fillRect/>
          </a:stretch>
        </p:blipFill>
        <p:spPr>
          <a:xfrm>
            <a:off x="0" y="4874485"/>
            <a:ext cx="1816900" cy="19835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F84AE3-284F-EE9C-884A-590315BB8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1916" y="196648"/>
            <a:ext cx="2857187" cy="243043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418359-11B3-5E15-67A7-B4814920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070197"/>
      </p:ext>
    </p:extLst>
  </p:cSld>
  <p:clrMapOvr>
    <a:masterClrMapping/>
  </p:clrMapOvr>
  <p:transition>
    <p:fade/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White_Title with conten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A69575-25E9-F044-34A3-367A14810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E22B7D-67A6-2DB0-AC3C-1C2D7C939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5399"/>
          <a:stretch>
            <a:fillRect/>
          </a:stretch>
        </p:blipFill>
        <p:spPr>
          <a:xfrm>
            <a:off x="0" y="4874485"/>
            <a:ext cx="1816900" cy="19835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F84AE3-284F-EE9C-884A-590315BB8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1916" y="196648"/>
            <a:ext cx="2857187" cy="243043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418359-11B3-5E15-67A7-B4814920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600147"/>
      </p:ext>
    </p:extLst>
  </p:cSld>
  <p:clrMapOvr>
    <a:masterClrMapping/>
  </p:clrMapOvr>
  <p:transition>
    <p:fade/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with conten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9D14B0-322F-7B5F-F91B-2F3E489A9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AD5AAD-5E18-44AC-6E11-78AE420EA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9256" y="0"/>
            <a:ext cx="3802743" cy="323476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418359-11B3-5E15-67A7-B4814920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796246"/>
      </p:ext>
    </p:extLst>
  </p:cSld>
  <p:clrMapOvr>
    <a:masterClrMapping/>
  </p:clrMapOvr>
  <p:transition>
    <p:fade/>
  </p:transition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White_Title with conten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E2CF6A-D40F-84D3-9B36-D09988C29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AD5AAD-5E18-44AC-6E11-78AE420EA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9256" y="0"/>
            <a:ext cx="3802743" cy="323476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C51C76-2993-A4E3-D92F-9636818FA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382220"/>
            <a:ext cx="11018520" cy="4878880"/>
          </a:xfrm>
          <a:prstGeom prst="roundRect">
            <a:avLst>
              <a:gd name="adj" fmla="val 3179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418359-11B3-5E15-67A7-B4814920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21887695-050F-DC06-73B8-35A937008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446" y="1633906"/>
            <a:ext cx="10614154" cy="4549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lang="en-US" sz="2400" kern="1200" spc="0" baseline="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600"/>
              </a:spcBef>
              <a:defRPr lang="en-US" sz="18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spcBef>
                <a:spcPts val="600"/>
              </a:spcBef>
              <a:defRPr lang="en-US" sz="14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Bef>
                <a:spcPts val="600"/>
              </a:spcBef>
              <a:defRPr lang="en-US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spcBef>
                <a:spcPts val="600"/>
              </a:spcBef>
              <a:defRPr lang="en-IN" sz="1200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657225" marR="0" lvl="2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842963" marR="0" lvl="3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1023938" marR="0" lvl="4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396201"/>
      </p:ext>
    </p:extLst>
  </p:cSld>
  <p:clrMapOvr>
    <a:masterClrMapping/>
  </p:clrMapOvr>
  <p:transition>
    <p:fade/>
  </p:transition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48014C-790E-3FB6-C62F-2C94B4957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0966" cy="5196114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A66D2A-01BC-9C47-A75E-0C3FF1840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581397"/>
            <a:ext cx="1816900" cy="32766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22DA8B-67C3-C9A5-014A-67679D2E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2" r="22"/>
          <a:stretch/>
        </p:blipFill>
        <p:spPr>
          <a:xfrm>
            <a:off x="0" y="4864103"/>
            <a:ext cx="12189697" cy="1993898"/>
          </a:xfrm>
          <a:custGeom>
            <a:avLst/>
            <a:gdLst>
              <a:gd name="csX0" fmla="*/ 0 w 12190966"/>
              <a:gd name="csY0" fmla="*/ 0 h 1993898"/>
              <a:gd name="csX1" fmla="*/ 11858643 w 12190966"/>
              <a:gd name="csY1" fmla="*/ 0 h 1993898"/>
              <a:gd name="csX2" fmla="*/ 12190966 w 12190966"/>
              <a:gd name="csY2" fmla="*/ 332322 h 1993898"/>
              <a:gd name="csX3" fmla="*/ 12190966 w 12190966"/>
              <a:gd name="csY3" fmla="*/ 1993898 h 1993898"/>
              <a:gd name="csX4" fmla="*/ 0 w 12190966"/>
              <a:gd name="csY4" fmla="*/ 1993898 h 199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90966" h="1993898">
                <a:moveTo>
                  <a:pt x="0" y="0"/>
                </a:moveTo>
                <a:lnTo>
                  <a:pt x="11858643" y="0"/>
                </a:lnTo>
                <a:cubicBezTo>
                  <a:pt x="12042180" y="0"/>
                  <a:pt x="12190966" y="148785"/>
                  <a:pt x="12190966" y="332322"/>
                </a:cubicBezTo>
                <a:lnTo>
                  <a:pt x="12190966" y="1993898"/>
                </a:lnTo>
                <a:lnTo>
                  <a:pt x="0" y="1993898"/>
                </a:lnTo>
                <a:close/>
              </a:path>
            </a:pathLst>
          </a:cu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1D88A6-8E03-AA5D-E75E-464939E09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2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7A4D4B7-EEC4-FFA7-50A2-94992D8715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8263" y="1524000"/>
            <a:ext cx="3483476" cy="2870200"/>
          </a:xfrm>
          <a:prstGeom prst="roundRect">
            <a:avLst>
              <a:gd name="adj" fmla="val 5370"/>
            </a:avLst>
          </a:prstGeom>
          <a:solidFill>
            <a:schemeClr val="tx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113278A-224D-C3CA-17B7-427830F39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355785" y="1524000"/>
            <a:ext cx="3483476" cy="2870200"/>
          </a:xfrm>
          <a:prstGeom prst="roundRect">
            <a:avLst>
              <a:gd name="adj" fmla="val 5370"/>
            </a:avLst>
          </a:prstGeom>
          <a:solidFill>
            <a:schemeClr val="tx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4AB57A7-7BB6-B47B-0FB6-2827CBD29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8123307" y="1524000"/>
            <a:ext cx="3483476" cy="2870200"/>
          </a:xfrm>
          <a:prstGeom prst="roundRect">
            <a:avLst>
              <a:gd name="adj" fmla="val 5370"/>
            </a:avLst>
          </a:prstGeom>
          <a:solidFill>
            <a:schemeClr val="tx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778F60A-6ADA-85A9-69C2-FF345EBE2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213762" y="5226069"/>
            <a:ext cx="0" cy="1193800"/>
          </a:xfrm>
          <a:prstGeom prst="line">
            <a:avLst/>
          </a:prstGeom>
          <a:ln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9CB9C0B-7A51-4124-AB4C-0467BB0C5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981284" y="5226069"/>
            <a:ext cx="0" cy="1193800"/>
          </a:xfrm>
          <a:prstGeom prst="line">
            <a:avLst/>
          </a:prstGeom>
          <a:ln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74EA407-EEC0-935E-739E-E9C87251E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0863" y="5326743"/>
            <a:ext cx="290512" cy="0"/>
          </a:xfrm>
          <a:prstGeom prst="line">
            <a:avLst/>
          </a:prstGeom>
          <a:ln w="57150" cap="rnd"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35B35F9-3C02-1EBC-B0F9-4A49F6714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69263" y="5326743"/>
            <a:ext cx="290512" cy="0"/>
          </a:xfrm>
          <a:prstGeom prst="line">
            <a:avLst/>
          </a:prstGeom>
          <a:ln w="57150" cap="rnd"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79B9F4F-1B08-F9DE-0CE3-AD4BEC71B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00284" y="5326743"/>
            <a:ext cx="290512" cy="0"/>
          </a:xfrm>
          <a:prstGeom prst="line">
            <a:avLst/>
          </a:prstGeom>
          <a:ln w="57150" cap="rnd"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E53B5B7A-FD42-BB2A-E6E3-966CEB4A9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2303BC4-3B73-5BC5-ECA9-1790999EB872}"/>
              </a:ext>
            </a:extLst>
          </p:cNvPr>
          <p:cNvSpPr>
            <a:spLocks noGrp="1" noChangeAspect="1"/>
          </p:cNvSpPr>
          <p:nvPr>
            <p:ph type="body" sz="quarter" idx="32"/>
          </p:nvPr>
        </p:nvSpPr>
        <p:spPr>
          <a:xfrm>
            <a:off x="713038" y="1700462"/>
            <a:ext cx="3233926" cy="58631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1400" dirty="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endParaRPr lang="en-IN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BC1D170A-422D-848A-2B81-080B3FF7CCCF}"/>
              </a:ext>
            </a:extLst>
          </p:cNvPr>
          <p:cNvSpPr>
            <a:spLocks noGrp="1" noChangeAspect="1"/>
          </p:cNvSpPr>
          <p:nvPr>
            <p:ph type="body" sz="quarter" idx="26"/>
          </p:nvPr>
        </p:nvSpPr>
        <p:spPr>
          <a:xfrm>
            <a:off x="713038" y="2286774"/>
            <a:ext cx="3233926" cy="1351162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lang="en-IN" sz="1200" dirty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spcBef>
                <a:spcPts val="300"/>
              </a:spcBef>
              <a:buNone/>
            </a:pPr>
            <a:endParaRPr lang="en-IN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6D222367-A3EC-7A52-BF1E-AD4E0893E80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65276" y="3662850"/>
            <a:ext cx="463588" cy="830997"/>
          </a:xfrm>
        </p:spPr>
        <p:txBody>
          <a:bodyPr/>
          <a:lstStyle>
            <a:lvl1pPr>
              <a:buNone/>
              <a:defRPr lang="en-US" sz="54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5400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defRPr lang="en-US" sz="5400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3pPr>
            <a:lvl4pPr>
              <a:defRPr lang="en-US" sz="5400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4pPr>
            <a:lvl5pPr>
              <a:defRPr lang="en-US" sz="5400" kern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183F0FDA-9532-F2A6-7686-CF79A2E3BA50}"/>
              </a:ext>
            </a:extLst>
          </p:cNvPr>
          <p:cNvSpPr>
            <a:spLocks noGrp="1" noChangeAspect="1"/>
          </p:cNvSpPr>
          <p:nvPr>
            <p:ph type="body" sz="quarter" idx="29"/>
          </p:nvPr>
        </p:nvSpPr>
        <p:spPr>
          <a:xfrm>
            <a:off x="713038" y="5495925"/>
            <a:ext cx="3233926" cy="9509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lang="en-IN" sz="1600" kern="1200" spc="0" baseline="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A3BF19B1-07BB-210D-89EA-0AEF70E11811}"/>
              </a:ext>
            </a:extLst>
          </p:cNvPr>
          <p:cNvSpPr>
            <a:spLocks noGrp="1" noChangeAspect="1"/>
          </p:cNvSpPr>
          <p:nvPr>
            <p:ph type="body" sz="quarter" idx="33"/>
          </p:nvPr>
        </p:nvSpPr>
        <p:spPr>
          <a:xfrm>
            <a:off x="4480560" y="1700462"/>
            <a:ext cx="3233926" cy="58631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140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endParaRPr lang="en-IN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98AC0260-2F3F-E64B-F410-0009BC90FFDE}"/>
              </a:ext>
            </a:extLst>
          </p:cNvPr>
          <p:cNvSpPr>
            <a:spLocks noGrp="1" noChangeAspect="1"/>
          </p:cNvSpPr>
          <p:nvPr>
            <p:ph type="body" sz="quarter" idx="27"/>
          </p:nvPr>
        </p:nvSpPr>
        <p:spPr>
          <a:xfrm>
            <a:off x="4480560" y="2286774"/>
            <a:ext cx="3233926" cy="1351162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lang="en-IN" sz="12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spcBef>
                <a:spcPts val="300"/>
              </a:spcBef>
              <a:buNone/>
            </a:pPr>
            <a:endParaRPr lang="en-IN"/>
          </a:p>
        </p:txBody>
      </p:sp>
      <p:sp>
        <p:nvSpPr>
          <p:cNvPr id="39" name="Text Placeholder 37">
            <a:extLst>
              <a:ext uri="{FF2B5EF4-FFF2-40B4-BE49-F238E27FC236}">
                <a16:creationId xmlns:a16="http://schemas.microsoft.com/office/drawing/2014/main" id="{C880DB61-FE83-5B5D-46C9-CCD7A1A197E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32798" y="3662850"/>
            <a:ext cx="463588" cy="830997"/>
          </a:xfrm>
        </p:spPr>
        <p:txBody>
          <a:bodyPr/>
          <a:lstStyle>
            <a:lvl1pPr>
              <a:buNone/>
              <a:defRPr lang="en-US" sz="54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5400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defRPr lang="en-US" sz="5400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3pPr>
            <a:lvl4pPr>
              <a:defRPr lang="en-US" sz="5400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4pPr>
            <a:lvl5pPr>
              <a:defRPr lang="en-US" sz="5400" kern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7CF122A3-07FE-C5E2-E101-B1A728D8C1A9}"/>
              </a:ext>
            </a:extLst>
          </p:cNvPr>
          <p:cNvSpPr>
            <a:spLocks noGrp="1" noChangeAspect="1"/>
          </p:cNvSpPr>
          <p:nvPr>
            <p:ph type="body" sz="quarter" idx="30"/>
          </p:nvPr>
        </p:nvSpPr>
        <p:spPr>
          <a:xfrm>
            <a:off x="4480560" y="5495925"/>
            <a:ext cx="3233926" cy="9509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lang="en-IN" sz="1600" kern="1200" spc="0" baseline="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C97D2871-CDC5-D58E-521A-CC324E9074A6}"/>
              </a:ext>
            </a:extLst>
          </p:cNvPr>
          <p:cNvSpPr>
            <a:spLocks noGrp="1" noChangeAspect="1"/>
          </p:cNvSpPr>
          <p:nvPr>
            <p:ph type="body" sz="quarter" idx="34"/>
          </p:nvPr>
        </p:nvSpPr>
        <p:spPr>
          <a:xfrm>
            <a:off x="8248082" y="1700462"/>
            <a:ext cx="3233926" cy="58631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0" indent="0">
              <a:spcBef>
                <a:spcPts val="0"/>
              </a:spcBef>
              <a:buNone/>
              <a:defRPr lang="en-IN" sz="140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endParaRPr lang="en-IN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E3E7FFB0-C815-1CA7-AA3E-166D7ED4DE79}"/>
              </a:ext>
            </a:extLst>
          </p:cNvPr>
          <p:cNvSpPr>
            <a:spLocks noGrp="1" noChangeAspect="1"/>
          </p:cNvSpPr>
          <p:nvPr>
            <p:ph type="body" sz="quarter" idx="28"/>
          </p:nvPr>
        </p:nvSpPr>
        <p:spPr>
          <a:xfrm>
            <a:off x="8248082" y="2286774"/>
            <a:ext cx="3233926" cy="1351162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lang="en-IN" sz="1200" dirty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marL="0" lvl="0" indent="0">
              <a:spcBef>
                <a:spcPts val="300"/>
              </a:spcBef>
              <a:buNone/>
            </a:pPr>
            <a:endParaRPr lang="en-IN"/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1E92453D-53CE-01F3-30DC-B28351784CF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000320" y="3662850"/>
            <a:ext cx="463588" cy="830997"/>
          </a:xfrm>
        </p:spPr>
        <p:txBody>
          <a:bodyPr/>
          <a:lstStyle>
            <a:lvl1pPr>
              <a:buNone/>
              <a:defRPr lang="en-US" sz="54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5400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2pPr>
            <a:lvl3pPr>
              <a:defRPr lang="en-US" sz="5400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3pPr>
            <a:lvl4pPr>
              <a:defRPr lang="en-US" sz="5400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4pPr>
            <a:lvl5pPr>
              <a:defRPr lang="en-US" sz="5400" kern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A56D0DF0-1B62-11BF-59D6-DA777E698D5E}"/>
              </a:ext>
            </a:extLst>
          </p:cNvPr>
          <p:cNvSpPr>
            <a:spLocks noGrp="1" noChangeAspect="1"/>
          </p:cNvSpPr>
          <p:nvPr>
            <p:ph type="body" sz="quarter" idx="31"/>
          </p:nvPr>
        </p:nvSpPr>
        <p:spPr>
          <a:xfrm>
            <a:off x="8248082" y="5495925"/>
            <a:ext cx="3233926" cy="9509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lang="en-IN" sz="1600" kern="1200" spc="0" baseline="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231699"/>
      </p:ext>
    </p:extLst>
  </p:cSld>
  <p:clrMapOvr>
    <a:masterClrMapping/>
  </p:clrMapOvr>
  <p:transition>
    <p:fade/>
  </p:transition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8A8102E-821A-0A0B-7DA0-7C0ED4B9D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3238500"/>
            <a:ext cx="12192000" cy="3619500"/>
          </a:xfrm>
          <a:custGeom>
            <a:avLst/>
            <a:gdLst>
              <a:gd name="csX0" fmla="*/ 0 w 12192000"/>
              <a:gd name="csY0" fmla="*/ 0 h 3619500"/>
              <a:gd name="csX1" fmla="*/ 12192000 w 12192000"/>
              <a:gd name="csY1" fmla="*/ 0 h 3619500"/>
              <a:gd name="csX2" fmla="*/ 12192000 w 12192000"/>
              <a:gd name="csY2" fmla="*/ 3619500 h 3619500"/>
              <a:gd name="csX3" fmla="*/ 0 w 12192000"/>
              <a:gd name="csY3" fmla="*/ 3619500 h 3619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619500">
                <a:moveTo>
                  <a:pt x="0" y="0"/>
                </a:moveTo>
                <a:lnTo>
                  <a:pt x="12192000" y="0"/>
                </a:lnTo>
                <a:lnTo>
                  <a:pt x="12192000" y="3619500"/>
                </a:lnTo>
                <a:lnTo>
                  <a:pt x="0" y="3619500"/>
                </a:lnTo>
                <a:close/>
              </a:path>
            </a:pathLst>
          </a:cu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216E56-D237-521E-691B-A7C469FFD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9" r="29"/>
          <a:stretch/>
        </p:blipFill>
        <p:spPr>
          <a:xfrm>
            <a:off x="0" y="0"/>
            <a:ext cx="12190730" cy="3238500"/>
          </a:xfrm>
          <a:custGeom>
            <a:avLst/>
            <a:gdLst>
              <a:gd name="csX0" fmla="*/ 0 w 12192000"/>
              <a:gd name="csY0" fmla="*/ 0 h 3238500"/>
              <a:gd name="csX1" fmla="*/ 12192000 w 12192000"/>
              <a:gd name="csY1" fmla="*/ 0 h 3238500"/>
              <a:gd name="csX2" fmla="*/ 12192000 w 12192000"/>
              <a:gd name="csY2" fmla="*/ 3238500 h 3238500"/>
              <a:gd name="csX3" fmla="*/ 0 w 12192000"/>
              <a:gd name="csY3" fmla="*/ 3238500 h 3238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238500">
                <a:moveTo>
                  <a:pt x="0" y="0"/>
                </a:moveTo>
                <a:lnTo>
                  <a:pt x="12192000" y="0"/>
                </a:lnTo>
                <a:lnTo>
                  <a:pt x="12192000" y="3238500"/>
                </a:lnTo>
                <a:lnTo>
                  <a:pt x="0" y="3238500"/>
                </a:lnTo>
                <a:close/>
              </a:path>
            </a:pathLst>
          </a:custGeom>
        </p:spPr>
      </p:pic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B796164B-5A1A-2B07-2A61-2AC0DAAAC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355600" y="3265932"/>
            <a:ext cx="11480800" cy="3134868"/>
          </a:xfrm>
          <a:prstGeom prst="round2SameRect">
            <a:avLst>
              <a:gd name="adj1" fmla="val 0"/>
              <a:gd name="adj2" fmla="val 7059"/>
            </a:avLst>
          </a:prstGeom>
          <a:solidFill>
            <a:schemeClr val="tx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22532E-A624-45B0-CE69-6582D064A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3238500"/>
            <a:ext cx="12192000" cy="2743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6673833-EAB0-10E6-B9C0-1C4982D8C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312505" y="3488090"/>
            <a:ext cx="5566990" cy="2671410"/>
            <a:chOff x="3312505" y="3488090"/>
            <a:chExt cx="5566990" cy="73866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B6C3055-2EF2-CAEA-CB1A-820B4B23E9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943173" y="3857422"/>
              <a:ext cx="738664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2423C0B-A38D-DB50-BEDD-CD71E8C5B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26668" y="3857422"/>
              <a:ext cx="738664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9C1DDD9-34DE-4C1A-F8BE-6C73D3F93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510163" y="3857422"/>
              <a:ext cx="738664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756F19B6-0EF4-494C-80B5-6D972C9A8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9" name="Picture Placeholder 58" descr="Picture">
            <a:extLst>
              <a:ext uri="{FF2B5EF4-FFF2-40B4-BE49-F238E27FC236}">
                <a16:creationId xmlns:a16="http://schemas.microsoft.com/office/drawing/2014/main" id="{17EE7144-C827-02B6-0814-30A25D61E9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2"/>
          </p:nvPr>
        </p:nvSpPr>
        <p:spPr>
          <a:xfrm>
            <a:off x="586741" y="1455698"/>
            <a:ext cx="2668033" cy="1652124"/>
          </a:xfrm>
          <a:prstGeom prst="roundRect">
            <a:avLst>
              <a:gd name="adj" fmla="val 5988"/>
            </a:avLst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48" name="Text Placeholder 35">
            <a:extLst>
              <a:ext uri="{FF2B5EF4-FFF2-40B4-BE49-F238E27FC236}">
                <a16:creationId xmlns:a16="http://schemas.microsoft.com/office/drawing/2014/main" id="{64C57D9C-393F-251B-13F3-37C00DEE541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 userDrawn="1">
            <p:ph type="body" sz="quarter" idx="13" hasCustomPrompt="1"/>
          </p:nvPr>
        </p:nvSpPr>
        <p:spPr>
          <a:xfrm>
            <a:off x="586741" y="3536676"/>
            <a:ext cx="2668033" cy="297991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None/>
              <a:defRPr lang="en-US" sz="16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  <p:sp>
        <p:nvSpPr>
          <p:cNvPr id="47" name="Text Placeholder 35">
            <a:extLst>
              <a:ext uri="{FF2B5EF4-FFF2-40B4-BE49-F238E27FC236}">
                <a16:creationId xmlns:a16="http://schemas.microsoft.com/office/drawing/2014/main" id="{4857C950-FF0D-E01B-2872-0C488D39C60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 userDrawn="1">
            <p:ph type="body" sz="quarter" idx="12" hasCustomPrompt="1"/>
          </p:nvPr>
        </p:nvSpPr>
        <p:spPr>
          <a:xfrm>
            <a:off x="586741" y="3951465"/>
            <a:ext cx="2668033" cy="307777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>
            <a:lvl1pPr marL="0" indent="0">
              <a:buNone/>
              <a:defRPr lang="en-US" sz="14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  <p:sp>
        <p:nvSpPr>
          <p:cNvPr id="60" name="Picture Placeholder 58" descr="Picture">
            <a:extLst>
              <a:ext uri="{FF2B5EF4-FFF2-40B4-BE49-F238E27FC236}">
                <a16:creationId xmlns:a16="http://schemas.microsoft.com/office/drawing/2014/main" id="{D7AB8E79-861B-AC28-DED3-52FC6A047FC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3"/>
          </p:nvPr>
        </p:nvSpPr>
        <p:spPr>
          <a:xfrm>
            <a:off x="3370237" y="1455698"/>
            <a:ext cx="2668033" cy="1652124"/>
          </a:xfrm>
          <a:prstGeom prst="roundRect">
            <a:avLst>
              <a:gd name="adj" fmla="val 5988"/>
            </a:avLst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50" name="Text Placeholder 35">
            <a:extLst>
              <a:ext uri="{FF2B5EF4-FFF2-40B4-BE49-F238E27FC236}">
                <a16:creationId xmlns:a16="http://schemas.microsoft.com/office/drawing/2014/main" id="{30FCCE78-5AD8-C625-6E17-E990FF71CA1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 userDrawn="1">
            <p:ph type="body" sz="quarter" idx="15" hasCustomPrompt="1"/>
          </p:nvPr>
        </p:nvSpPr>
        <p:spPr>
          <a:xfrm>
            <a:off x="3370236" y="3536676"/>
            <a:ext cx="2668033" cy="297991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None/>
              <a:defRPr lang="en-US" sz="160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  <p:sp>
        <p:nvSpPr>
          <p:cNvPr id="49" name="Text Placeholder 35">
            <a:extLst>
              <a:ext uri="{FF2B5EF4-FFF2-40B4-BE49-F238E27FC236}">
                <a16:creationId xmlns:a16="http://schemas.microsoft.com/office/drawing/2014/main" id="{BDF16B7A-81FF-7E26-764B-993FE32F4E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 userDrawn="1">
            <p:ph type="body" sz="quarter" idx="14" hasCustomPrompt="1"/>
          </p:nvPr>
        </p:nvSpPr>
        <p:spPr>
          <a:xfrm>
            <a:off x="3370237" y="3951465"/>
            <a:ext cx="2668033" cy="307777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>
            <a:lvl1pPr marL="0" indent="0">
              <a:buNone/>
              <a:defRPr lang="en-US" sz="140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  <p:sp>
        <p:nvSpPr>
          <p:cNvPr id="61" name="Picture Placeholder 58" descr="Picture">
            <a:extLst>
              <a:ext uri="{FF2B5EF4-FFF2-40B4-BE49-F238E27FC236}">
                <a16:creationId xmlns:a16="http://schemas.microsoft.com/office/drawing/2014/main" id="{574C98C7-F18C-A7A1-6560-CB540FDAAA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4"/>
          </p:nvPr>
        </p:nvSpPr>
        <p:spPr>
          <a:xfrm>
            <a:off x="6153733" y="1455698"/>
            <a:ext cx="2668033" cy="1652124"/>
          </a:xfrm>
          <a:prstGeom prst="roundRect">
            <a:avLst>
              <a:gd name="adj" fmla="val 5988"/>
            </a:avLst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52" name="Text Placeholder 35">
            <a:extLst>
              <a:ext uri="{FF2B5EF4-FFF2-40B4-BE49-F238E27FC236}">
                <a16:creationId xmlns:a16="http://schemas.microsoft.com/office/drawing/2014/main" id="{A2D533A1-741E-0402-DB98-F019D7B5A6D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 userDrawn="1">
            <p:ph type="body" sz="quarter" idx="17" hasCustomPrompt="1"/>
          </p:nvPr>
        </p:nvSpPr>
        <p:spPr>
          <a:xfrm>
            <a:off x="6153731" y="3536676"/>
            <a:ext cx="2668033" cy="297991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None/>
              <a:defRPr lang="en-US" sz="160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  <p:sp>
        <p:nvSpPr>
          <p:cNvPr id="51" name="Text Placeholder 35">
            <a:extLst>
              <a:ext uri="{FF2B5EF4-FFF2-40B4-BE49-F238E27FC236}">
                <a16:creationId xmlns:a16="http://schemas.microsoft.com/office/drawing/2014/main" id="{E78FE4B6-821D-3948-1876-0CC6058ADC5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 userDrawn="1">
            <p:ph type="body" sz="quarter" idx="16" hasCustomPrompt="1"/>
          </p:nvPr>
        </p:nvSpPr>
        <p:spPr>
          <a:xfrm>
            <a:off x="6153733" y="3951465"/>
            <a:ext cx="2668033" cy="307777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>
            <a:lvl1pPr marL="0" indent="0">
              <a:buNone/>
              <a:defRPr lang="en-US" sz="140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  <p:sp>
        <p:nvSpPr>
          <p:cNvPr id="62" name="Picture Placeholder 58" descr="Picture">
            <a:extLst>
              <a:ext uri="{FF2B5EF4-FFF2-40B4-BE49-F238E27FC236}">
                <a16:creationId xmlns:a16="http://schemas.microsoft.com/office/drawing/2014/main" id="{A07E071B-E47E-D95A-15AF-45035C61AF2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25"/>
          </p:nvPr>
        </p:nvSpPr>
        <p:spPr>
          <a:xfrm>
            <a:off x="8937228" y="1455698"/>
            <a:ext cx="2668033" cy="1652124"/>
          </a:xfrm>
          <a:prstGeom prst="roundRect">
            <a:avLst>
              <a:gd name="adj" fmla="val 5988"/>
            </a:avLst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solidFill>
              <a:schemeClr val="bg1"/>
            </a:solidFill>
          </a:ln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  <p:sp>
        <p:nvSpPr>
          <p:cNvPr id="54" name="Text Placeholder 35">
            <a:extLst>
              <a:ext uri="{FF2B5EF4-FFF2-40B4-BE49-F238E27FC236}">
                <a16:creationId xmlns:a16="http://schemas.microsoft.com/office/drawing/2014/main" id="{34F322DB-C32F-C6EE-7ABD-F1BB762B9EE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 userDrawn="1">
            <p:ph type="body" sz="quarter" idx="19" hasCustomPrompt="1"/>
          </p:nvPr>
        </p:nvSpPr>
        <p:spPr>
          <a:xfrm>
            <a:off x="8937228" y="3536676"/>
            <a:ext cx="2668033" cy="297991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None/>
              <a:defRPr lang="en-US" sz="160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  <p:sp>
        <p:nvSpPr>
          <p:cNvPr id="53" name="Text Placeholder 35">
            <a:extLst>
              <a:ext uri="{FF2B5EF4-FFF2-40B4-BE49-F238E27FC236}">
                <a16:creationId xmlns:a16="http://schemas.microsoft.com/office/drawing/2014/main" id="{8DCBB671-7F89-1D55-E26E-3D4573046A1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 userDrawn="1">
            <p:ph type="body" sz="quarter" idx="18" hasCustomPrompt="1"/>
          </p:nvPr>
        </p:nvSpPr>
        <p:spPr>
          <a:xfrm>
            <a:off x="8937228" y="3951465"/>
            <a:ext cx="2668033" cy="307777"/>
          </a:xfrm>
          <a:prstGeom prst="rect">
            <a:avLst/>
          </a:prstGeom>
        </p:spPr>
        <p:txBody>
          <a:bodyPr lIns="91440" tIns="45720" rIns="91440" bIns="45720">
            <a:spAutoFit/>
          </a:bodyPr>
          <a:lstStyle>
            <a:lvl1pPr marL="0" indent="0">
              <a:buNone/>
              <a:defRPr lang="en-US" sz="140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712475728"/>
      </p:ext>
    </p:extLst>
  </p:cSld>
  <p:clrMapOvr>
    <a:masterClrMapping/>
  </p:clrMapOvr>
  <p:transition>
    <p:fade/>
  </p:transition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7DD85F3-72CE-BD28-F119-793FEB52D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4597400"/>
          </a:xfrm>
          <a:custGeom>
            <a:avLst/>
            <a:gdLst>
              <a:gd name="csX0" fmla="*/ 0 w 12192000"/>
              <a:gd name="csY0" fmla="*/ 0 h 4597400"/>
              <a:gd name="csX1" fmla="*/ 12192000 w 12192000"/>
              <a:gd name="csY1" fmla="*/ 0 h 4597400"/>
              <a:gd name="csX2" fmla="*/ 12192000 w 12192000"/>
              <a:gd name="csY2" fmla="*/ 4597400 h 4597400"/>
              <a:gd name="csX3" fmla="*/ 0 w 12192000"/>
              <a:gd name="csY3" fmla="*/ 4597400 h 459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4597400">
                <a:moveTo>
                  <a:pt x="0" y="0"/>
                </a:moveTo>
                <a:lnTo>
                  <a:pt x="12192000" y="0"/>
                </a:lnTo>
                <a:lnTo>
                  <a:pt x="12192000" y="4597400"/>
                </a:lnTo>
                <a:lnTo>
                  <a:pt x="0" y="4597400"/>
                </a:lnTo>
                <a:close/>
              </a:path>
            </a:pathLst>
          </a:cu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E284C4F-5FEE-C72F-440E-0E4492A50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4709" y="1297805"/>
            <a:ext cx="3576968" cy="97155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342900" dist="381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05840" rtlCol="0" anchor="ctr"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5CBBAAE-DE64-881F-BC25-3BBC6F782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307517" y="1297805"/>
            <a:ext cx="3576968" cy="97155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342900" dist="381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05840" rtlCol="0" anchor="ctr"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47CD581-44D2-4633-1BAF-77DD55BF2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8030324" y="1297805"/>
            <a:ext cx="3576968" cy="97155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342900" dist="381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05840" rtlCol="0" anchor="ctr"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3EE17F-D6DB-77CE-743E-7DFBCCFEA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83199" y="2413000"/>
            <a:ext cx="11018520" cy="3856037"/>
          </a:xfrm>
          <a:prstGeom prst="roundRect">
            <a:avLst>
              <a:gd name="adj" fmla="val 4481"/>
            </a:avLst>
          </a:prstGeom>
          <a:solidFill>
            <a:schemeClr val="tx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cs typeface="Segoe UI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A4491E-273E-716D-4E1C-D34C11151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7" b="17"/>
          <a:stretch/>
        </p:blipFill>
        <p:spPr>
          <a:xfrm>
            <a:off x="0" y="4597400"/>
            <a:ext cx="12190730" cy="2260600"/>
          </a:xfrm>
          <a:custGeom>
            <a:avLst/>
            <a:gdLst>
              <a:gd name="csX0" fmla="*/ 0 w 12192000"/>
              <a:gd name="csY0" fmla="*/ 0 h 2260600"/>
              <a:gd name="csX1" fmla="*/ 583199 w 12192000"/>
              <a:gd name="csY1" fmla="*/ 0 h 2260600"/>
              <a:gd name="csX2" fmla="*/ 583199 w 12192000"/>
              <a:gd name="csY2" fmla="*/ 1498848 h 2260600"/>
              <a:gd name="csX3" fmla="*/ 755988 w 12192000"/>
              <a:gd name="csY3" fmla="*/ 1671637 h 2260600"/>
              <a:gd name="csX4" fmla="*/ 11428930 w 12192000"/>
              <a:gd name="csY4" fmla="*/ 1671637 h 2260600"/>
              <a:gd name="csX5" fmla="*/ 11601719 w 12192000"/>
              <a:gd name="csY5" fmla="*/ 1498848 h 2260600"/>
              <a:gd name="csX6" fmla="*/ 11601719 w 12192000"/>
              <a:gd name="csY6" fmla="*/ 0 h 2260600"/>
              <a:gd name="csX7" fmla="*/ 12192000 w 12192000"/>
              <a:gd name="csY7" fmla="*/ 0 h 2260600"/>
              <a:gd name="csX8" fmla="*/ 12192000 w 12192000"/>
              <a:gd name="csY8" fmla="*/ 2260600 h 2260600"/>
              <a:gd name="csX9" fmla="*/ 0 w 12192000"/>
              <a:gd name="csY9" fmla="*/ 2260600 h 2260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92000" h="2260600">
                <a:moveTo>
                  <a:pt x="0" y="0"/>
                </a:moveTo>
                <a:lnTo>
                  <a:pt x="583199" y="0"/>
                </a:lnTo>
                <a:lnTo>
                  <a:pt x="583199" y="1498848"/>
                </a:lnTo>
                <a:cubicBezTo>
                  <a:pt x="583199" y="1594277"/>
                  <a:pt x="660559" y="1671637"/>
                  <a:pt x="755988" y="1671637"/>
                </a:cubicBezTo>
                <a:lnTo>
                  <a:pt x="11428930" y="1671637"/>
                </a:lnTo>
                <a:cubicBezTo>
                  <a:pt x="11524359" y="1671637"/>
                  <a:pt x="11601719" y="1594277"/>
                  <a:pt x="11601719" y="1498848"/>
                </a:cubicBezTo>
                <a:lnTo>
                  <a:pt x="11601719" y="0"/>
                </a:lnTo>
                <a:lnTo>
                  <a:pt x="12192000" y="0"/>
                </a:lnTo>
                <a:lnTo>
                  <a:pt x="12192000" y="2260600"/>
                </a:lnTo>
                <a:lnTo>
                  <a:pt x="0" y="2260600"/>
                </a:lnTo>
                <a:close/>
              </a:path>
            </a:pathLst>
          </a:cu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6B9D997-1A20-33E0-DF32-56A4CE42C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2456187" y="3857422"/>
            <a:ext cx="73866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B6F51A0-DBF2-B105-E2A5-2E593EF56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4636509" y="3857422"/>
            <a:ext cx="73866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613EC9-E6C1-737E-2E2B-6D49AD5CD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816831" y="3857422"/>
            <a:ext cx="73866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34DE02-9F1F-D940-7A05-64C373FF0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8997153" y="3857422"/>
            <a:ext cx="73866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E60879-BAC7-1638-D944-EA4374C69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435609" y="1573998"/>
            <a:ext cx="0" cy="41916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85387B-4091-BB0D-6650-F0D8C9413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881224" y="1573998"/>
            <a:ext cx="0" cy="41916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0C737F2-41F8-4B86-31A1-3BCB0E362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8417" y="1573998"/>
            <a:ext cx="0" cy="41916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93AED09-9767-DFAA-39D3-97F525A33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C3DFAA49-6F80-6FAA-61B6-4FAE7EC6E02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41489" y="1484104"/>
            <a:ext cx="2368060" cy="5989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9D0A44D2-8B75-9EBD-2544-9A572BC8E53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386719" y="1484103"/>
            <a:ext cx="2368060" cy="5989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AB319AE1-4E99-D247-046C-E19FD72839F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118761" y="1484103"/>
            <a:ext cx="2368060" cy="5989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0D4BF6EB-6251-A135-E834-DFD2038FF9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71076" y="3570588"/>
            <a:ext cx="1946595" cy="58631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15" name="Picture Placeholder 58" descr="Picture">
            <a:extLst>
              <a:ext uri="{FF2B5EF4-FFF2-40B4-BE49-F238E27FC236}">
                <a16:creationId xmlns:a16="http://schemas.microsoft.com/office/drawing/2014/main" id="{505FA45C-583B-4351-22FC-B316E3D2874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96687" y="4601617"/>
            <a:ext cx="2095374" cy="1555750"/>
          </a:xfrm>
          <a:prstGeom prst="roundRect">
            <a:avLst>
              <a:gd name="adj" fmla="val 8233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115E4A79-935A-4D72-CADB-898C2A02F32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946890" y="3570588"/>
            <a:ext cx="1946595" cy="58631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17" name="Picture Placeholder 58" descr="Picture">
            <a:extLst>
              <a:ext uri="{FF2B5EF4-FFF2-40B4-BE49-F238E27FC236}">
                <a16:creationId xmlns:a16="http://schemas.microsoft.com/office/drawing/2014/main" id="{B761FC8A-6A77-A242-E271-E542047943B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877007" y="4601617"/>
            <a:ext cx="2095374" cy="1555750"/>
          </a:xfrm>
          <a:prstGeom prst="roundRect">
            <a:avLst>
              <a:gd name="adj" fmla="val 8233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ACFE84E1-A109-9E91-82DE-856E44CCA68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122704" y="3570588"/>
            <a:ext cx="1946595" cy="58631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19" name="Picture Placeholder 58" descr="Picture">
            <a:extLst>
              <a:ext uri="{FF2B5EF4-FFF2-40B4-BE49-F238E27FC236}">
                <a16:creationId xmlns:a16="http://schemas.microsoft.com/office/drawing/2014/main" id="{38438C8B-D75E-F0FD-4AAC-B7726E8AF63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057327" y="4601617"/>
            <a:ext cx="2095374" cy="1555750"/>
          </a:xfrm>
          <a:prstGeom prst="roundRect">
            <a:avLst>
              <a:gd name="adj" fmla="val 8233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60F0CC9B-D5F1-C016-DBBE-52A975594C9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298518" y="3570588"/>
            <a:ext cx="1946595" cy="58631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21" name="Picture Placeholder 58" descr="Picture">
            <a:extLst>
              <a:ext uri="{FF2B5EF4-FFF2-40B4-BE49-F238E27FC236}">
                <a16:creationId xmlns:a16="http://schemas.microsoft.com/office/drawing/2014/main" id="{CCC2F84A-2EDE-F3DD-BC3E-004210C525A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37647" y="4601617"/>
            <a:ext cx="2095374" cy="1555750"/>
          </a:xfrm>
          <a:prstGeom prst="roundRect">
            <a:avLst>
              <a:gd name="adj" fmla="val 8233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FE70A8C-DF1A-9269-E9B4-EA55A80FABC2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474331" y="3570588"/>
            <a:ext cx="1946595" cy="58631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>
                <a:latin typeface="+mn-lt"/>
              </a:defRPr>
            </a:lvl2pPr>
            <a:lvl3pPr>
              <a:spcBef>
                <a:spcPts val="0"/>
              </a:spcBef>
              <a:defRPr>
                <a:latin typeface="+mn-lt"/>
              </a:defRPr>
            </a:lvl3pPr>
            <a:lvl4pPr>
              <a:spcBef>
                <a:spcPts val="0"/>
              </a:spcBef>
              <a:defRPr>
                <a:latin typeface="+mn-lt"/>
              </a:defRPr>
            </a:lvl4pPr>
            <a:lvl5pPr>
              <a:spcBef>
                <a:spcPts val="0"/>
              </a:spcBef>
              <a:defRPr>
                <a:latin typeface="+mn-lt"/>
              </a:defRPr>
            </a:lvl5pPr>
          </a:lstStyle>
          <a:p>
            <a:pPr lvl="0"/>
            <a:endParaRPr lang="en-IN"/>
          </a:p>
        </p:txBody>
      </p:sp>
      <p:sp>
        <p:nvSpPr>
          <p:cNvPr id="23" name="Picture Placeholder 58" descr="Picture">
            <a:extLst>
              <a:ext uri="{FF2B5EF4-FFF2-40B4-BE49-F238E27FC236}">
                <a16:creationId xmlns:a16="http://schemas.microsoft.com/office/drawing/2014/main" id="{6E101538-42EB-EC43-C7B5-88ACBADD0CD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417967" y="4601617"/>
            <a:ext cx="2095374" cy="1555750"/>
          </a:xfrm>
          <a:prstGeom prst="roundRect">
            <a:avLst>
              <a:gd name="adj" fmla="val 8233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036036"/>
      </p:ext>
    </p:extLst>
  </p:cSld>
  <p:clrMapOvr>
    <a:masterClrMapping/>
  </p:clrMapOvr>
  <p:transition>
    <p:fade/>
  </p:transition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bullet with side imag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262B483-45CA-FD60-CF4A-C25AC77CA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6426200"/>
          </a:xfrm>
          <a:custGeom>
            <a:avLst/>
            <a:gdLst>
              <a:gd name="csX0" fmla="*/ 0 w 12192000"/>
              <a:gd name="csY0" fmla="*/ 0 h 4864101"/>
              <a:gd name="csX1" fmla="*/ 12192000 w 12192000"/>
              <a:gd name="csY1" fmla="*/ 0 h 4864101"/>
              <a:gd name="csX2" fmla="*/ 12192000 w 12192000"/>
              <a:gd name="csY2" fmla="*/ 4864101 h 4864101"/>
              <a:gd name="csX3" fmla="*/ 0 w 12192000"/>
              <a:gd name="csY3" fmla="*/ 4864101 h 48641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4864101">
                <a:moveTo>
                  <a:pt x="0" y="0"/>
                </a:moveTo>
                <a:lnTo>
                  <a:pt x="12192000" y="0"/>
                </a:lnTo>
                <a:lnTo>
                  <a:pt x="12192000" y="4864101"/>
                </a:lnTo>
                <a:lnTo>
                  <a:pt x="0" y="4864101"/>
                </a:lnTo>
                <a:close/>
              </a:path>
            </a:pathLst>
          </a:cu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5235341-E62C-8BAF-A18F-1DBFF17D1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2" r="22"/>
          <a:stretch/>
        </p:blipFill>
        <p:spPr>
          <a:xfrm>
            <a:off x="0" y="4864102"/>
            <a:ext cx="12189697" cy="1993898"/>
          </a:xfrm>
          <a:custGeom>
            <a:avLst/>
            <a:gdLst>
              <a:gd name="csX0" fmla="*/ 0 w 12190966"/>
              <a:gd name="csY0" fmla="*/ 0 h 1993898"/>
              <a:gd name="csX1" fmla="*/ 438150 w 12190966"/>
              <a:gd name="csY1" fmla="*/ 0 h 1993898"/>
              <a:gd name="csX2" fmla="*/ 438150 w 12190966"/>
              <a:gd name="csY2" fmla="*/ 1229150 h 1993898"/>
              <a:gd name="csX3" fmla="*/ 622586 w 12190966"/>
              <a:gd name="csY3" fmla="*/ 1413586 h 1993898"/>
              <a:gd name="csX4" fmla="*/ 6680725 w 12190966"/>
              <a:gd name="csY4" fmla="*/ 1413586 h 1993898"/>
              <a:gd name="csX5" fmla="*/ 6865161 w 12190966"/>
              <a:gd name="csY5" fmla="*/ 1229150 h 1993898"/>
              <a:gd name="csX6" fmla="*/ 6865161 w 12190966"/>
              <a:gd name="csY6" fmla="*/ 0 h 1993898"/>
              <a:gd name="csX7" fmla="*/ 7025640 w 12190966"/>
              <a:gd name="csY7" fmla="*/ 0 h 1993898"/>
              <a:gd name="csX8" fmla="*/ 7025640 w 12190966"/>
              <a:gd name="csY8" fmla="*/ 1260697 h 1993898"/>
              <a:gd name="csX9" fmla="*/ 7178528 w 12190966"/>
              <a:gd name="csY9" fmla="*/ 1413585 h 1993898"/>
              <a:gd name="csX10" fmla="*/ 11444752 w 12190966"/>
              <a:gd name="csY10" fmla="*/ 1413585 h 1993898"/>
              <a:gd name="csX11" fmla="*/ 11597640 w 12190966"/>
              <a:gd name="csY11" fmla="*/ 1260697 h 1993898"/>
              <a:gd name="csX12" fmla="*/ 11597640 w 12190966"/>
              <a:gd name="csY12" fmla="*/ 0 h 1993898"/>
              <a:gd name="csX13" fmla="*/ 11782436 w 12190966"/>
              <a:gd name="csY13" fmla="*/ 0 h 1993898"/>
              <a:gd name="csX14" fmla="*/ 12190966 w 12190966"/>
              <a:gd name="csY14" fmla="*/ 408530 h 1993898"/>
              <a:gd name="csX15" fmla="*/ 12190966 w 12190966"/>
              <a:gd name="csY15" fmla="*/ 1993898 h 1993898"/>
              <a:gd name="csX16" fmla="*/ 0 w 12190966"/>
              <a:gd name="csY16" fmla="*/ 1993898 h 199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2190966" h="1993898">
                <a:moveTo>
                  <a:pt x="0" y="0"/>
                </a:moveTo>
                <a:lnTo>
                  <a:pt x="438150" y="0"/>
                </a:lnTo>
                <a:lnTo>
                  <a:pt x="438150" y="1229150"/>
                </a:lnTo>
                <a:cubicBezTo>
                  <a:pt x="438150" y="1331011"/>
                  <a:pt x="520725" y="1413586"/>
                  <a:pt x="622586" y="1413586"/>
                </a:cubicBezTo>
                <a:lnTo>
                  <a:pt x="6680725" y="1413586"/>
                </a:lnTo>
                <a:cubicBezTo>
                  <a:pt x="6782586" y="1413586"/>
                  <a:pt x="6865161" y="1331011"/>
                  <a:pt x="6865161" y="1229150"/>
                </a:cubicBezTo>
                <a:lnTo>
                  <a:pt x="6865161" y="0"/>
                </a:lnTo>
                <a:lnTo>
                  <a:pt x="7025640" y="0"/>
                </a:lnTo>
                <a:lnTo>
                  <a:pt x="7025640" y="1260697"/>
                </a:lnTo>
                <a:cubicBezTo>
                  <a:pt x="7025640" y="1345135"/>
                  <a:pt x="7094090" y="1413585"/>
                  <a:pt x="7178528" y="1413585"/>
                </a:cubicBezTo>
                <a:lnTo>
                  <a:pt x="11444752" y="1413585"/>
                </a:lnTo>
                <a:cubicBezTo>
                  <a:pt x="11529190" y="1413585"/>
                  <a:pt x="11597640" y="1345135"/>
                  <a:pt x="11597640" y="1260697"/>
                </a:cubicBezTo>
                <a:lnTo>
                  <a:pt x="11597640" y="0"/>
                </a:lnTo>
                <a:lnTo>
                  <a:pt x="11782436" y="0"/>
                </a:lnTo>
                <a:cubicBezTo>
                  <a:pt x="12008061" y="0"/>
                  <a:pt x="12190966" y="182905"/>
                  <a:pt x="12190966" y="408530"/>
                </a:cubicBezTo>
                <a:lnTo>
                  <a:pt x="12190966" y="1993898"/>
                </a:lnTo>
                <a:lnTo>
                  <a:pt x="0" y="1993898"/>
                </a:lnTo>
                <a:close/>
              </a:path>
            </a:pathLst>
          </a:cu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6FAE6C-D159-FD64-2ECD-6127EB014B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4FAF6F-3B90-C523-77A1-01D352A73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38150" y="1468398"/>
            <a:ext cx="6427011" cy="4809290"/>
          </a:xfrm>
          <a:prstGeom prst="roundRect">
            <a:avLst>
              <a:gd name="adj" fmla="val 3835"/>
            </a:avLst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342900" dist="381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05840" rtlCol="0" anchor="ctr">
            <a:noAutofit/>
          </a:bodyPr>
          <a:lstStyle/>
          <a:p>
            <a:pPr lvl="0" indent="0">
              <a:buFont typeface="Arial" panose="020B0604020202020204" pitchFamily="34" charset="0"/>
              <a:buNone/>
            </a:pPr>
            <a:endParaRPr lang="en-US" sz="1400" err="1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6C440F-4A28-6E24-05EC-0B098186B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6741" y="2968577"/>
            <a:ext cx="604982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F3719E5-B080-5068-5023-A1545FF9B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6741" y="4498584"/>
            <a:ext cx="604982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7CAB155C-7072-245E-BA29-F3EE635B8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35">
            <a:extLst>
              <a:ext uri="{FF2B5EF4-FFF2-40B4-BE49-F238E27FC236}">
                <a16:creationId xmlns:a16="http://schemas.microsoft.com/office/drawing/2014/main" id="{D74C5348-6FC8-3EFF-E8AF-A1D2396386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263" y="1627779"/>
            <a:ext cx="5261450" cy="2696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7" name="Text Placeholder 35">
            <a:extLst>
              <a:ext uri="{FF2B5EF4-FFF2-40B4-BE49-F238E27FC236}">
                <a16:creationId xmlns:a16="http://schemas.microsoft.com/office/drawing/2014/main" id="{F831F155-8A54-997C-765C-6C94106342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8263" y="2019300"/>
            <a:ext cx="5261450" cy="8050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99944FF2-8C97-F1BC-7706-197F77E0B3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263" y="3112802"/>
            <a:ext cx="5261450" cy="2696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D33202B1-1C25-8E67-3E77-11CA92796DF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8263" y="3504323"/>
            <a:ext cx="5261450" cy="8050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0" name="Text Placeholder 35">
            <a:extLst>
              <a:ext uri="{FF2B5EF4-FFF2-40B4-BE49-F238E27FC236}">
                <a16:creationId xmlns:a16="http://schemas.microsoft.com/office/drawing/2014/main" id="{ED2C738B-7A76-46D4-3EE8-9C6016D076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8263" y="4687792"/>
            <a:ext cx="5261450" cy="2696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3638A435-C89A-684B-103C-D6E19D5B2C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8263" y="5079313"/>
            <a:ext cx="5261450" cy="8050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22" name="Picture Placeholder 58" descr="Picture">
            <a:extLst>
              <a:ext uri="{FF2B5EF4-FFF2-40B4-BE49-F238E27FC236}">
                <a16:creationId xmlns:a16="http://schemas.microsoft.com/office/drawing/2014/main" id="{F4E70418-56F2-1389-58B8-C8C96D2D6AE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025640" y="1468397"/>
            <a:ext cx="4572000" cy="4809290"/>
          </a:xfrm>
          <a:prstGeom prst="roundRect">
            <a:avLst>
              <a:gd name="adj" fmla="val 3344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  <a:effectLst>
            <a:outerShdw blurRad="254000" sx="102000" sy="102000" algn="ctr" rotWithShape="0">
              <a:prstClr val="black">
                <a:alpha val="8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394241"/>
      </p:ext>
    </p:extLst>
  </p:cSld>
  <p:clrMapOvr>
    <a:masterClrMapping/>
  </p:clrMapOvr>
  <p:transition>
    <p:fade/>
  </p:transition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with side imag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25A2BCE-E0BE-8C6F-9E20-3D44041A4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6426200"/>
          </a:xfrm>
          <a:custGeom>
            <a:avLst/>
            <a:gdLst>
              <a:gd name="csX0" fmla="*/ 0 w 12192000"/>
              <a:gd name="csY0" fmla="*/ 0 h 4864101"/>
              <a:gd name="csX1" fmla="*/ 12192000 w 12192000"/>
              <a:gd name="csY1" fmla="*/ 0 h 4864101"/>
              <a:gd name="csX2" fmla="*/ 12192000 w 12192000"/>
              <a:gd name="csY2" fmla="*/ 4864101 h 4864101"/>
              <a:gd name="csX3" fmla="*/ 0 w 12192000"/>
              <a:gd name="csY3" fmla="*/ 4864101 h 48641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4864101">
                <a:moveTo>
                  <a:pt x="0" y="0"/>
                </a:moveTo>
                <a:lnTo>
                  <a:pt x="12192000" y="0"/>
                </a:lnTo>
                <a:lnTo>
                  <a:pt x="12192000" y="4864101"/>
                </a:lnTo>
                <a:lnTo>
                  <a:pt x="0" y="4864101"/>
                </a:lnTo>
                <a:close/>
              </a:path>
            </a:pathLst>
          </a:cu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E35ADC-9CF4-6E7A-C589-36E2B0DC0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2" r="22"/>
          <a:stretch/>
        </p:blipFill>
        <p:spPr>
          <a:xfrm>
            <a:off x="0" y="4864102"/>
            <a:ext cx="12189697" cy="1993898"/>
          </a:xfrm>
          <a:custGeom>
            <a:avLst/>
            <a:gdLst>
              <a:gd name="csX0" fmla="*/ 0 w 12190966"/>
              <a:gd name="csY0" fmla="*/ 0 h 1993898"/>
              <a:gd name="csX1" fmla="*/ 438150 w 12190966"/>
              <a:gd name="csY1" fmla="*/ 0 h 1993898"/>
              <a:gd name="csX2" fmla="*/ 438150 w 12190966"/>
              <a:gd name="csY2" fmla="*/ 1229150 h 1993898"/>
              <a:gd name="csX3" fmla="*/ 622586 w 12190966"/>
              <a:gd name="csY3" fmla="*/ 1413586 h 1993898"/>
              <a:gd name="csX4" fmla="*/ 6680725 w 12190966"/>
              <a:gd name="csY4" fmla="*/ 1413586 h 1993898"/>
              <a:gd name="csX5" fmla="*/ 6865161 w 12190966"/>
              <a:gd name="csY5" fmla="*/ 1229150 h 1993898"/>
              <a:gd name="csX6" fmla="*/ 6865161 w 12190966"/>
              <a:gd name="csY6" fmla="*/ 0 h 1993898"/>
              <a:gd name="csX7" fmla="*/ 7025640 w 12190966"/>
              <a:gd name="csY7" fmla="*/ 0 h 1993898"/>
              <a:gd name="csX8" fmla="*/ 7025640 w 12190966"/>
              <a:gd name="csY8" fmla="*/ 1260697 h 1993898"/>
              <a:gd name="csX9" fmla="*/ 7178528 w 12190966"/>
              <a:gd name="csY9" fmla="*/ 1413585 h 1993898"/>
              <a:gd name="csX10" fmla="*/ 11444752 w 12190966"/>
              <a:gd name="csY10" fmla="*/ 1413585 h 1993898"/>
              <a:gd name="csX11" fmla="*/ 11597640 w 12190966"/>
              <a:gd name="csY11" fmla="*/ 1260697 h 1993898"/>
              <a:gd name="csX12" fmla="*/ 11597640 w 12190966"/>
              <a:gd name="csY12" fmla="*/ 0 h 1993898"/>
              <a:gd name="csX13" fmla="*/ 11782436 w 12190966"/>
              <a:gd name="csY13" fmla="*/ 0 h 1993898"/>
              <a:gd name="csX14" fmla="*/ 12190966 w 12190966"/>
              <a:gd name="csY14" fmla="*/ 408530 h 1993898"/>
              <a:gd name="csX15" fmla="*/ 12190966 w 12190966"/>
              <a:gd name="csY15" fmla="*/ 1993898 h 1993898"/>
              <a:gd name="csX16" fmla="*/ 0 w 12190966"/>
              <a:gd name="csY16" fmla="*/ 1993898 h 199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2190966" h="1993898">
                <a:moveTo>
                  <a:pt x="0" y="0"/>
                </a:moveTo>
                <a:lnTo>
                  <a:pt x="438150" y="0"/>
                </a:lnTo>
                <a:lnTo>
                  <a:pt x="438150" y="1229150"/>
                </a:lnTo>
                <a:cubicBezTo>
                  <a:pt x="438150" y="1331011"/>
                  <a:pt x="520725" y="1413586"/>
                  <a:pt x="622586" y="1413586"/>
                </a:cubicBezTo>
                <a:lnTo>
                  <a:pt x="6680725" y="1413586"/>
                </a:lnTo>
                <a:cubicBezTo>
                  <a:pt x="6782586" y="1413586"/>
                  <a:pt x="6865161" y="1331011"/>
                  <a:pt x="6865161" y="1229150"/>
                </a:cubicBezTo>
                <a:lnTo>
                  <a:pt x="6865161" y="0"/>
                </a:lnTo>
                <a:lnTo>
                  <a:pt x="7025640" y="0"/>
                </a:lnTo>
                <a:lnTo>
                  <a:pt x="7025640" y="1260697"/>
                </a:lnTo>
                <a:cubicBezTo>
                  <a:pt x="7025640" y="1345135"/>
                  <a:pt x="7094090" y="1413585"/>
                  <a:pt x="7178528" y="1413585"/>
                </a:cubicBezTo>
                <a:lnTo>
                  <a:pt x="11444752" y="1413585"/>
                </a:lnTo>
                <a:cubicBezTo>
                  <a:pt x="11529190" y="1413585"/>
                  <a:pt x="11597640" y="1345135"/>
                  <a:pt x="11597640" y="1260697"/>
                </a:cubicBezTo>
                <a:lnTo>
                  <a:pt x="11597640" y="0"/>
                </a:lnTo>
                <a:lnTo>
                  <a:pt x="11782436" y="0"/>
                </a:lnTo>
                <a:cubicBezTo>
                  <a:pt x="12008061" y="0"/>
                  <a:pt x="12190966" y="182905"/>
                  <a:pt x="12190966" y="408530"/>
                </a:cubicBezTo>
                <a:lnTo>
                  <a:pt x="12190966" y="1993898"/>
                </a:lnTo>
                <a:lnTo>
                  <a:pt x="0" y="1993898"/>
                </a:ln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268AC9-8DE6-E152-A949-488EB4174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3EA8FD-EB3F-2767-495D-6484470C1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38150" y="1468398"/>
            <a:ext cx="6427011" cy="4809290"/>
          </a:xfrm>
          <a:prstGeom prst="roundRect">
            <a:avLst>
              <a:gd name="adj" fmla="val 3835"/>
            </a:avLst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342900" dist="381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05840" rtlCol="0" anchor="ctr">
            <a:noAutofit/>
          </a:bodyPr>
          <a:lstStyle/>
          <a:p>
            <a:pPr lvl="0" indent="0">
              <a:buFont typeface="Arial" panose="020B0604020202020204" pitchFamily="34" charset="0"/>
              <a:buNone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60034A-A0F9-6A11-0840-B10079869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B3C2B907-A43D-F252-9AE3-E56670FC64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3937" y="1627779"/>
            <a:ext cx="6155437" cy="26960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lang="en-US" sz="1600" kern="1200" spc="0" baseline="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6" name="Picture Placeholder 58" descr="Picture">
            <a:extLst>
              <a:ext uri="{FF2B5EF4-FFF2-40B4-BE49-F238E27FC236}">
                <a16:creationId xmlns:a16="http://schemas.microsoft.com/office/drawing/2014/main" id="{ED418E82-1CA2-D77E-B7F8-BEF4BEB30B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025640" y="1468397"/>
            <a:ext cx="4572000" cy="4809290"/>
          </a:xfrm>
          <a:prstGeom prst="roundRect">
            <a:avLst>
              <a:gd name="adj" fmla="val 3344"/>
            </a:avLst>
          </a:prstGeom>
          <a:solidFill>
            <a:schemeClr val="bg1">
              <a:alpha val="40000"/>
            </a:schemeClr>
          </a:solidFill>
          <a:ln>
            <a:solidFill>
              <a:schemeClr val="bg1"/>
            </a:solidFill>
          </a:ln>
          <a:effectLst>
            <a:outerShdw blurRad="254000" sx="102000" sy="102000" algn="ctr" rotWithShape="0">
              <a:prstClr val="black">
                <a:alpha val="8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605361"/>
      </p:ext>
    </p:extLst>
  </p:cSld>
  <p:clrMapOvr>
    <a:masterClrMapping/>
  </p:clrMapOvr>
  <p:transition>
    <p:fade/>
  </p:transition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o slid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94202CF-E850-408B-663D-C6084550D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6426200"/>
          </a:xfrm>
          <a:custGeom>
            <a:avLst/>
            <a:gdLst>
              <a:gd name="csX0" fmla="*/ 0 w 12192000"/>
              <a:gd name="csY0" fmla="*/ 0 h 4864101"/>
              <a:gd name="csX1" fmla="*/ 12192000 w 12192000"/>
              <a:gd name="csY1" fmla="*/ 0 h 4864101"/>
              <a:gd name="csX2" fmla="*/ 12192000 w 12192000"/>
              <a:gd name="csY2" fmla="*/ 4864101 h 4864101"/>
              <a:gd name="csX3" fmla="*/ 0 w 12192000"/>
              <a:gd name="csY3" fmla="*/ 4864101 h 48641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4864101">
                <a:moveTo>
                  <a:pt x="0" y="0"/>
                </a:moveTo>
                <a:lnTo>
                  <a:pt x="12192000" y="0"/>
                </a:lnTo>
                <a:lnTo>
                  <a:pt x="12192000" y="4864101"/>
                </a:lnTo>
                <a:lnTo>
                  <a:pt x="0" y="4864101"/>
                </a:lnTo>
                <a:close/>
              </a:path>
            </a:pathLst>
          </a:cu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C19377-6233-5A4D-9649-3D8C9A30D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C70B67-697A-BB81-501A-495F2A846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2" r="22"/>
          <a:stretch/>
        </p:blipFill>
        <p:spPr>
          <a:xfrm>
            <a:off x="0" y="4864102"/>
            <a:ext cx="12189697" cy="1993898"/>
          </a:xfrm>
          <a:custGeom>
            <a:avLst/>
            <a:gdLst>
              <a:gd name="csX0" fmla="*/ 0 w 12190966"/>
              <a:gd name="csY0" fmla="*/ 0 h 1993898"/>
              <a:gd name="csX1" fmla="*/ 588963 w 12190966"/>
              <a:gd name="csY1" fmla="*/ 0 h 1993898"/>
              <a:gd name="csX2" fmla="*/ 588963 w 12190966"/>
              <a:gd name="csY2" fmla="*/ 1231736 h 1993898"/>
              <a:gd name="csX3" fmla="*/ 770811 w 12190966"/>
              <a:gd name="csY3" fmla="*/ 1413584 h 1993898"/>
              <a:gd name="csX4" fmla="*/ 3231277 w 12190966"/>
              <a:gd name="csY4" fmla="*/ 1413584 h 1993898"/>
              <a:gd name="csX5" fmla="*/ 3413126 w 12190966"/>
              <a:gd name="csY5" fmla="*/ 1231736 h 1993898"/>
              <a:gd name="csX6" fmla="*/ 3413126 w 12190966"/>
              <a:gd name="csY6" fmla="*/ 0 h 1993898"/>
              <a:gd name="csX7" fmla="*/ 3714160 w 12190966"/>
              <a:gd name="csY7" fmla="*/ 0 h 1993898"/>
              <a:gd name="csX8" fmla="*/ 3714160 w 12190966"/>
              <a:gd name="csY8" fmla="*/ 1245861 h 1993898"/>
              <a:gd name="csX9" fmla="*/ 3881883 w 12190966"/>
              <a:gd name="csY9" fmla="*/ 1413584 h 1993898"/>
              <a:gd name="csX10" fmla="*/ 11438490 w 12190966"/>
              <a:gd name="csY10" fmla="*/ 1413584 h 1993898"/>
              <a:gd name="csX11" fmla="*/ 11606213 w 12190966"/>
              <a:gd name="csY11" fmla="*/ 1245861 h 1993898"/>
              <a:gd name="csX12" fmla="*/ 11606213 w 12190966"/>
              <a:gd name="csY12" fmla="*/ 0 h 1993898"/>
              <a:gd name="csX13" fmla="*/ 11655445 w 12190966"/>
              <a:gd name="csY13" fmla="*/ 0 h 1993898"/>
              <a:gd name="csX14" fmla="*/ 12190966 w 12190966"/>
              <a:gd name="csY14" fmla="*/ 535521 h 1993898"/>
              <a:gd name="csX15" fmla="*/ 12190966 w 12190966"/>
              <a:gd name="csY15" fmla="*/ 1993898 h 1993898"/>
              <a:gd name="csX16" fmla="*/ 0 w 12190966"/>
              <a:gd name="csY16" fmla="*/ 1993898 h 199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2190966" h="1993898">
                <a:moveTo>
                  <a:pt x="0" y="0"/>
                </a:moveTo>
                <a:lnTo>
                  <a:pt x="588963" y="0"/>
                </a:lnTo>
                <a:lnTo>
                  <a:pt x="588963" y="1231736"/>
                </a:lnTo>
                <a:cubicBezTo>
                  <a:pt x="588963" y="1332168"/>
                  <a:pt x="670379" y="1413584"/>
                  <a:pt x="770811" y="1413584"/>
                </a:cubicBezTo>
                <a:lnTo>
                  <a:pt x="3231277" y="1413584"/>
                </a:lnTo>
                <a:cubicBezTo>
                  <a:pt x="3331710" y="1413584"/>
                  <a:pt x="3413126" y="1332168"/>
                  <a:pt x="3413126" y="1231736"/>
                </a:cubicBezTo>
                <a:lnTo>
                  <a:pt x="3413126" y="0"/>
                </a:lnTo>
                <a:lnTo>
                  <a:pt x="3714160" y="0"/>
                </a:lnTo>
                <a:lnTo>
                  <a:pt x="3714160" y="1245861"/>
                </a:lnTo>
                <a:cubicBezTo>
                  <a:pt x="3714160" y="1338492"/>
                  <a:pt x="3789252" y="1413584"/>
                  <a:pt x="3881883" y="1413584"/>
                </a:cubicBezTo>
                <a:lnTo>
                  <a:pt x="11438490" y="1413584"/>
                </a:lnTo>
                <a:cubicBezTo>
                  <a:pt x="11531121" y="1413584"/>
                  <a:pt x="11606213" y="1338492"/>
                  <a:pt x="11606213" y="1245861"/>
                </a:cubicBezTo>
                <a:lnTo>
                  <a:pt x="11606213" y="0"/>
                </a:lnTo>
                <a:lnTo>
                  <a:pt x="11655445" y="0"/>
                </a:lnTo>
                <a:cubicBezTo>
                  <a:pt x="11951205" y="0"/>
                  <a:pt x="12190966" y="239761"/>
                  <a:pt x="12190966" y="535521"/>
                </a:cubicBezTo>
                <a:lnTo>
                  <a:pt x="12190966" y="1993898"/>
                </a:lnTo>
                <a:lnTo>
                  <a:pt x="0" y="1993898"/>
                </a:lnTo>
                <a:close/>
              </a:path>
            </a:pathLst>
          </a:cu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FFB9AE9-025B-0F31-71FC-08BB6C911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963" y="1468398"/>
            <a:ext cx="2824162" cy="4809290"/>
          </a:xfrm>
          <a:prstGeom prst="roundRect">
            <a:avLst>
              <a:gd name="adj" fmla="val 6439"/>
            </a:avLst>
          </a:prstGeom>
          <a:solidFill>
            <a:schemeClr val="tx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403518B-BDFC-13DA-E1CC-D894BF713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35">
            <a:extLst>
              <a:ext uri="{FF2B5EF4-FFF2-40B4-BE49-F238E27FC236}">
                <a16:creationId xmlns:a16="http://schemas.microsoft.com/office/drawing/2014/main" id="{BC4EF549-2870-2555-53D0-BF46972086F9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763588" y="1525877"/>
            <a:ext cx="2474912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marL="0" indent="0">
              <a:buNone/>
              <a:defRPr kumimoji="0" lang="en-US" sz="1600" b="0" i="0" u="none" strike="noStrike" cap="none" normalizeH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  <p:sp>
        <p:nvSpPr>
          <p:cNvPr id="31" name="Text Placeholder 35">
            <a:extLst>
              <a:ext uri="{FF2B5EF4-FFF2-40B4-BE49-F238E27FC236}">
                <a16:creationId xmlns:a16="http://schemas.microsoft.com/office/drawing/2014/main" id="{8DB6B0F4-2AF9-4C00-5187-6B22DFA57B60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763588" y="2445433"/>
            <a:ext cx="2474912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4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0" lv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/>
              <a:t>Click to add text</a:t>
            </a:r>
          </a:p>
        </p:txBody>
      </p:sp>
      <p:sp>
        <p:nvSpPr>
          <p:cNvPr id="29" name="Text Placeholder 35">
            <a:extLst>
              <a:ext uri="{FF2B5EF4-FFF2-40B4-BE49-F238E27FC236}">
                <a16:creationId xmlns:a16="http://schemas.microsoft.com/office/drawing/2014/main" id="{716D0562-5FDC-28F8-6AD3-19811308E4A8}"/>
              </a:ext>
            </a:extLst>
          </p:cNvPr>
          <p:cNvSpPr>
            <a:spLocks noGrp="1" noChangeAspect="1"/>
          </p:cNvSpPr>
          <p:nvPr>
            <p:ph type="body" sz="quarter" idx="12" hasCustomPrompt="1"/>
          </p:nvPr>
        </p:nvSpPr>
        <p:spPr>
          <a:xfrm>
            <a:off x="3714160" y="1468398"/>
            <a:ext cx="7872232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lang="en-US" sz="20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buNone/>
            </a:pPr>
            <a:r>
              <a:rPr lang="en-US"/>
              <a:t>Click to add text</a:t>
            </a:r>
          </a:p>
        </p:txBody>
      </p:sp>
      <p:sp>
        <p:nvSpPr>
          <p:cNvPr id="15" name="Picture Placeholder 58" descr="Picture">
            <a:extLst>
              <a:ext uri="{FF2B5EF4-FFF2-40B4-BE49-F238E27FC236}">
                <a16:creationId xmlns:a16="http://schemas.microsoft.com/office/drawing/2014/main" id="{FDB7E16D-9A4D-573D-4EE1-486A0F53928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3714160" y="1904214"/>
            <a:ext cx="7892053" cy="4368000"/>
          </a:xfrm>
          <a:prstGeom prst="roundRect">
            <a:avLst>
              <a:gd name="adj" fmla="val 4041"/>
            </a:avLst>
          </a:prstGeom>
          <a:solidFill>
            <a:schemeClr val="bg1">
              <a:alpha val="40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8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858552"/>
      </p:ext>
    </p:extLst>
  </p:cSld>
  <p:clrMapOvr>
    <a:masterClrMapping/>
  </p:clrMapOvr>
  <p:transition>
    <p:fade/>
  </p:transition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13BEAC-9433-049B-4A63-B59E7D685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919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2" pos="3348">
          <p15:clr>
            <a:srgbClr val="A4A3A4"/>
          </p15:clr>
        </p15:guide>
        <p15:guide id="33" pos="3754">
          <p15:clr>
            <a:srgbClr val="A4A3A4"/>
          </p15:clr>
        </p15:guide>
        <p15:guide id="34" pos="3931">
          <p15:clr>
            <a:srgbClr val="A4A3A4"/>
          </p15:clr>
        </p15:guide>
        <p15:guide id="35" pos="4342">
          <p15:clr>
            <a:srgbClr val="A4A3A4"/>
          </p15:clr>
        </p15:guide>
        <p15:guide id="36" pos="4531">
          <p15:clr>
            <a:srgbClr val="A4A3A4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Dark w/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9A54303-9522-E0D7-CF43-E1B82A9AAEE2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999862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1" imgH="473" progId="TCLayout.ActiveDocument.1">
                  <p:embed/>
                </p:oleObj>
              </mc:Choice>
              <mc:Fallback>
                <p:oleObj name="think-cell Slide" r:id="rId3" imgW="471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9A54303-9522-E0D7-CF43-E1B82A9AAE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6813BEAC-9433-049B-4A63-B59E7D685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D645F6-58E8-A839-EED7-FFCD35908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685"/>
          <a:stretch>
            <a:fillRect/>
          </a:stretch>
        </p:blipFill>
        <p:spPr>
          <a:xfrm>
            <a:off x="0" y="5819775"/>
            <a:ext cx="1816900" cy="10382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421B28-ED97-02AE-4981-B68F4EEAB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38081" y="0"/>
            <a:ext cx="2053919" cy="1671660"/>
          </a:xfrm>
          <a:custGeom>
            <a:avLst/>
            <a:gdLst>
              <a:gd name="csX0" fmla="*/ 0 w 2053919"/>
              <a:gd name="csY0" fmla="*/ 0 h 1671660"/>
              <a:gd name="csX1" fmla="*/ 2053919 w 2053919"/>
              <a:gd name="csY1" fmla="*/ 0 h 1671660"/>
              <a:gd name="csX2" fmla="*/ 2053919 w 2053919"/>
              <a:gd name="csY2" fmla="*/ 1671660 h 1671660"/>
              <a:gd name="csX3" fmla="*/ 0 w 2053919"/>
              <a:gd name="csY3" fmla="*/ 1671660 h 16716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053919" h="1671660">
                <a:moveTo>
                  <a:pt x="0" y="0"/>
                </a:moveTo>
                <a:lnTo>
                  <a:pt x="2053919" y="0"/>
                </a:lnTo>
                <a:lnTo>
                  <a:pt x="2053919" y="1671660"/>
                </a:lnTo>
                <a:lnTo>
                  <a:pt x="0" y="1671660"/>
                </a:lnTo>
                <a:close/>
              </a:path>
            </a:pathLst>
          </a:cu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BED207B-866C-BCB7-95BC-DDC9A3629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3152001"/>
            <a:ext cx="11018520" cy="553998"/>
          </a:xfrm>
        </p:spPr>
        <p:txBody>
          <a:bodyPr vert="horz" rIns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11" name="MS logo white - EMF">
            <a:extLst>
              <a:ext uri="{FF2B5EF4-FFF2-40B4-BE49-F238E27FC236}">
                <a16:creationId xmlns:a16="http://schemas.microsoft.com/office/drawing/2014/main" id="{549DFE29-C4B0-A00F-1C17-691D1B0A2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0375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2" pos="3348">
          <p15:clr>
            <a:srgbClr val="A4A3A4"/>
          </p15:clr>
        </p15:guide>
        <p15:guide id="33" pos="3754">
          <p15:clr>
            <a:srgbClr val="A4A3A4"/>
          </p15:clr>
        </p15:guide>
        <p15:guide id="34" pos="3931">
          <p15:clr>
            <a:srgbClr val="A4A3A4"/>
          </p15:clr>
        </p15:guide>
        <p15:guide id="35" pos="4342">
          <p15:clr>
            <a:srgbClr val="A4A3A4"/>
          </p15:clr>
        </p15:guide>
        <p15:guide id="36" pos="4531">
          <p15:clr>
            <a:srgbClr val="A4A3A4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24F03D5-1AC5-3C9F-8E6F-9E207E460C13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6250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1" imgH="473" progId="TCLayout.ActiveDocument.1">
                  <p:embed/>
                </p:oleObj>
              </mc:Choice>
              <mc:Fallback>
                <p:oleObj name="think-cell Slide" r:id="rId3" imgW="471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4F03D5-1AC5-3C9F-8E6F-9E207E460C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6813BEAC-9433-049B-4A63-B59E7D685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E91A10-FDCA-1728-4EDD-6DF48B9DF1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3152001"/>
            <a:ext cx="11018520" cy="553998"/>
          </a:xfrm>
        </p:spPr>
        <p:txBody>
          <a:bodyPr vert="horz" rIns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11" name="MS logo white - EMF">
            <a:extLst>
              <a:ext uri="{FF2B5EF4-FFF2-40B4-BE49-F238E27FC236}">
                <a16:creationId xmlns:a16="http://schemas.microsoft.com/office/drawing/2014/main" id="{A35DFCEA-DB4A-1CE0-298F-6C6689C13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783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2" pos="3348">
          <p15:clr>
            <a:srgbClr val="A4A3A4"/>
          </p15:clr>
        </p15:guide>
        <p15:guide id="33" pos="3754">
          <p15:clr>
            <a:srgbClr val="A4A3A4"/>
          </p15:clr>
        </p15:guide>
        <p15:guide id="34" pos="3931">
          <p15:clr>
            <a:srgbClr val="A4A3A4"/>
          </p15:clr>
        </p15:guide>
        <p15:guide id="35" pos="4342">
          <p15:clr>
            <a:srgbClr val="A4A3A4"/>
          </p15:clr>
        </p15:guide>
        <p15:guide id="36" pos="4531">
          <p15:clr>
            <a:srgbClr val="A4A3A4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lumn with Sub titl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1B4D458-9B2D-001C-4CC2-391678E25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6426200"/>
          </a:xfrm>
          <a:custGeom>
            <a:avLst/>
            <a:gdLst>
              <a:gd name="csX0" fmla="*/ 0 w 12192000"/>
              <a:gd name="csY0" fmla="*/ 0 h 4864101"/>
              <a:gd name="csX1" fmla="*/ 12192000 w 12192000"/>
              <a:gd name="csY1" fmla="*/ 0 h 4864101"/>
              <a:gd name="csX2" fmla="*/ 12192000 w 12192000"/>
              <a:gd name="csY2" fmla="*/ 4864101 h 4864101"/>
              <a:gd name="csX3" fmla="*/ 0 w 12192000"/>
              <a:gd name="csY3" fmla="*/ 4864101 h 48641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4864101">
                <a:moveTo>
                  <a:pt x="0" y="0"/>
                </a:moveTo>
                <a:lnTo>
                  <a:pt x="12192000" y="0"/>
                </a:lnTo>
                <a:lnTo>
                  <a:pt x="12192000" y="4864101"/>
                </a:lnTo>
                <a:lnTo>
                  <a:pt x="0" y="4864101"/>
                </a:lnTo>
                <a:close/>
              </a:path>
            </a:pathLst>
          </a:cu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D6303C-E7CA-61BE-CD0D-E1F76B72D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2" r="22"/>
          <a:stretch/>
        </p:blipFill>
        <p:spPr>
          <a:xfrm>
            <a:off x="0" y="4864102"/>
            <a:ext cx="12189697" cy="1993898"/>
          </a:xfrm>
          <a:custGeom>
            <a:avLst/>
            <a:gdLst>
              <a:gd name="csX0" fmla="*/ 0 w 12190966"/>
              <a:gd name="csY0" fmla="*/ 0 h 1993898"/>
              <a:gd name="csX1" fmla="*/ 11858643 w 12190966"/>
              <a:gd name="csY1" fmla="*/ 0 h 1993898"/>
              <a:gd name="csX2" fmla="*/ 12190966 w 12190966"/>
              <a:gd name="csY2" fmla="*/ 332323 h 1993898"/>
              <a:gd name="csX3" fmla="*/ 12190966 w 12190966"/>
              <a:gd name="csY3" fmla="*/ 1993898 h 1993898"/>
              <a:gd name="csX4" fmla="*/ 0 w 12190966"/>
              <a:gd name="csY4" fmla="*/ 1993898 h 199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90966" h="1993898">
                <a:moveTo>
                  <a:pt x="0" y="0"/>
                </a:moveTo>
                <a:lnTo>
                  <a:pt x="11858643" y="0"/>
                </a:lnTo>
                <a:cubicBezTo>
                  <a:pt x="12042180" y="0"/>
                  <a:pt x="12190966" y="148786"/>
                  <a:pt x="12190966" y="332323"/>
                </a:cubicBezTo>
                <a:lnTo>
                  <a:pt x="12190966" y="1993898"/>
                </a:lnTo>
                <a:lnTo>
                  <a:pt x="0" y="1993898"/>
                </a:ln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673D90-2784-6324-B25C-1271BED23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3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480AE4-70E2-EC58-722E-566C953C8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187379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tx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5D059F-8960-BD0E-DD3F-C1FDA7B30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3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tx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41B6F8-DF14-B2C7-2BF9-693E397E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B8E056B-BD9A-9EF0-1889-538D7BECC1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8262" y="1436688"/>
            <a:ext cx="11018519" cy="61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4FA88EA3-74D7-8F20-6CF6-1D7ECD7790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2924" y="25137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AC594335-3B13-B806-DFDD-359BB86A05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924" y="29224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8120E1C-AC93-18FA-B5C2-EFD0079C76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2040" y="25137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773FD95C-796C-89AE-3D79-365AFA8DBB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2040" y="29224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67127399"/>
      </p:ext>
    </p:extLst>
  </p:cSld>
  <p:clrMapOvr>
    <a:masterClrMapping/>
  </p:clrMapOvr>
  <p:transition>
    <p:fade/>
  </p:transition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lumn with Sub titl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442EA8-ED60-777A-E4EA-06BC36A79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DBD736-374E-A44E-5EED-3BD0B1A6A4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23086" y="196648"/>
            <a:ext cx="3276017" cy="2786712"/>
          </a:xfrm>
          <a:custGeom>
            <a:avLst/>
            <a:gdLst>
              <a:gd name="csX0" fmla="*/ 0 w 3276017"/>
              <a:gd name="csY0" fmla="*/ 0 h 2786712"/>
              <a:gd name="csX1" fmla="*/ 3276017 w 3276017"/>
              <a:gd name="csY1" fmla="*/ 0 h 2786712"/>
              <a:gd name="csX2" fmla="*/ 3276017 w 3276017"/>
              <a:gd name="csY2" fmla="*/ 2786712 h 2786712"/>
              <a:gd name="csX3" fmla="*/ 2886302 w 3276017"/>
              <a:gd name="csY3" fmla="*/ 2786712 h 2786712"/>
              <a:gd name="csX4" fmla="*/ 2886302 w 3276017"/>
              <a:gd name="csY4" fmla="*/ 2354470 h 2786712"/>
              <a:gd name="csX5" fmla="*/ 2686498 w 3276017"/>
              <a:gd name="csY5" fmla="*/ 2154666 h 2786712"/>
              <a:gd name="csX6" fmla="*/ 0 w 3276017"/>
              <a:gd name="csY6" fmla="*/ 2154666 h 27867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276017" h="2786712">
                <a:moveTo>
                  <a:pt x="0" y="0"/>
                </a:moveTo>
                <a:lnTo>
                  <a:pt x="3276017" y="0"/>
                </a:lnTo>
                <a:lnTo>
                  <a:pt x="3276017" y="2786712"/>
                </a:lnTo>
                <a:lnTo>
                  <a:pt x="2886302" y="2786712"/>
                </a:lnTo>
                <a:lnTo>
                  <a:pt x="2886302" y="2354470"/>
                </a:lnTo>
                <a:cubicBezTo>
                  <a:pt x="2886302" y="2244121"/>
                  <a:pt x="2796847" y="2154666"/>
                  <a:pt x="2686498" y="2154666"/>
                </a:cubicBezTo>
                <a:lnTo>
                  <a:pt x="0" y="2154666"/>
                </a:lnTo>
                <a:close/>
              </a:path>
            </a:pathLst>
          </a:cu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480AE4-70E2-EC58-722E-566C953C8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187379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5D059F-8960-BD0E-DD3F-C1FDA7B30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3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41B6F8-DF14-B2C7-2BF9-693E397E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B8E056B-BD9A-9EF0-1889-538D7BECC1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8262" y="1436688"/>
            <a:ext cx="11018519" cy="61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CA4F5F2-8127-890C-8049-8D1E89D84E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2924" y="25137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D1384A03-5E8B-0D85-E3D7-DC7454B957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924" y="29224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DC0D8145-CB8A-D4D1-70A2-09CA467E31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2040" y="25137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8F2A498E-A8D4-6B4F-136B-33DE345C824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2040" y="29224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392071927"/>
      </p:ext>
    </p:extLst>
  </p:cSld>
  <p:clrMapOvr>
    <a:masterClrMapping/>
  </p:clrMapOvr>
  <p:transition>
    <p:fade/>
  </p:transition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 Column with Sub titl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0388CAD-86A2-1774-32ED-A97C3C6B2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6426200"/>
          </a:xfrm>
          <a:custGeom>
            <a:avLst/>
            <a:gdLst>
              <a:gd name="csX0" fmla="*/ 0 w 12192000"/>
              <a:gd name="csY0" fmla="*/ 0 h 4864101"/>
              <a:gd name="csX1" fmla="*/ 12192000 w 12192000"/>
              <a:gd name="csY1" fmla="*/ 0 h 4864101"/>
              <a:gd name="csX2" fmla="*/ 12192000 w 12192000"/>
              <a:gd name="csY2" fmla="*/ 4864101 h 4864101"/>
              <a:gd name="csX3" fmla="*/ 0 w 12192000"/>
              <a:gd name="csY3" fmla="*/ 4864101 h 48641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4864101">
                <a:moveTo>
                  <a:pt x="0" y="0"/>
                </a:moveTo>
                <a:lnTo>
                  <a:pt x="12192000" y="0"/>
                </a:lnTo>
                <a:lnTo>
                  <a:pt x="12192000" y="4864101"/>
                </a:lnTo>
                <a:lnTo>
                  <a:pt x="0" y="4864101"/>
                </a:lnTo>
                <a:close/>
              </a:path>
            </a:pathLst>
          </a:cu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D6303C-E7CA-61BE-CD0D-E1F76B72D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2" r="22"/>
          <a:stretch/>
        </p:blipFill>
        <p:spPr>
          <a:xfrm>
            <a:off x="0" y="4864102"/>
            <a:ext cx="12189697" cy="1993898"/>
          </a:xfrm>
          <a:custGeom>
            <a:avLst/>
            <a:gdLst>
              <a:gd name="csX0" fmla="*/ 0 w 12190966"/>
              <a:gd name="csY0" fmla="*/ 0 h 1993898"/>
              <a:gd name="csX1" fmla="*/ 11858643 w 12190966"/>
              <a:gd name="csY1" fmla="*/ 0 h 1993898"/>
              <a:gd name="csX2" fmla="*/ 12190966 w 12190966"/>
              <a:gd name="csY2" fmla="*/ 332323 h 1993898"/>
              <a:gd name="csX3" fmla="*/ 12190966 w 12190966"/>
              <a:gd name="csY3" fmla="*/ 1993898 h 1993898"/>
              <a:gd name="csX4" fmla="*/ 0 w 12190966"/>
              <a:gd name="csY4" fmla="*/ 1993898 h 199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90966" h="1993898">
                <a:moveTo>
                  <a:pt x="0" y="0"/>
                </a:moveTo>
                <a:lnTo>
                  <a:pt x="11858643" y="0"/>
                </a:lnTo>
                <a:cubicBezTo>
                  <a:pt x="12042180" y="0"/>
                  <a:pt x="12190966" y="148786"/>
                  <a:pt x="12190966" y="332323"/>
                </a:cubicBezTo>
                <a:lnTo>
                  <a:pt x="12190966" y="1993898"/>
                </a:lnTo>
                <a:lnTo>
                  <a:pt x="0" y="1993898"/>
                </a:ln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673D90-2784-6324-B25C-1271BED23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480AE4-70E2-EC58-722E-566C953C8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187379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tx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5D059F-8960-BD0E-DD3F-C1FDA7B30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3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tx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41B6F8-DF14-B2C7-2BF9-693E397E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B8E056B-BD9A-9EF0-1889-538D7BECC1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8262" y="1436688"/>
            <a:ext cx="11018519" cy="61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4FA88EA3-74D7-8F20-6CF6-1D7ECD7790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2924" y="36186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AC594335-3B13-B806-DFDD-359BB86A05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924" y="40273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8120E1C-AC93-18FA-B5C2-EFD0079C76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2040" y="36186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773FD95C-796C-89AE-3D79-365AFA8DBB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2040" y="40273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706774400"/>
      </p:ext>
    </p:extLst>
  </p:cSld>
  <p:clrMapOvr>
    <a:masterClrMapping/>
  </p:clrMapOvr>
  <p:transition>
    <p:fade/>
  </p:transition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Column with Sub titl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B2C004-DBF1-ADC9-A0D9-009F476B4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673D90-2784-6324-B25C-1271BED23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480AE4-70E2-EC58-722E-566C953C8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187379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5D059F-8960-BD0E-DD3F-C1FDA7B30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88263" y="2351314"/>
            <a:ext cx="5422009" cy="3917724"/>
          </a:xfrm>
          <a:prstGeom prst="roundRect">
            <a:avLst>
              <a:gd name="adj" fmla="val 5100"/>
            </a:avLst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571500" dist="444500" dir="8040000" sx="90000" sy="90000" algn="t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73152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41B6F8-DF14-B2C7-2BF9-693E397E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B8E056B-BD9A-9EF0-1889-538D7BECC1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8262" y="1436688"/>
            <a:ext cx="11018519" cy="61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20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4FA88EA3-74D7-8F20-6CF6-1D7ECD7790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2924" y="36186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AC594335-3B13-B806-DFDD-359BB86A05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924" y="40273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8120E1C-AC93-18FA-B5C2-EFD0079C76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2040" y="3618656"/>
            <a:ext cx="4992687" cy="29904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773FD95C-796C-89AE-3D79-365AFA8DBB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2040" y="4027302"/>
            <a:ext cx="4992687" cy="171447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>
              <a:buNone/>
              <a:defRPr kumimoji="0" 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228600" lvl="0" indent="-228600" defTabSz="932472" fontAlgn="base">
              <a:spcBef>
                <a:spcPct val="0"/>
              </a:spcBef>
              <a:spcAft>
                <a:spcPct val="0"/>
              </a:spcAft>
              <a:buSzTx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354506000"/>
      </p:ext>
    </p:extLst>
  </p:cSld>
  <p:clrMapOvr>
    <a:masterClrMapping/>
  </p:clrMapOvr>
  <p:transition>
    <p:fade/>
  </p:transition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slide with circle image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A6B779-9E35-3F7D-FC1F-F96495EC2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D82903D-2569-6AA4-DFAA-E9A8249B8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3086" y="196648"/>
            <a:ext cx="3276017" cy="2786712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DBFF7313-E326-AAAC-07B4-6CAA9218A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892927" y="1071563"/>
            <a:ext cx="4714874" cy="4714874"/>
          </a:xfrm>
          <a:prstGeom prst="ellipse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>
            <a:outerShdw blurRad="431800" sx="102000" sy="102000" algn="ctr" rotWithShape="0">
              <a:prstClr val="black">
                <a:alpha val="4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 defTabSz="932472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IN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Graphic 28">
            <a:extLst>
              <a:ext uri="{FF2B5EF4-FFF2-40B4-BE49-F238E27FC236}">
                <a16:creationId xmlns:a16="http://schemas.microsoft.com/office/drawing/2014/main" id="{7692749B-7F22-270B-AD9D-5E764D707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4008" y="890291"/>
            <a:ext cx="965312" cy="725262"/>
          </a:xfrm>
          <a:custGeom>
            <a:avLst/>
            <a:gdLst>
              <a:gd name="connsiteX0" fmla="*/ 325088 w 3616928"/>
              <a:gd name="connsiteY0" fmla="*/ 2493836 h 2717482"/>
              <a:gd name="connsiteX1" fmla="*/ 0 w 3616928"/>
              <a:gd name="connsiteY1" fmla="*/ 1620108 h 2717482"/>
              <a:gd name="connsiteX2" fmla="*/ 1086517 w 3616928"/>
              <a:gd name="connsiteY2" fmla="*/ 19336 h 2717482"/>
              <a:gd name="connsiteX3" fmla="*/ 1300734 w 3616928"/>
              <a:gd name="connsiteY3" fmla="*/ 71628 h 2717482"/>
              <a:gd name="connsiteX4" fmla="*/ 1300734 w 3616928"/>
              <a:gd name="connsiteY4" fmla="*/ 71628 h 2717482"/>
              <a:gd name="connsiteX5" fmla="*/ 1253776 w 3616928"/>
              <a:gd name="connsiteY5" fmla="*/ 305943 h 2717482"/>
              <a:gd name="connsiteX6" fmla="*/ 710375 w 3616928"/>
              <a:gd name="connsiteY6" fmla="*/ 858584 h 2717482"/>
              <a:gd name="connsiteX7" fmla="*/ 930497 w 3616928"/>
              <a:gd name="connsiteY7" fmla="*/ 1294448 h 2717482"/>
              <a:gd name="connsiteX8" fmla="*/ 934784 w 3616928"/>
              <a:gd name="connsiteY8" fmla="*/ 1295020 h 2717482"/>
              <a:gd name="connsiteX9" fmla="*/ 1585055 w 3616928"/>
              <a:gd name="connsiteY9" fmla="*/ 2006251 h 2717482"/>
              <a:gd name="connsiteX10" fmla="*/ 1387412 w 3616928"/>
              <a:gd name="connsiteY10" fmla="*/ 2507743 h 2717482"/>
              <a:gd name="connsiteX11" fmla="*/ 1375791 w 3616928"/>
              <a:gd name="connsiteY11" fmla="*/ 2520316 h 2717482"/>
              <a:gd name="connsiteX12" fmla="*/ 873919 w 3616928"/>
              <a:gd name="connsiteY12" fmla="*/ 2717483 h 2717482"/>
              <a:gd name="connsiteX13" fmla="*/ 325279 w 3616928"/>
              <a:gd name="connsiteY13" fmla="*/ 2493931 h 2717482"/>
              <a:gd name="connsiteX14" fmla="*/ 325279 w 3616928"/>
              <a:gd name="connsiteY14" fmla="*/ 2493931 h 2717482"/>
              <a:gd name="connsiteX15" fmla="*/ 2357057 w 3616928"/>
              <a:gd name="connsiteY15" fmla="*/ 2493836 h 2717482"/>
              <a:gd name="connsiteX16" fmla="*/ 2031968 w 3616928"/>
              <a:gd name="connsiteY16" fmla="*/ 1620108 h 2717482"/>
              <a:gd name="connsiteX17" fmla="*/ 3118485 w 3616928"/>
              <a:gd name="connsiteY17" fmla="*/ 19336 h 2717482"/>
              <a:gd name="connsiteX18" fmla="*/ 3332703 w 3616928"/>
              <a:gd name="connsiteY18" fmla="*/ 71628 h 2717482"/>
              <a:gd name="connsiteX19" fmla="*/ 3332703 w 3616928"/>
              <a:gd name="connsiteY19" fmla="*/ 71628 h 2717482"/>
              <a:gd name="connsiteX20" fmla="*/ 3285744 w 3616928"/>
              <a:gd name="connsiteY20" fmla="*/ 305943 h 2717482"/>
              <a:gd name="connsiteX21" fmla="*/ 2742343 w 3616928"/>
              <a:gd name="connsiteY21" fmla="*/ 858584 h 2717482"/>
              <a:gd name="connsiteX22" fmla="*/ 2962370 w 3616928"/>
              <a:gd name="connsiteY22" fmla="*/ 1294448 h 2717482"/>
              <a:gd name="connsiteX23" fmla="*/ 2966657 w 3616928"/>
              <a:gd name="connsiteY23" fmla="*/ 1295020 h 2717482"/>
              <a:gd name="connsiteX24" fmla="*/ 3616928 w 3616928"/>
              <a:gd name="connsiteY24" fmla="*/ 2006251 h 2717482"/>
              <a:gd name="connsiteX25" fmla="*/ 3413760 w 3616928"/>
              <a:gd name="connsiteY25" fmla="*/ 2514220 h 2717482"/>
              <a:gd name="connsiteX26" fmla="*/ 2905792 w 3616928"/>
              <a:gd name="connsiteY26" fmla="*/ 2717388 h 2717482"/>
              <a:gd name="connsiteX27" fmla="*/ 2357152 w 3616928"/>
              <a:gd name="connsiteY27" fmla="*/ 2493836 h 2717482"/>
              <a:gd name="connsiteX28" fmla="*/ 2357152 w 3616928"/>
              <a:gd name="connsiteY28" fmla="*/ 2493836 h 2717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616928" h="2717482">
                <a:moveTo>
                  <a:pt x="325088" y="2493836"/>
                </a:moveTo>
                <a:cubicBezTo>
                  <a:pt x="121920" y="2270380"/>
                  <a:pt x="0" y="2026539"/>
                  <a:pt x="0" y="1620108"/>
                </a:cubicBezTo>
                <a:cubicBezTo>
                  <a:pt x="0" y="954025"/>
                  <a:pt x="445675" y="359188"/>
                  <a:pt x="1086517" y="19336"/>
                </a:cubicBezTo>
                <a:cubicBezTo>
                  <a:pt x="1160812" y="-20097"/>
                  <a:pt x="1252918" y="2477"/>
                  <a:pt x="1300734" y="71628"/>
                </a:cubicBezTo>
                <a:lnTo>
                  <a:pt x="1300734" y="71628"/>
                </a:lnTo>
                <a:cubicBezTo>
                  <a:pt x="1354550" y="149448"/>
                  <a:pt x="1333310" y="254699"/>
                  <a:pt x="1253776" y="305943"/>
                </a:cubicBezTo>
                <a:cubicBezTo>
                  <a:pt x="981075" y="481585"/>
                  <a:pt x="813911" y="674466"/>
                  <a:pt x="710375" y="858584"/>
                </a:cubicBezTo>
                <a:cubicBezTo>
                  <a:pt x="606838" y="1042702"/>
                  <a:pt x="723805" y="1266159"/>
                  <a:pt x="930497" y="1294448"/>
                </a:cubicBezTo>
                <a:cubicBezTo>
                  <a:pt x="931926" y="1294639"/>
                  <a:pt x="933355" y="1294829"/>
                  <a:pt x="934784" y="1295020"/>
                </a:cubicBezTo>
                <a:cubicBezTo>
                  <a:pt x="1300543" y="1335691"/>
                  <a:pt x="1585055" y="1620108"/>
                  <a:pt x="1585055" y="2006251"/>
                </a:cubicBezTo>
                <a:cubicBezTo>
                  <a:pt x="1585055" y="2186369"/>
                  <a:pt x="1506188" y="2366487"/>
                  <a:pt x="1387412" y="2507743"/>
                </a:cubicBezTo>
                <a:cubicBezTo>
                  <a:pt x="1383792" y="2512124"/>
                  <a:pt x="1379887" y="2516315"/>
                  <a:pt x="1375791" y="2520316"/>
                </a:cubicBezTo>
                <a:cubicBezTo>
                  <a:pt x="1235012" y="2658237"/>
                  <a:pt x="1074230" y="2717483"/>
                  <a:pt x="873919" y="2717483"/>
                </a:cubicBezTo>
                <a:cubicBezTo>
                  <a:pt x="650367" y="2717483"/>
                  <a:pt x="447199" y="2615851"/>
                  <a:pt x="325279" y="2493931"/>
                </a:cubicBezTo>
                <a:lnTo>
                  <a:pt x="325279" y="2493931"/>
                </a:lnTo>
                <a:close/>
                <a:moveTo>
                  <a:pt x="2357057" y="2493836"/>
                </a:moveTo>
                <a:cubicBezTo>
                  <a:pt x="2153888" y="2270284"/>
                  <a:pt x="2031968" y="2026444"/>
                  <a:pt x="2031968" y="1620108"/>
                </a:cubicBezTo>
                <a:cubicBezTo>
                  <a:pt x="2031968" y="954025"/>
                  <a:pt x="2477643" y="359188"/>
                  <a:pt x="3118485" y="19336"/>
                </a:cubicBezTo>
                <a:cubicBezTo>
                  <a:pt x="3192780" y="-20097"/>
                  <a:pt x="3284887" y="2477"/>
                  <a:pt x="3332703" y="71628"/>
                </a:cubicBezTo>
                <a:lnTo>
                  <a:pt x="3332703" y="71628"/>
                </a:lnTo>
                <a:cubicBezTo>
                  <a:pt x="3386519" y="149448"/>
                  <a:pt x="3365278" y="254699"/>
                  <a:pt x="3285744" y="305943"/>
                </a:cubicBezTo>
                <a:cubicBezTo>
                  <a:pt x="3013043" y="481585"/>
                  <a:pt x="2845880" y="674466"/>
                  <a:pt x="2742343" y="858584"/>
                </a:cubicBezTo>
                <a:cubicBezTo>
                  <a:pt x="2640140" y="1040416"/>
                  <a:pt x="2755773" y="1266159"/>
                  <a:pt x="2962370" y="1294448"/>
                </a:cubicBezTo>
                <a:cubicBezTo>
                  <a:pt x="2963799" y="1294639"/>
                  <a:pt x="2965228" y="1294829"/>
                  <a:pt x="2966657" y="1295020"/>
                </a:cubicBezTo>
                <a:cubicBezTo>
                  <a:pt x="3332416" y="1335691"/>
                  <a:pt x="3616928" y="1620108"/>
                  <a:pt x="3616928" y="2006251"/>
                </a:cubicBezTo>
                <a:cubicBezTo>
                  <a:pt x="3616928" y="2189131"/>
                  <a:pt x="3535680" y="2372011"/>
                  <a:pt x="3413760" y="2514220"/>
                </a:cubicBezTo>
                <a:cubicBezTo>
                  <a:pt x="3291840" y="2656428"/>
                  <a:pt x="3108960" y="2717388"/>
                  <a:pt x="2905792" y="2717388"/>
                </a:cubicBezTo>
                <a:cubicBezTo>
                  <a:pt x="2682240" y="2717388"/>
                  <a:pt x="2479072" y="2615756"/>
                  <a:pt x="2357152" y="2493836"/>
                </a:cubicBezTo>
                <a:lnTo>
                  <a:pt x="2357152" y="2493836"/>
                </a:lnTo>
                <a:close/>
              </a:path>
            </a:pathLst>
          </a:custGeom>
          <a:gradFill flip="none" rotWithShape="1">
            <a:gsLst>
              <a:gs pos="48000">
                <a:srgbClr val="1D90B2"/>
              </a:gs>
              <a:gs pos="0">
                <a:srgbClr val="107197"/>
              </a:gs>
              <a:gs pos="100000">
                <a:srgbClr val="8F6FB5"/>
              </a:gs>
            </a:gsLst>
            <a:lin ang="2700000" scaled="1"/>
            <a:tileRect/>
          </a:gradFill>
          <a:ln w="3175"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50800" dist="76200" dir="8100000" algn="tr" rotWithShape="0">
              <a:schemeClr val="tx2">
                <a:alpha val="25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6" name="Text Placeholder 35">
            <a:extLst>
              <a:ext uri="{FF2B5EF4-FFF2-40B4-BE49-F238E27FC236}">
                <a16:creationId xmlns:a16="http://schemas.microsoft.com/office/drawing/2014/main" id="{EED2CE7A-913E-44C3-CE88-0CA16660D9C6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983226" y="2017713"/>
            <a:ext cx="5257237" cy="270394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None/>
              <a:defRPr kumimoji="0" lang="en-US" sz="24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Segoe UI" pitchFamily="34" charset="0"/>
              </a:defRPr>
            </a:lvl1pPr>
          </a:lstStyle>
          <a:p>
            <a:pPr marL="0" lvl="0" indent="0" defTabSz="932472" fontAlgn="base"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None/>
            </a:pPr>
            <a:r>
              <a:rPr lang="en-US"/>
              <a:t>Click to add text</a:t>
            </a:r>
          </a:p>
        </p:txBody>
      </p:sp>
      <p:sp>
        <p:nvSpPr>
          <p:cNvPr id="7" name="Text Placeholder 35">
            <a:extLst>
              <a:ext uri="{FF2B5EF4-FFF2-40B4-BE49-F238E27FC236}">
                <a16:creationId xmlns:a16="http://schemas.microsoft.com/office/drawing/2014/main" id="{141ED9DA-5006-5750-8CB8-2DDCA166F33E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1236664" y="4969297"/>
            <a:ext cx="5003799" cy="2756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kumimoji="0" 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itchFamily="34" charset="0"/>
              </a:defRPr>
            </a:lvl1pPr>
          </a:lstStyle>
          <a:p>
            <a:pPr lvl="0" algn="r" defTabSz="932472" fontAlgn="base"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None/>
            </a:pPr>
            <a:r>
              <a:rPr lang="en-US"/>
              <a:t>Speaker</a:t>
            </a:r>
          </a:p>
        </p:txBody>
      </p:sp>
      <p:sp>
        <p:nvSpPr>
          <p:cNvPr id="8" name="Picture Placeholder 58" descr="Picture">
            <a:extLst>
              <a:ext uri="{FF2B5EF4-FFF2-40B4-BE49-F238E27FC236}">
                <a16:creationId xmlns:a16="http://schemas.microsoft.com/office/drawing/2014/main" id="{C94D28ED-0A03-04FC-066C-F8FB6998305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027864" y="1206500"/>
            <a:ext cx="4445000" cy="4445000"/>
          </a:xfrm>
          <a:prstGeom prst="ellipse">
            <a:avLst/>
          </a:prstGeom>
          <a:solidFill>
            <a:schemeClr val="bg1">
              <a:alpha val="40000"/>
            </a:schemeClr>
          </a:solidFill>
          <a:ln>
            <a:noFill/>
          </a:ln>
          <a:effectLst>
            <a:outerShdw blurRad="266700" sx="102000" sy="102000" algn="ctr" rotWithShape="0">
              <a:prstClr val="black">
                <a:alpha val="5000"/>
              </a:prstClr>
            </a:outerShdw>
          </a:effectLst>
        </p:spPr>
        <p:txBody>
          <a:bodyPr bIns="64008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236090"/>
      </p:ext>
    </p:extLst>
  </p:cSld>
  <p:clrMapOvr>
    <a:masterClrMapping/>
  </p:clrMapOvr>
  <p:transition>
    <p:fade/>
  </p:transition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77DB9AB3-0737-86BA-E863-004E1C7D2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984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16B847-33E6-051E-EE22-5CCE59E8FF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219698"/>
            <a:ext cx="1816900" cy="1638302"/>
          </a:xfrm>
          <a:prstGeom prst="rect">
            <a:avLst/>
          </a:prstGeom>
        </p:spPr>
      </p:pic>
      <p:sp>
        <p:nvSpPr>
          <p:cNvPr id="5" name="Freeform 234">
            <a:extLst>
              <a:ext uri="{FF2B5EF4-FFF2-40B4-BE49-F238E27FC236}">
                <a16:creationId xmlns:a16="http://schemas.microsoft.com/office/drawing/2014/main" id="{F203592C-9A47-8CC3-D64A-47B35CB9B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269635" y="2252686"/>
            <a:ext cx="1434671" cy="182384"/>
          </a:xfrm>
          <a:custGeom>
            <a:avLst/>
            <a:gdLst>
              <a:gd name="T0" fmla="*/ 0 w 472"/>
              <a:gd name="T1" fmla="*/ 0 h 60"/>
              <a:gd name="T2" fmla="*/ 28 w 472"/>
              <a:gd name="T3" fmla="*/ 57 h 60"/>
              <a:gd name="T4" fmla="*/ 46 w 472"/>
              <a:gd name="T5" fmla="*/ 29 h 60"/>
              <a:gd name="T6" fmla="*/ 34 w 472"/>
              <a:gd name="T7" fmla="*/ 48 h 60"/>
              <a:gd name="T8" fmla="*/ 6 w 472"/>
              <a:gd name="T9" fmla="*/ 54 h 60"/>
              <a:gd name="T10" fmla="*/ 41 w 472"/>
              <a:gd name="T11" fmla="*/ 29 h 60"/>
              <a:gd name="T12" fmla="*/ 73 w 472"/>
              <a:gd name="T13" fmla="*/ 0 h 60"/>
              <a:gd name="T14" fmla="*/ 63 w 472"/>
              <a:gd name="T15" fmla="*/ 42 h 60"/>
              <a:gd name="T16" fmla="*/ 101 w 472"/>
              <a:gd name="T17" fmla="*/ 59 h 60"/>
              <a:gd name="T18" fmla="*/ 75 w 472"/>
              <a:gd name="T19" fmla="*/ 10 h 60"/>
              <a:gd name="T20" fmla="*/ 76 w 472"/>
              <a:gd name="T21" fmla="*/ 6 h 60"/>
              <a:gd name="T22" fmla="*/ 87 w 472"/>
              <a:gd name="T23" fmla="*/ 37 h 60"/>
              <a:gd name="T24" fmla="*/ 119 w 472"/>
              <a:gd name="T25" fmla="*/ 11 h 60"/>
              <a:gd name="T26" fmla="*/ 116 w 472"/>
              <a:gd name="T27" fmla="*/ 8 h 60"/>
              <a:gd name="T28" fmla="*/ 116 w 472"/>
              <a:gd name="T29" fmla="*/ 59 h 60"/>
              <a:gd name="T30" fmla="*/ 117 w 472"/>
              <a:gd name="T31" fmla="*/ 0 h 60"/>
              <a:gd name="T32" fmla="*/ 152 w 472"/>
              <a:gd name="T33" fmla="*/ 51 h 60"/>
              <a:gd name="T34" fmla="*/ 152 w 472"/>
              <a:gd name="T35" fmla="*/ 44 h 60"/>
              <a:gd name="T36" fmla="*/ 157 w 472"/>
              <a:gd name="T37" fmla="*/ 59 h 60"/>
              <a:gd name="T38" fmla="*/ 179 w 472"/>
              <a:gd name="T39" fmla="*/ 31 h 60"/>
              <a:gd name="T40" fmla="*/ 178 w 472"/>
              <a:gd name="T41" fmla="*/ 59 h 60"/>
              <a:gd name="T42" fmla="*/ 178 w 472"/>
              <a:gd name="T43" fmla="*/ 0 h 60"/>
              <a:gd name="T44" fmla="*/ 179 w 472"/>
              <a:gd name="T45" fmla="*/ 27 h 60"/>
              <a:gd name="T46" fmla="*/ 210 w 472"/>
              <a:gd name="T47" fmla="*/ 0 h 60"/>
              <a:gd name="T48" fmla="*/ 204 w 472"/>
              <a:gd name="T49" fmla="*/ 59 h 60"/>
              <a:gd name="T50" fmla="*/ 242 w 472"/>
              <a:gd name="T51" fmla="*/ 36 h 60"/>
              <a:gd name="T52" fmla="*/ 247 w 472"/>
              <a:gd name="T53" fmla="*/ 36 h 60"/>
              <a:gd name="T54" fmla="*/ 279 w 472"/>
              <a:gd name="T55" fmla="*/ 36 h 60"/>
              <a:gd name="T56" fmla="*/ 284 w 472"/>
              <a:gd name="T57" fmla="*/ 35 h 60"/>
              <a:gd name="T58" fmla="*/ 355 w 472"/>
              <a:gd name="T59" fmla="*/ 15 h 60"/>
              <a:gd name="T60" fmla="*/ 354 w 472"/>
              <a:gd name="T61" fmla="*/ 9 h 60"/>
              <a:gd name="T62" fmla="*/ 334 w 472"/>
              <a:gd name="T63" fmla="*/ 59 h 60"/>
              <a:gd name="T64" fmla="*/ 335 w 472"/>
              <a:gd name="T65" fmla="*/ 46 h 60"/>
              <a:gd name="T66" fmla="*/ 337 w 472"/>
              <a:gd name="T67" fmla="*/ 52 h 60"/>
              <a:gd name="T68" fmla="*/ 356 w 472"/>
              <a:gd name="T69" fmla="*/ 0 h 60"/>
              <a:gd name="T70" fmla="*/ 370 w 472"/>
              <a:gd name="T71" fmla="*/ 52 h 60"/>
              <a:gd name="T72" fmla="*/ 372 w 472"/>
              <a:gd name="T73" fmla="*/ 48 h 60"/>
              <a:gd name="T74" fmla="*/ 373 w 472"/>
              <a:gd name="T75" fmla="*/ 59 h 60"/>
              <a:gd name="T76" fmla="*/ 429 w 472"/>
              <a:gd name="T77" fmla="*/ 0 h 60"/>
              <a:gd name="T78" fmla="*/ 405 w 472"/>
              <a:gd name="T79" fmla="*/ 27 h 60"/>
              <a:gd name="T80" fmla="*/ 405 w 472"/>
              <a:gd name="T81" fmla="*/ 32 h 60"/>
              <a:gd name="T82" fmla="*/ 430 w 472"/>
              <a:gd name="T83" fmla="*/ 59 h 60"/>
              <a:gd name="T84" fmla="*/ 442 w 472"/>
              <a:gd name="T85" fmla="*/ 0 h 60"/>
              <a:gd name="T86" fmla="*/ 472 w 472"/>
              <a:gd name="T87" fmla="*/ 54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72" h="60">
                <a:moveTo>
                  <a:pt x="39" y="7"/>
                </a:moveTo>
                <a:cubicBezTo>
                  <a:pt x="33" y="2"/>
                  <a:pt x="26" y="0"/>
                  <a:pt x="1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59"/>
                  <a:pt x="0" y="59"/>
                  <a:pt x="0" y="59"/>
                </a:cubicBezTo>
                <a:cubicBezTo>
                  <a:pt x="15" y="59"/>
                  <a:pt x="15" y="59"/>
                  <a:pt x="15" y="59"/>
                </a:cubicBezTo>
                <a:cubicBezTo>
                  <a:pt x="20" y="59"/>
                  <a:pt x="24" y="58"/>
                  <a:pt x="28" y="57"/>
                </a:cubicBezTo>
                <a:cubicBezTo>
                  <a:pt x="32" y="55"/>
                  <a:pt x="35" y="53"/>
                  <a:pt x="38" y="51"/>
                </a:cubicBezTo>
                <a:cubicBezTo>
                  <a:pt x="41" y="48"/>
                  <a:pt x="43" y="45"/>
                  <a:pt x="44" y="41"/>
                </a:cubicBezTo>
                <a:cubicBezTo>
                  <a:pt x="46" y="37"/>
                  <a:pt x="46" y="33"/>
                  <a:pt x="46" y="29"/>
                </a:cubicBezTo>
                <a:cubicBezTo>
                  <a:pt x="46" y="19"/>
                  <a:pt x="44" y="12"/>
                  <a:pt x="39" y="7"/>
                </a:cubicBezTo>
                <a:close/>
                <a:moveTo>
                  <a:pt x="39" y="40"/>
                </a:moveTo>
                <a:cubicBezTo>
                  <a:pt x="38" y="43"/>
                  <a:pt x="36" y="45"/>
                  <a:pt x="34" y="48"/>
                </a:cubicBezTo>
                <a:cubicBezTo>
                  <a:pt x="32" y="50"/>
                  <a:pt x="29" y="51"/>
                  <a:pt x="26" y="52"/>
                </a:cubicBezTo>
                <a:cubicBezTo>
                  <a:pt x="22" y="53"/>
                  <a:pt x="19" y="54"/>
                  <a:pt x="15" y="54"/>
                </a:cubicBezTo>
                <a:cubicBezTo>
                  <a:pt x="6" y="54"/>
                  <a:pt x="6" y="54"/>
                  <a:pt x="6" y="54"/>
                </a:cubicBezTo>
                <a:cubicBezTo>
                  <a:pt x="6" y="5"/>
                  <a:pt x="6" y="5"/>
                  <a:pt x="6" y="5"/>
                </a:cubicBezTo>
                <a:cubicBezTo>
                  <a:pt x="15" y="5"/>
                  <a:pt x="15" y="5"/>
                  <a:pt x="15" y="5"/>
                </a:cubicBezTo>
                <a:cubicBezTo>
                  <a:pt x="32" y="5"/>
                  <a:pt x="41" y="13"/>
                  <a:pt x="41" y="29"/>
                </a:cubicBezTo>
                <a:cubicBezTo>
                  <a:pt x="41" y="33"/>
                  <a:pt x="40" y="36"/>
                  <a:pt x="39" y="40"/>
                </a:cubicBezTo>
                <a:close/>
                <a:moveTo>
                  <a:pt x="79" y="0"/>
                </a:moveTo>
                <a:cubicBezTo>
                  <a:pt x="73" y="0"/>
                  <a:pt x="73" y="0"/>
                  <a:pt x="73" y="0"/>
                </a:cubicBezTo>
                <a:cubicBezTo>
                  <a:pt x="51" y="59"/>
                  <a:pt x="51" y="59"/>
                  <a:pt x="51" y="59"/>
                </a:cubicBezTo>
                <a:cubicBezTo>
                  <a:pt x="57" y="59"/>
                  <a:pt x="57" y="59"/>
                  <a:pt x="57" y="59"/>
                </a:cubicBezTo>
                <a:cubicBezTo>
                  <a:pt x="63" y="42"/>
                  <a:pt x="63" y="42"/>
                  <a:pt x="63" y="42"/>
                </a:cubicBezTo>
                <a:cubicBezTo>
                  <a:pt x="89" y="42"/>
                  <a:pt x="89" y="42"/>
                  <a:pt x="89" y="42"/>
                </a:cubicBezTo>
                <a:cubicBezTo>
                  <a:pt x="95" y="59"/>
                  <a:pt x="95" y="59"/>
                  <a:pt x="95" y="59"/>
                </a:cubicBezTo>
                <a:cubicBezTo>
                  <a:pt x="101" y="59"/>
                  <a:pt x="101" y="59"/>
                  <a:pt x="101" y="59"/>
                </a:cubicBezTo>
                <a:lnTo>
                  <a:pt x="79" y="0"/>
                </a:lnTo>
                <a:close/>
                <a:moveTo>
                  <a:pt x="65" y="37"/>
                </a:move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8"/>
                </a:cubicBezTo>
                <a:cubicBezTo>
                  <a:pt x="76" y="8"/>
                  <a:pt x="76" y="7"/>
                  <a:pt x="76" y="6"/>
                </a:cubicBezTo>
                <a:cubicBezTo>
                  <a:pt x="76" y="6"/>
                  <a:pt x="76" y="6"/>
                  <a:pt x="76" y="6"/>
                </a:cubicBezTo>
                <a:cubicBezTo>
                  <a:pt x="76" y="7"/>
                  <a:pt x="76" y="8"/>
                  <a:pt x="77" y="8"/>
                </a:cubicBezTo>
                <a:cubicBezTo>
                  <a:pt x="77" y="9"/>
                  <a:pt x="77" y="10"/>
                  <a:pt x="77" y="10"/>
                </a:cubicBezTo>
                <a:cubicBezTo>
                  <a:pt x="87" y="37"/>
                  <a:pt x="87" y="37"/>
                  <a:pt x="87" y="37"/>
                </a:cubicBezTo>
                <a:lnTo>
                  <a:pt x="65" y="37"/>
                </a:lnTo>
                <a:close/>
                <a:moveTo>
                  <a:pt x="151" y="59"/>
                </a:moveTo>
                <a:cubicBezTo>
                  <a:pt x="119" y="11"/>
                  <a:pt x="119" y="11"/>
                  <a:pt x="119" y="11"/>
                </a:cubicBezTo>
                <a:cubicBezTo>
                  <a:pt x="118" y="11"/>
                  <a:pt x="118" y="10"/>
                  <a:pt x="117" y="10"/>
                </a:cubicBezTo>
                <a:cubicBezTo>
                  <a:pt x="117" y="9"/>
                  <a:pt x="117" y="8"/>
                  <a:pt x="116" y="8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8"/>
                  <a:pt x="116" y="9"/>
                  <a:pt x="116" y="10"/>
                </a:cubicBezTo>
                <a:cubicBezTo>
                  <a:pt x="116" y="11"/>
                  <a:pt x="116" y="12"/>
                  <a:pt x="116" y="13"/>
                </a:cubicBezTo>
                <a:cubicBezTo>
                  <a:pt x="116" y="59"/>
                  <a:pt x="116" y="59"/>
                  <a:pt x="116" y="59"/>
                </a:cubicBezTo>
                <a:cubicBezTo>
                  <a:pt x="111" y="59"/>
                  <a:pt x="111" y="59"/>
                  <a:pt x="111" y="59"/>
                </a:cubicBezTo>
                <a:cubicBezTo>
                  <a:pt x="111" y="0"/>
                  <a:pt x="111" y="0"/>
                  <a:pt x="111" y="0"/>
                </a:cubicBezTo>
                <a:cubicBezTo>
                  <a:pt x="117" y="0"/>
                  <a:pt x="117" y="0"/>
                  <a:pt x="117" y="0"/>
                </a:cubicBezTo>
                <a:cubicBezTo>
                  <a:pt x="149" y="47"/>
                  <a:pt x="149" y="47"/>
                  <a:pt x="149" y="47"/>
                </a:cubicBezTo>
                <a:cubicBezTo>
                  <a:pt x="150" y="48"/>
                  <a:pt x="150" y="48"/>
                  <a:pt x="151" y="49"/>
                </a:cubicBezTo>
                <a:cubicBezTo>
                  <a:pt x="151" y="50"/>
                  <a:pt x="151" y="50"/>
                  <a:pt x="152" y="51"/>
                </a:cubicBezTo>
                <a:cubicBezTo>
                  <a:pt x="152" y="51"/>
                  <a:pt x="152" y="51"/>
                  <a:pt x="152" y="51"/>
                </a:cubicBezTo>
                <a:cubicBezTo>
                  <a:pt x="152" y="50"/>
                  <a:pt x="152" y="49"/>
                  <a:pt x="152" y="48"/>
                </a:cubicBezTo>
                <a:cubicBezTo>
                  <a:pt x="152" y="46"/>
                  <a:pt x="152" y="45"/>
                  <a:pt x="152" y="44"/>
                </a:cubicBezTo>
                <a:cubicBezTo>
                  <a:pt x="152" y="0"/>
                  <a:pt x="152" y="0"/>
                  <a:pt x="152" y="0"/>
                </a:cubicBezTo>
                <a:cubicBezTo>
                  <a:pt x="157" y="0"/>
                  <a:pt x="157" y="0"/>
                  <a:pt x="157" y="0"/>
                </a:cubicBezTo>
                <a:cubicBezTo>
                  <a:pt x="157" y="59"/>
                  <a:pt x="157" y="59"/>
                  <a:pt x="157" y="59"/>
                </a:cubicBezTo>
                <a:lnTo>
                  <a:pt x="151" y="59"/>
                </a:lnTo>
                <a:close/>
                <a:moveTo>
                  <a:pt x="204" y="59"/>
                </a:moveTo>
                <a:cubicBezTo>
                  <a:pt x="179" y="31"/>
                  <a:pt x="179" y="31"/>
                  <a:pt x="179" y="31"/>
                </a:cubicBezTo>
                <a:cubicBezTo>
                  <a:pt x="179" y="31"/>
                  <a:pt x="178" y="30"/>
                  <a:pt x="178" y="30"/>
                </a:cubicBezTo>
                <a:cubicBezTo>
                  <a:pt x="178" y="30"/>
                  <a:pt x="178" y="30"/>
                  <a:pt x="178" y="30"/>
                </a:cubicBezTo>
                <a:cubicBezTo>
                  <a:pt x="178" y="59"/>
                  <a:pt x="178" y="59"/>
                  <a:pt x="178" y="59"/>
                </a:cubicBezTo>
                <a:cubicBezTo>
                  <a:pt x="173" y="59"/>
                  <a:pt x="173" y="59"/>
                  <a:pt x="173" y="59"/>
                </a:cubicBezTo>
                <a:cubicBezTo>
                  <a:pt x="173" y="0"/>
                  <a:pt x="173" y="0"/>
                  <a:pt x="173" y="0"/>
                </a:cubicBezTo>
                <a:cubicBezTo>
                  <a:pt x="178" y="0"/>
                  <a:pt x="178" y="0"/>
                  <a:pt x="178" y="0"/>
                </a:cubicBezTo>
                <a:cubicBezTo>
                  <a:pt x="178" y="28"/>
                  <a:pt x="178" y="28"/>
                  <a:pt x="178" y="28"/>
                </a:cubicBezTo>
                <a:cubicBezTo>
                  <a:pt x="178" y="28"/>
                  <a:pt x="178" y="28"/>
                  <a:pt x="178" y="28"/>
                </a:cubicBezTo>
                <a:cubicBezTo>
                  <a:pt x="178" y="27"/>
                  <a:pt x="179" y="27"/>
                  <a:pt x="179" y="27"/>
                </a:cubicBezTo>
                <a:cubicBezTo>
                  <a:pt x="179" y="27"/>
                  <a:pt x="179" y="26"/>
                  <a:pt x="180" y="26"/>
                </a:cubicBezTo>
                <a:cubicBezTo>
                  <a:pt x="203" y="0"/>
                  <a:pt x="203" y="0"/>
                  <a:pt x="203" y="0"/>
                </a:cubicBezTo>
                <a:cubicBezTo>
                  <a:pt x="210" y="0"/>
                  <a:pt x="210" y="0"/>
                  <a:pt x="210" y="0"/>
                </a:cubicBezTo>
                <a:cubicBezTo>
                  <a:pt x="184" y="28"/>
                  <a:pt x="184" y="28"/>
                  <a:pt x="184" y="28"/>
                </a:cubicBezTo>
                <a:cubicBezTo>
                  <a:pt x="211" y="59"/>
                  <a:pt x="211" y="59"/>
                  <a:pt x="211" y="59"/>
                </a:cubicBezTo>
                <a:lnTo>
                  <a:pt x="204" y="59"/>
                </a:lnTo>
                <a:close/>
                <a:moveTo>
                  <a:pt x="284" y="35"/>
                </a:moveTo>
                <a:cubicBezTo>
                  <a:pt x="284" y="52"/>
                  <a:pt x="277" y="60"/>
                  <a:pt x="263" y="60"/>
                </a:cubicBezTo>
                <a:cubicBezTo>
                  <a:pt x="249" y="60"/>
                  <a:pt x="242" y="52"/>
                  <a:pt x="242" y="36"/>
                </a:cubicBezTo>
                <a:cubicBezTo>
                  <a:pt x="242" y="0"/>
                  <a:pt x="242" y="0"/>
                  <a:pt x="242" y="0"/>
                </a:cubicBezTo>
                <a:cubicBezTo>
                  <a:pt x="247" y="0"/>
                  <a:pt x="247" y="0"/>
                  <a:pt x="247" y="0"/>
                </a:cubicBezTo>
                <a:cubicBezTo>
                  <a:pt x="247" y="36"/>
                  <a:pt x="247" y="36"/>
                  <a:pt x="247" y="36"/>
                </a:cubicBezTo>
                <a:cubicBezTo>
                  <a:pt x="247" y="42"/>
                  <a:pt x="249" y="47"/>
                  <a:pt x="251" y="50"/>
                </a:cubicBezTo>
                <a:cubicBezTo>
                  <a:pt x="254" y="53"/>
                  <a:pt x="258" y="55"/>
                  <a:pt x="263" y="55"/>
                </a:cubicBezTo>
                <a:cubicBezTo>
                  <a:pt x="274" y="55"/>
                  <a:pt x="279" y="49"/>
                  <a:pt x="279" y="36"/>
                </a:cubicBezTo>
                <a:cubicBezTo>
                  <a:pt x="279" y="0"/>
                  <a:pt x="279" y="0"/>
                  <a:pt x="279" y="0"/>
                </a:cubicBezTo>
                <a:cubicBezTo>
                  <a:pt x="284" y="0"/>
                  <a:pt x="284" y="0"/>
                  <a:pt x="284" y="0"/>
                </a:cubicBezTo>
                <a:lnTo>
                  <a:pt x="284" y="35"/>
                </a:lnTo>
                <a:close/>
                <a:moveTo>
                  <a:pt x="373" y="59"/>
                </a:moveTo>
                <a:cubicBezTo>
                  <a:pt x="368" y="59"/>
                  <a:pt x="368" y="59"/>
                  <a:pt x="368" y="59"/>
                </a:cubicBezTo>
                <a:cubicBezTo>
                  <a:pt x="355" y="15"/>
                  <a:pt x="355" y="15"/>
                  <a:pt x="355" y="15"/>
                </a:cubicBezTo>
                <a:cubicBezTo>
                  <a:pt x="355" y="14"/>
                  <a:pt x="354" y="13"/>
                  <a:pt x="354" y="12"/>
                </a:cubicBezTo>
                <a:cubicBezTo>
                  <a:pt x="354" y="11"/>
                  <a:pt x="354" y="10"/>
                  <a:pt x="354" y="9"/>
                </a:cubicBezTo>
                <a:cubicBezTo>
                  <a:pt x="354" y="9"/>
                  <a:pt x="354" y="9"/>
                  <a:pt x="354" y="9"/>
                </a:cubicBezTo>
                <a:cubicBezTo>
                  <a:pt x="354" y="11"/>
                  <a:pt x="353" y="13"/>
                  <a:pt x="353" y="15"/>
                </a:cubicBezTo>
                <a:cubicBezTo>
                  <a:pt x="339" y="59"/>
                  <a:pt x="339" y="59"/>
                  <a:pt x="339" y="59"/>
                </a:cubicBezTo>
                <a:cubicBezTo>
                  <a:pt x="334" y="59"/>
                  <a:pt x="334" y="59"/>
                  <a:pt x="334" y="59"/>
                </a:cubicBezTo>
                <a:cubicBezTo>
                  <a:pt x="316" y="0"/>
                  <a:pt x="316" y="0"/>
                  <a:pt x="316" y="0"/>
                </a:cubicBezTo>
                <a:cubicBezTo>
                  <a:pt x="322" y="0"/>
                  <a:pt x="322" y="0"/>
                  <a:pt x="322" y="0"/>
                </a:cubicBezTo>
                <a:cubicBezTo>
                  <a:pt x="335" y="46"/>
                  <a:pt x="335" y="46"/>
                  <a:pt x="335" y="46"/>
                </a:cubicBezTo>
                <a:cubicBezTo>
                  <a:pt x="336" y="47"/>
                  <a:pt x="336" y="48"/>
                  <a:pt x="336" y="49"/>
                </a:cubicBezTo>
                <a:cubicBezTo>
                  <a:pt x="336" y="50"/>
                  <a:pt x="336" y="51"/>
                  <a:pt x="337" y="52"/>
                </a:cubicBezTo>
                <a:cubicBezTo>
                  <a:pt x="337" y="52"/>
                  <a:pt x="337" y="52"/>
                  <a:pt x="337" y="52"/>
                </a:cubicBezTo>
                <a:cubicBezTo>
                  <a:pt x="337" y="51"/>
                  <a:pt x="337" y="49"/>
                  <a:pt x="338" y="46"/>
                </a:cubicBezTo>
                <a:cubicBezTo>
                  <a:pt x="352" y="0"/>
                  <a:pt x="352" y="0"/>
                  <a:pt x="352" y="0"/>
                </a:cubicBezTo>
                <a:cubicBezTo>
                  <a:pt x="356" y="0"/>
                  <a:pt x="356" y="0"/>
                  <a:pt x="356" y="0"/>
                </a:cubicBezTo>
                <a:cubicBezTo>
                  <a:pt x="369" y="46"/>
                  <a:pt x="369" y="46"/>
                  <a:pt x="369" y="46"/>
                </a:cubicBezTo>
                <a:cubicBezTo>
                  <a:pt x="370" y="47"/>
                  <a:pt x="370" y="48"/>
                  <a:pt x="370" y="49"/>
                </a:cubicBezTo>
                <a:cubicBezTo>
                  <a:pt x="370" y="50"/>
                  <a:pt x="370" y="51"/>
                  <a:pt x="370" y="52"/>
                </a:cubicBezTo>
                <a:cubicBezTo>
                  <a:pt x="371" y="52"/>
                  <a:pt x="371" y="52"/>
                  <a:pt x="371" y="52"/>
                </a:cubicBezTo>
                <a:cubicBezTo>
                  <a:pt x="371" y="51"/>
                  <a:pt x="371" y="51"/>
                  <a:pt x="371" y="50"/>
                </a:cubicBezTo>
                <a:cubicBezTo>
                  <a:pt x="371" y="49"/>
                  <a:pt x="371" y="48"/>
                  <a:pt x="372" y="48"/>
                </a:cubicBezTo>
                <a:cubicBezTo>
                  <a:pt x="385" y="0"/>
                  <a:pt x="385" y="0"/>
                  <a:pt x="385" y="0"/>
                </a:cubicBezTo>
                <a:cubicBezTo>
                  <a:pt x="390" y="0"/>
                  <a:pt x="390" y="0"/>
                  <a:pt x="390" y="0"/>
                </a:cubicBezTo>
                <a:lnTo>
                  <a:pt x="373" y="59"/>
                </a:lnTo>
                <a:close/>
                <a:moveTo>
                  <a:pt x="400" y="59"/>
                </a:moveTo>
                <a:cubicBezTo>
                  <a:pt x="400" y="0"/>
                  <a:pt x="400" y="0"/>
                  <a:pt x="400" y="0"/>
                </a:cubicBezTo>
                <a:cubicBezTo>
                  <a:pt x="429" y="0"/>
                  <a:pt x="429" y="0"/>
                  <a:pt x="429" y="0"/>
                </a:cubicBezTo>
                <a:cubicBezTo>
                  <a:pt x="429" y="5"/>
                  <a:pt x="429" y="5"/>
                  <a:pt x="429" y="5"/>
                </a:cubicBezTo>
                <a:cubicBezTo>
                  <a:pt x="405" y="5"/>
                  <a:pt x="405" y="5"/>
                  <a:pt x="405" y="5"/>
                </a:cubicBezTo>
                <a:cubicBezTo>
                  <a:pt x="405" y="27"/>
                  <a:pt x="405" y="27"/>
                  <a:pt x="405" y="27"/>
                </a:cubicBezTo>
                <a:cubicBezTo>
                  <a:pt x="427" y="27"/>
                  <a:pt x="427" y="27"/>
                  <a:pt x="427" y="27"/>
                </a:cubicBezTo>
                <a:cubicBezTo>
                  <a:pt x="427" y="32"/>
                  <a:pt x="427" y="32"/>
                  <a:pt x="427" y="32"/>
                </a:cubicBezTo>
                <a:cubicBezTo>
                  <a:pt x="405" y="32"/>
                  <a:pt x="405" y="32"/>
                  <a:pt x="405" y="32"/>
                </a:cubicBezTo>
                <a:cubicBezTo>
                  <a:pt x="405" y="54"/>
                  <a:pt x="405" y="54"/>
                  <a:pt x="405" y="54"/>
                </a:cubicBezTo>
                <a:cubicBezTo>
                  <a:pt x="430" y="54"/>
                  <a:pt x="430" y="54"/>
                  <a:pt x="430" y="54"/>
                </a:cubicBezTo>
                <a:cubicBezTo>
                  <a:pt x="430" y="59"/>
                  <a:pt x="430" y="59"/>
                  <a:pt x="430" y="59"/>
                </a:cubicBezTo>
                <a:lnTo>
                  <a:pt x="400" y="59"/>
                </a:lnTo>
                <a:close/>
                <a:moveTo>
                  <a:pt x="442" y="59"/>
                </a:moveTo>
                <a:cubicBezTo>
                  <a:pt x="442" y="0"/>
                  <a:pt x="442" y="0"/>
                  <a:pt x="442" y="0"/>
                </a:cubicBezTo>
                <a:cubicBezTo>
                  <a:pt x="448" y="0"/>
                  <a:pt x="448" y="0"/>
                  <a:pt x="448" y="0"/>
                </a:cubicBezTo>
                <a:cubicBezTo>
                  <a:pt x="448" y="54"/>
                  <a:pt x="448" y="54"/>
                  <a:pt x="448" y="54"/>
                </a:cubicBezTo>
                <a:cubicBezTo>
                  <a:pt x="472" y="54"/>
                  <a:pt x="472" y="54"/>
                  <a:pt x="472" y="54"/>
                </a:cubicBezTo>
                <a:cubicBezTo>
                  <a:pt x="472" y="59"/>
                  <a:pt x="472" y="59"/>
                  <a:pt x="472" y="59"/>
                </a:cubicBezTo>
                <a:lnTo>
                  <a:pt x="442" y="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6" name="Freeform 244">
            <a:extLst>
              <a:ext uri="{FF2B5EF4-FFF2-40B4-BE49-F238E27FC236}">
                <a16:creationId xmlns:a16="http://schemas.microsoft.com/office/drawing/2014/main" id="{2F96900C-8279-1C81-04E3-609A873A6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77862" y="1694482"/>
            <a:ext cx="1220176" cy="273577"/>
          </a:xfrm>
          <a:custGeom>
            <a:avLst/>
            <a:gdLst>
              <a:gd name="T0" fmla="*/ 0 w 402"/>
              <a:gd name="T1" fmla="*/ 21 h 90"/>
              <a:gd name="T2" fmla="*/ 18 w 402"/>
              <a:gd name="T3" fmla="*/ 89 h 90"/>
              <a:gd name="T4" fmla="*/ 54 w 402"/>
              <a:gd name="T5" fmla="*/ 54 h 90"/>
              <a:gd name="T6" fmla="*/ 39 w 402"/>
              <a:gd name="T7" fmla="*/ 75 h 90"/>
              <a:gd name="T8" fmla="*/ 8 w 402"/>
              <a:gd name="T9" fmla="*/ 82 h 90"/>
              <a:gd name="T10" fmla="*/ 19 w 402"/>
              <a:gd name="T11" fmla="*/ 29 h 90"/>
              <a:gd name="T12" fmla="*/ 39 w 402"/>
              <a:gd name="T13" fmla="*/ 75 h 90"/>
              <a:gd name="T14" fmla="*/ 27 w 402"/>
              <a:gd name="T15" fmla="*/ 15 h 90"/>
              <a:gd name="T16" fmla="*/ 10 w 402"/>
              <a:gd name="T17" fmla="*/ 0 h 90"/>
              <a:gd name="T18" fmla="*/ 23 w 402"/>
              <a:gd name="T19" fmla="*/ 10 h 90"/>
              <a:gd name="T20" fmla="*/ 37 w 402"/>
              <a:gd name="T21" fmla="*/ 0 h 90"/>
              <a:gd name="T22" fmla="*/ 84 w 402"/>
              <a:gd name="T23" fmla="*/ 21 h 90"/>
              <a:gd name="T24" fmla="*/ 67 w 402"/>
              <a:gd name="T25" fmla="*/ 89 h 90"/>
              <a:gd name="T26" fmla="*/ 102 w 402"/>
              <a:gd name="T27" fmla="*/ 70 h 90"/>
              <a:gd name="T28" fmla="*/ 118 w 402"/>
              <a:gd name="T29" fmla="*/ 89 h 90"/>
              <a:gd name="T30" fmla="*/ 77 w 402"/>
              <a:gd name="T31" fmla="*/ 63 h 90"/>
              <a:gd name="T32" fmla="*/ 88 w 402"/>
              <a:gd name="T33" fmla="*/ 30 h 90"/>
              <a:gd name="T34" fmla="*/ 89 w 402"/>
              <a:gd name="T35" fmla="*/ 34 h 90"/>
              <a:gd name="T36" fmla="*/ 77 w 402"/>
              <a:gd name="T37" fmla="*/ 63 h 90"/>
              <a:gd name="T38" fmla="*/ 164 w 402"/>
              <a:gd name="T39" fmla="*/ 89 h 90"/>
              <a:gd name="T40" fmla="*/ 136 w 402"/>
              <a:gd name="T41" fmla="*/ 56 h 90"/>
              <a:gd name="T42" fmla="*/ 136 w 402"/>
              <a:gd name="T43" fmla="*/ 89 h 90"/>
              <a:gd name="T44" fmla="*/ 128 w 402"/>
              <a:gd name="T45" fmla="*/ 21 h 90"/>
              <a:gd name="T46" fmla="*/ 136 w 402"/>
              <a:gd name="T47" fmla="*/ 53 h 90"/>
              <a:gd name="T48" fmla="*/ 138 w 402"/>
              <a:gd name="T49" fmla="*/ 51 h 90"/>
              <a:gd name="T50" fmla="*/ 173 w 402"/>
              <a:gd name="T51" fmla="*/ 21 h 90"/>
              <a:gd name="T52" fmla="*/ 175 w 402"/>
              <a:gd name="T53" fmla="*/ 89 h 90"/>
              <a:gd name="T54" fmla="*/ 208 w 402"/>
              <a:gd name="T55" fmla="*/ 90 h 90"/>
              <a:gd name="T56" fmla="*/ 183 w 402"/>
              <a:gd name="T57" fmla="*/ 21 h 90"/>
              <a:gd name="T58" fmla="*/ 191 w 402"/>
              <a:gd name="T59" fmla="*/ 62 h 90"/>
              <a:gd name="T60" fmla="*/ 226 w 402"/>
              <a:gd name="T61" fmla="*/ 63 h 90"/>
              <a:gd name="T62" fmla="*/ 233 w 402"/>
              <a:gd name="T63" fmla="*/ 21 h 90"/>
              <a:gd name="T64" fmla="*/ 267 w 402"/>
              <a:gd name="T65" fmla="*/ 65 h 90"/>
              <a:gd name="T66" fmla="*/ 249 w 402"/>
              <a:gd name="T67" fmla="*/ 90 h 90"/>
              <a:gd name="T68" fmla="*/ 242 w 402"/>
              <a:gd name="T69" fmla="*/ 81 h 90"/>
              <a:gd name="T70" fmla="*/ 260 w 402"/>
              <a:gd name="T71" fmla="*/ 65 h 90"/>
              <a:gd name="T72" fmla="*/ 267 w 402"/>
              <a:gd name="T73" fmla="*/ 21 h 90"/>
              <a:gd name="T74" fmla="*/ 320 w 402"/>
              <a:gd name="T75" fmla="*/ 89 h 90"/>
              <a:gd name="T76" fmla="*/ 285 w 402"/>
              <a:gd name="T77" fmla="*/ 21 h 90"/>
              <a:gd name="T78" fmla="*/ 319 w 402"/>
              <a:gd name="T79" fmla="*/ 29 h 90"/>
              <a:gd name="T80" fmla="*/ 292 w 402"/>
              <a:gd name="T81" fmla="*/ 51 h 90"/>
              <a:gd name="T82" fmla="*/ 317 w 402"/>
              <a:gd name="T83" fmla="*/ 58 h 90"/>
              <a:gd name="T84" fmla="*/ 292 w 402"/>
              <a:gd name="T85" fmla="*/ 82 h 90"/>
              <a:gd name="T86" fmla="*/ 320 w 402"/>
              <a:gd name="T87" fmla="*/ 89 h 90"/>
              <a:gd name="T88" fmla="*/ 394 w 402"/>
              <a:gd name="T89" fmla="*/ 89 h 90"/>
              <a:gd name="T90" fmla="*/ 395 w 402"/>
              <a:gd name="T91" fmla="*/ 31 h 90"/>
              <a:gd name="T92" fmla="*/ 393 w 402"/>
              <a:gd name="T93" fmla="*/ 37 h 90"/>
              <a:gd name="T94" fmla="*/ 366 w 402"/>
              <a:gd name="T95" fmla="*/ 89 h 90"/>
              <a:gd name="T96" fmla="*/ 341 w 402"/>
              <a:gd name="T97" fmla="*/ 31 h 90"/>
              <a:gd name="T98" fmla="*/ 341 w 402"/>
              <a:gd name="T99" fmla="*/ 44 h 90"/>
              <a:gd name="T100" fmla="*/ 333 w 402"/>
              <a:gd name="T101" fmla="*/ 89 h 90"/>
              <a:gd name="T102" fmla="*/ 344 w 402"/>
              <a:gd name="T103" fmla="*/ 21 h 90"/>
              <a:gd name="T104" fmla="*/ 368 w 402"/>
              <a:gd name="T105" fmla="*/ 77 h 90"/>
              <a:gd name="T106" fmla="*/ 371 w 402"/>
              <a:gd name="T107" fmla="*/ 68 h 90"/>
              <a:gd name="T108" fmla="*/ 402 w 402"/>
              <a:gd name="T109" fmla="*/ 21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402" h="90">
                <a:moveTo>
                  <a:pt x="19" y="21"/>
                </a:moveTo>
                <a:cubicBezTo>
                  <a:pt x="0" y="21"/>
                  <a:pt x="0" y="21"/>
                  <a:pt x="0" y="21"/>
                </a:cubicBezTo>
                <a:cubicBezTo>
                  <a:pt x="0" y="89"/>
                  <a:pt x="0" y="89"/>
                  <a:pt x="0" y="89"/>
                </a:cubicBezTo>
                <a:cubicBezTo>
                  <a:pt x="18" y="89"/>
                  <a:pt x="18" y="89"/>
                  <a:pt x="18" y="89"/>
                </a:cubicBezTo>
                <a:cubicBezTo>
                  <a:pt x="29" y="89"/>
                  <a:pt x="38" y="86"/>
                  <a:pt x="45" y="79"/>
                </a:cubicBezTo>
                <a:cubicBezTo>
                  <a:pt x="51" y="73"/>
                  <a:pt x="54" y="65"/>
                  <a:pt x="54" y="54"/>
                </a:cubicBezTo>
                <a:cubicBezTo>
                  <a:pt x="54" y="32"/>
                  <a:pt x="43" y="21"/>
                  <a:pt x="19" y="21"/>
                </a:cubicBezTo>
                <a:close/>
                <a:moveTo>
                  <a:pt x="39" y="75"/>
                </a:moveTo>
                <a:cubicBezTo>
                  <a:pt x="34" y="79"/>
                  <a:pt x="27" y="82"/>
                  <a:pt x="18" y="82"/>
                </a:cubicBezTo>
                <a:cubicBezTo>
                  <a:pt x="8" y="82"/>
                  <a:pt x="8" y="82"/>
                  <a:pt x="8" y="82"/>
                </a:cubicBezTo>
                <a:cubicBezTo>
                  <a:pt x="8" y="29"/>
                  <a:pt x="8" y="29"/>
                  <a:pt x="8" y="29"/>
                </a:cubicBezTo>
                <a:cubicBezTo>
                  <a:pt x="19" y="29"/>
                  <a:pt x="19" y="29"/>
                  <a:pt x="19" y="29"/>
                </a:cubicBezTo>
                <a:cubicBezTo>
                  <a:pt x="37" y="29"/>
                  <a:pt x="46" y="37"/>
                  <a:pt x="46" y="54"/>
                </a:cubicBezTo>
                <a:cubicBezTo>
                  <a:pt x="46" y="63"/>
                  <a:pt x="44" y="70"/>
                  <a:pt x="39" y="75"/>
                </a:cubicBezTo>
                <a:close/>
                <a:moveTo>
                  <a:pt x="37" y="0"/>
                </a:moveTo>
                <a:cubicBezTo>
                  <a:pt x="27" y="15"/>
                  <a:pt x="27" y="15"/>
                  <a:pt x="27" y="15"/>
                </a:cubicBezTo>
                <a:cubicBezTo>
                  <a:pt x="20" y="15"/>
                  <a:pt x="20" y="15"/>
                  <a:pt x="20" y="15"/>
                </a:cubicBezTo>
                <a:cubicBezTo>
                  <a:pt x="10" y="0"/>
                  <a:pt x="10" y="0"/>
                  <a:pt x="10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23" y="10"/>
                  <a:pt x="23" y="10"/>
                  <a:pt x="23" y="10"/>
                </a:cubicBezTo>
                <a:cubicBezTo>
                  <a:pt x="31" y="0"/>
                  <a:pt x="31" y="0"/>
                  <a:pt x="31" y="0"/>
                </a:cubicBezTo>
                <a:lnTo>
                  <a:pt x="37" y="0"/>
                </a:lnTo>
                <a:close/>
                <a:moveTo>
                  <a:pt x="92" y="21"/>
                </a:moveTo>
                <a:cubicBezTo>
                  <a:pt x="84" y="21"/>
                  <a:pt x="84" y="21"/>
                  <a:pt x="84" y="21"/>
                </a:cubicBezTo>
                <a:cubicBezTo>
                  <a:pt x="58" y="89"/>
                  <a:pt x="58" y="89"/>
                  <a:pt x="58" y="89"/>
                </a:cubicBezTo>
                <a:cubicBezTo>
                  <a:pt x="67" y="89"/>
                  <a:pt x="67" y="89"/>
                  <a:pt x="67" y="89"/>
                </a:cubicBezTo>
                <a:cubicBezTo>
                  <a:pt x="74" y="70"/>
                  <a:pt x="74" y="70"/>
                  <a:pt x="74" y="70"/>
                </a:cubicBezTo>
                <a:cubicBezTo>
                  <a:pt x="102" y="70"/>
                  <a:pt x="102" y="70"/>
                  <a:pt x="102" y="70"/>
                </a:cubicBezTo>
                <a:cubicBezTo>
                  <a:pt x="110" y="89"/>
                  <a:pt x="110" y="89"/>
                  <a:pt x="110" y="89"/>
                </a:cubicBezTo>
                <a:cubicBezTo>
                  <a:pt x="118" y="89"/>
                  <a:pt x="118" y="89"/>
                  <a:pt x="118" y="89"/>
                </a:cubicBezTo>
                <a:lnTo>
                  <a:pt x="92" y="21"/>
                </a:lnTo>
                <a:close/>
                <a:moveTo>
                  <a:pt x="77" y="63"/>
                </a:moveTo>
                <a:cubicBezTo>
                  <a:pt x="87" y="34"/>
                  <a:pt x="87" y="34"/>
                  <a:pt x="87" y="34"/>
                </a:cubicBezTo>
                <a:cubicBezTo>
                  <a:pt x="87" y="33"/>
                  <a:pt x="88" y="32"/>
                  <a:pt x="88" y="30"/>
                </a:cubicBezTo>
                <a:cubicBezTo>
                  <a:pt x="88" y="30"/>
                  <a:pt x="88" y="30"/>
                  <a:pt x="88" y="30"/>
                </a:cubicBezTo>
                <a:cubicBezTo>
                  <a:pt x="89" y="32"/>
                  <a:pt x="89" y="33"/>
                  <a:pt x="89" y="34"/>
                </a:cubicBezTo>
                <a:cubicBezTo>
                  <a:pt x="100" y="63"/>
                  <a:pt x="100" y="63"/>
                  <a:pt x="100" y="63"/>
                </a:cubicBezTo>
                <a:lnTo>
                  <a:pt x="77" y="63"/>
                </a:lnTo>
                <a:close/>
                <a:moveTo>
                  <a:pt x="175" y="89"/>
                </a:moveTo>
                <a:cubicBezTo>
                  <a:pt x="164" y="89"/>
                  <a:pt x="164" y="89"/>
                  <a:pt x="164" y="89"/>
                </a:cubicBezTo>
                <a:cubicBezTo>
                  <a:pt x="138" y="58"/>
                  <a:pt x="138" y="58"/>
                  <a:pt x="138" y="58"/>
                </a:cubicBezTo>
                <a:cubicBezTo>
                  <a:pt x="137" y="57"/>
                  <a:pt x="137" y="56"/>
                  <a:pt x="136" y="56"/>
                </a:cubicBezTo>
                <a:cubicBezTo>
                  <a:pt x="136" y="56"/>
                  <a:pt x="136" y="56"/>
                  <a:pt x="136" y="56"/>
                </a:cubicBezTo>
                <a:cubicBezTo>
                  <a:pt x="136" y="89"/>
                  <a:pt x="136" y="89"/>
                  <a:pt x="136" y="89"/>
                </a:cubicBezTo>
                <a:cubicBezTo>
                  <a:pt x="128" y="89"/>
                  <a:pt x="128" y="89"/>
                  <a:pt x="128" y="89"/>
                </a:cubicBezTo>
                <a:cubicBezTo>
                  <a:pt x="128" y="21"/>
                  <a:pt x="128" y="21"/>
                  <a:pt x="128" y="21"/>
                </a:cubicBezTo>
                <a:cubicBezTo>
                  <a:pt x="136" y="21"/>
                  <a:pt x="136" y="21"/>
                  <a:pt x="136" y="21"/>
                </a:cubicBezTo>
                <a:cubicBezTo>
                  <a:pt x="136" y="53"/>
                  <a:pt x="136" y="53"/>
                  <a:pt x="136" y="53"/>
                </a:cubicBezTo>
                <a:cubicBezTo>
                  <a:pt x="136" y="53"/>
                  <a:pt x="136" y="53"/>
                  <a:pt x="136" y="53"/>
                </a:cubicBezTo>
                <a:cubicBezTo>
                  <a:pt x="137" y="52"/>
                  <a:pt x="137" y="52"/>
                  <a:pt x="138" y="51"/>
                </a:cubicBezTo>
                <a:cubicBezTo>
                  <a:pt x="163" y="21"/>
                  <a:pt x="163" y="21"/>
                  <a:pt x="163" y="21"/>
                </a:cubicBezTo>
                <a:cubicBezTo>
                  <a:pt x="173" y="21"/>
                  <a:pt x="173" y="21"/>
                  <a:pt x="173" y="21"/>
                </a:cubicBezTo>
                <a:cubicBezTo>
                  <a:pt x="144" y="54"/>
                  <a:pt x="144" y="54"/>
                  <a:pt x="144" y="54"/>
                </a:cubicBezTo>
                <a:lnTo>
                  <a:pt x="175" y="89"/>
                </a:lnTo>
                <a:close/>
                <a:moveTo>
                  <a:pt x="233" y="62"/>
                </a:moveTo>
                <a:cubicBezTo>
                  <a:pt x="233" y="80"/>
                  <a:pt x="225" y="90"/>
                  <a:pt x="208" y="90"/>
                </a:cubicBezTo>
                <a:cubicBezTo>
                  <a:pt x="191" y="90"/>
                  <a:pt x="183" y="81"/>
                  <a:pt x="183" y="63"/>
                </a:cubicBezTo>
                <a:cubicBezTo>
                  <a:pt x="183" y="21"/>
                  <a:pt x="183" y="21"/>
                  <a:pt x="183" y="21"/>
                </a:cubicBezTo>
                <a:cubicBezTo>
                  <a:pt x="191" y="21"/>
                  <a:pt x="191" y="21"/>
                  <a:pt x="191" y="21"/>
                </a:cubicBezTo>
                <a:cubicBezTo>
                  <a:pt x="191" y="62"/>
                  <a:pt x="191" y="62"/>
                  <a:pt x="191" y="62"/>
                </a:cubicBezTo>
                <a:cubicBezTo>
                  <a:pt x="191" y="76"/>
                  <a:pt x="197" y="83"/>
                  <a:pt x="209" y="83"/>
                </a:cubicBezTo>
                <a:cubicBezTo>
                  <a:pt x="220" y="83"/>
                  <a:pt x="226" y="76"/>
                  <a:pt x="226" y="63"/>
                </a:cubicBezTo>
                <a:cubicBezTo>
                  <a:pt x="226" y="21"/>
                  <a:pt x="226" y="21"/>
                  <a:pt x="226" y="21"/>
                </a:cubicBezTo>
                <a:cubicBezTo>
                  <a:pt x="233" y="21"/>
                  <a:pt x="233" y="21"/>
                  <a:pt x="233" y="21"/>
                </a:cubicBezTo>
                <a:lnTo>
                  <a:pt x="233" y="62"/>
                </a:lnTo>
                <a:close/>
                <a:moveTo>
                  <a:pt x="267" y="65"/>
                </a:moveTo>
                <a:cubicBezTo>
                  <a:pt x="267" y="73"/>
                  <a:pt x="266" y="79"/>
                  <a:pt x="262" y="83"/>
                </a:cubicBezTo>
                <a:cubicBezTo>
                  <a:pt x="259" y="88"/>
                  <a:pt x="255" y="90"/>
                  <a:pt x="249" y="90"/>
                </a:cubicBezTo>
                <a:cubicBezTo>
                  <a:pt x="246" y="90"/>
                  <a:pt x="244" y="90"/>
                  <a:pt x="242" y="89"/>
                </a:cubicBezTo>
                <a:cubicBezTo>
                  <a:pt x="242" y="81"/>
                  <a:pt x="242" y="81"/>
                  <a:pt x="242" y="81"/>
                </a:cubicBezTo>
                <a:cubicBezTo>
                  <a:pt x="244" y="82"/>
                  <a:pt x="246" y="83"/>
                  <a:pt x="249" y="83"/>
                </a:cubicBezTo>
                <a:cubicBezTo>
                  <a:pt x="256" y="83"/>
                  <a:pt x="260" y="77"/>
                  <a:pt x="260" y="65"/>
                </a:cubicBezTo>
                <a:cubicBezTo>
                  <a:pt x="260" y="21"/>
                  <a:pt x="260" y="21"/>
                  <a:pt x="260" y="21"/>
                </a:cubicBezTo>
                <a:cubicBezTo>
                  <a:pt x="267" y="21"/>
                  <a:pt x="267" y="21"/>
                  <a:pt x="267" y="21"/>
                </a:cubicBezTo>
                <a:lnTo>
                  <a:pt x="267" y="65"/>
                </a:lnTo>
                <a:close/>
                <a:moveTo>
                  <a:pt x="320" y="89"/>
                </a:moveTo>
                <a:cubicBezTo>
                  <a:pt x="285" y="89"/>
                  <a:pt x="285" y="89"/>
                  <a:pt x="285" y="89"/>
                </a:cubicBezTo>
                <a:cubicBezTo>
                  <a:pt x="285" y="21"/>
                  <a:pt x="285" y="21"/>
                  <a:pt x="285" y="21"/>
                </a:cubicBezTo>
                <a:cubicBezTo>
                  <a:pt x="319" y="21"/>
                  <a:pt x="319" y="21"/>
                  <a:pt x="319" y="21"/>
                </a:cubicBezTo>
                <a:cubicBezTo>
                  <a:pt x="319" y="29"/>
                  <a:pt x="319" y="29"/>
                  <a:pt x="319" y="29"/>
                </a:cubicBezTo>
                <a:cubicBezTo>
                  <a:pt x="292" y="29"/>
                  <a:pt x="292" y="29"/>
                  <a:pt x="292" y="29"/>
                </a:cubicBezTo>
                <a:cubicBezTo>
                  <a:pt x="292" y="51"/>
                  <a:pt x="292" y="51"/>
                  <a:pt x="292" y="51"/>
                </a:cubicBezTo>
                <a:cubicBezTo>
                  <a:pt x="317" y="51"/>
                  <a:pt x="317" y="51"/>
                  <a:pt x="317" y="51"/>
                </a:cubicBezTo>
                <a:cubicBezTo>
                  <a:pt x="317" y="58"/>
                  <a:pt x="317" y="58"/>
                  <a:pt x="317" y="58"/>
                </a:cubicBezTo>
                <a:cubicBezTo>
                  <a:pt x="292" y="58"/>
                  <a:pt x="292" y="58"/>
                  <a:pt x="292" y="58"/>
                </a:cubicBezTo>
                <a:cubicBezTo>
                  <a:pt x="292" y="82"/>
                  <a:pt x="292" y="82"/>
                  <a:pt x="292" y="82"/>
                </a:cubicBezTo>
                <a:cubicBezTo>
                  <a:pt x="320" y="82"/>
                  <a:pt x="320" y="82"/>
                  <a:pt x="320" y="82"/>
                </a:cubicBezTo>
                <a:lnTo>
                  <a:pt x="320" y="89"/>
                </a:lnTo>
                <a:close/>
                <a:moveTo>
                  <a:pt x="402" y="89"/>
                </a:moveTo>
                <a:cubicBezTo>
                  <a:pt x="394" y="89"/>
                  <a:pt x="394" y="89"/>
                  <a:pt x="394" y="89"/>
                </a:cubicBezTo>
                <a:cubicBezTo>
                  <a:pt x="394" y="44"/>
                  <a:pt x="394" y="44"/>
                  <a:pt x="394" y="44"/>
                </a:cubicBezTo>
                <a:cubicBezTo>
                  <a:pt x="394" y="40"/>
                  <a:pt x="394" y="36"/>
                  <a:pt x="395" y="31"/>
                </a:cubicBezTo>
                <a:cubicBezTo>
                  <a:pt x="395" y="31"/>
                  <a:pt x="395" y="31"/>
                  <a:pt x="395" y="31"/>
                </a:cubicBezTo>
                <a:cubicBezTo>
                  <a:pt x="394" y="34"/>
                  <a:pt x="393" y="36"/>
                  <a:pt x="393" y="37"/>
                </a:cubicBezTo>
                <a:cubicBezTo>
                  <a:pt x="370" y="89"/>
                  <a:pt x="370" y="89"/>
                  <a:pt x="370" y="89"/>
                </a:cubicBezTo>
                <a:cubicBezTo>
                  <a:pt x="366" y="89"/>
                  <a:pt x="366" y="89"/>
                  <a:pt x="366" y="89"/>
                </a:cubicBezTo>
                <a:cubicBezTo>
                  <a:pt x="343" y="37"/>
                  <a:pt x="343" y="37"/>
                  <a:pt x="343" y="37"/>
                </a:cubicBezTo>
                <a:cubicBezTo>
                  <a:pt x="342" y="36"/>
                  <a:pt x="341" y="34"/>
                  <a:pt x="341" y="31"/>
                </a:cubicBezTo>
                <a:cubicBezTo>
                  <a:pt x="341" y="31"/>
                  <a:pt x="341" y="31"/>
                  <a:pt x="341" y="31"/>
                </a:cubicBezTo>
                <a:cubicBezTo>
                  <a:pt x="341" y="33"/>
                  <a:pt x="341" y="38"/>
                  <a:pt x="341" y="44"/>
                </a:cubicBezTo>
                <a:cubicBezTo>
                  <a:pt x="341" y="89"/>
                  <a:pt x="341" y="89"/>
                  <a:pt x="341" y="89"/>
                </a:cubicBezTo>
                <a:cubicBezTo>
                  <a:pt x="333" y="89"/>
                  <a:pt x="333" y="89"/>
                  <a:pt x="333" y="89"/>
                </a:cubicBezTo>
                <a:cubicBezTo>
                  <a:pt x="333" y="21"/>
                  <a:pt x="333" y="21"/>
                  <a:pt x="333" y="21"/>
                </a:cubicBezTo>
                <a:cubicBezTo>
                  <a:pt x="344" y="21"/>
                  <a:pt x="344" y="21"/>
                  <a:pt x="344" y="21"/>
                </a:cubicBezTo>
                <a:cubicBezTo>
                  <a:pt x="364" y="68"/>
                  <a:pt x="364" y="68"/>
                  <a:pt x="364" y="68"/>
                </a:cubicBezTo>
                <a:cubicBezTo>
                  <a:pt x="366" y="72"/>
                  <a:pt x="367" y="75"/>
                  <a:pt x="368" y="77"/>
                </a:cubicBezTo>
                <a:cubicBezTo>
                  <a:pt x="368" y="77"/>
                  <a:pt x="368" y="77"/>
                  <a:pt x="368" y="77"/>
                </a:cubicBezTo>
                <a:cubicBezTo>
                  <a:pt x="369" y="73"/>
                  <a:pt x="370" y="70"/>
                  <a:pt x="371" y="68"/>
                </a:cubicBezTo>
                <a:cubicBezTo>
                  <a:pt x="392" y="21"/>
                  <a:pt x="392" y="21"/>
                  <a:pt x="392" y="21"/>
                </a:cubicBezTo>
                <a:cubicBezTo>
                  <a:pt x="402" y="21"/>
                  <a:pt x="402" y="21"/>
                  <a:pt x="402" y="21"/>
                </a:cubicBezTo>
                <a:lnTo>
                  <a:pt x="402" y="89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7" name="Freeform 246">
            <a:extLst>
              <a:ext uri="{FF2B5EF4-FFF2-40B4-BE49-F238E27FC236}">
                <a16:creationId xmlns:a16="http://schemas.microsoft.com/office/drawing/2014/main" id="{E7127616-E2E0-9E97-C99B-CA184484F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075086" y="1112496"/>
            <a:ext cx="1685408" cy="431404"/>
          </a:xfrm>
          <a:custGeom>
            <a:avLst/>
            <a:gdLst>
              <a:gd name="T0" fmla="*/ 216 w 461"/>
              <a:gd name="T1" fmla="*/ 107 h 118"/>
              <a:gd name="T2" fmla="*/ 219 w 461"/>
              <a:gd name="T3" fmla="*/ 97 h 118"/>
              <a:gd name="T4" fmla="*/ 208 w 461"/>
              <a:gd name="T5" fmla="*/ 103 h 118"/>
              <a:gd name="T6" fmla="*/ 390 w 461"/>
              <a:gd name="T7" fmla="*/ 71 h 118"/>
              <a:gd name="T8" fmla="*/ 395 w 461"/>
              <a:gd name="T9" fmla="*/ 46 h 118"/>
              <a:gd name="T10" fmla="*/ 406 w 461"/>
              <a:gd name="T11" fmla="*/ 50 h 118"/>
              <a:gd name="T12" fmla="*/ 382 w 461"/>
              <a:gd name="T13" fmla="*/ 82 h 118"/>
              <a:gd name="T14" fmla="*/ 306 w 461"/>
              <a:gd name="T15" fmla="*/ 72 h 118"/>
              <a:gd name="T16" fmla="*/ 296 w 461"/>
              <a:gd name="T17" fmla="*/ 31 h 118"/>
              <a:gd name="T18" fmla="*/ 272 w 461"/>
              <a:gd name="T19" fmla="*/ 44 h 118"/>
              <a:gd name="T20" fmla="*/ 234 w 461"/>
              <a:gd name="T21" fmla="*/ 53 h 118"/>
              <a:gd name="T22" fmla="*/ 251 w 461"/>
              <a:gd name="T23" fmla="*/ 83 h 118"/>
              <a:gd name="T24" fmla="*/ 237 w 461"/>
              <a:gd name="T25" fmla="*/ 40 h 118"/>
              <a:gd name="T26" fmla="*/ 272 w 461"/>
              <a:gd name="T27" fmla="*/ 87 h 118"/>
              <a:gd name="T28" fmla="*/ 306 w 461"/>
              <a:gd name="T29" fmla="*/ 72 h 118"/>
              <a:gd name="T30" fmla="*/ 246 w 461"/>
              <a:gd name="T31" fmla="*/ 82 h 118"/>
              <a:gd name="T32" fmla="*/ 295 w 461"/>
              <a:gd name="T33" fmla="*/ 72 h 118"/>
              <a:gd name="T34" fmla="*/ 98 w 461"/>
              <a:gd name="T35" fmla="*/ 48 h 118"/>
              <a:gd name="T36" fmla="*/ 61 w 461"/>
              <a:gd name="T37" fmla="*/ 57 h 118"/>
              <a:gd name="T38" fmla="*/ 93 w 461"/>
              <a:gd name="T39" fmla="*/ 82 h 118"/>
              <a:gd name="T40" fmla="*/ 83 w 461"/>
              <a:gd name="T41" fmla="*/ 51 h 118"/>
              <a:gd name="T42" fmla="*/ 65 w 461"/>
              <a:gd name="T43" fmla="*/ 87 h 118"/>
              <a:gd name="T44" fmla="*/ 77 w 461"/>
              <a:gd name="T45" fmla="*/ 51 h 118"/>
              <a:gd name="T46" fmla="*/ 77 w 461"/>
              <a:gd name="T47" fmla="*/ 51 h 118"/>
              <a:gd name="T48" fmla="*/ 316 w 461"/>
              <a:gd name="T49" fmla="*/ 55 h 118"/>
              <a:gd name="T50" fmla="*/ 331 w 461"/>
              <a:gd name="T51" fmla="*/ 59 h 118"/>
              <a:gd name="T52" fmla="*/ 326 w 461"/>
              <a:gd name="T53" fmla="*/ 60 h 118"/>
              <a:gd name="T54" fmla="*/ 353 w 461"/>
              <a:gd name="T55" fmla="*/ 46 h 118"/>
              <a:gd name="T56" fmla="*/ 359 w 461"/>
              <a:gd name="T57" fmla="*/ 47 h 118"/>
              <a:gd name="T58" fmla="*/ 341 w 461"/>
              <a:gd name="T59" fmla="*/ 57 h 118"/>
              <a:gd name="T60" fmla="*/ 174 w 461"/>
              <a:gd name="T61" fmla="*/ 55 h 118"/>
              <a:gd name="T62" fmla="*/ 189 w 461"/>
              <a:gd name="T63" fmla="*/ 59 h 118"/>
              <a:gd name="T64" fmla="*/ 185 w 461"/>
              <a:gd name="T65" fmla="*/ 60 h 118"/>
              <a:gd name="T66" fmla="*/ 211 w 461"/>
              <a:gd name="T67" fmla="*/ 46 h 118"/>
              <a:gd name="T68" fmla="*/ 217 w 461"/>
              <a:gd name="T69" fmla="*/ 47 h 118"/>
              <a:gd name="T70" fmla="*/ 199 w 461"/>
              <a:gd name="T71" fmla="*/ 57 h 118"/>
              <a:gd name="T72" fmla="*/ 28 w 461"/>
              <a:gd name="T73" fmla="*/ 82 h 118"/>
              <a:gd name="T74" fmla="*/ 3 w 461"/>
              <a:gd name="T75" fmla="*/ 48 h 118"/>
              <a:gd name="T76" fmla="*/ 13 w 461"/>
              <a:gd name="T77" fmla="*/ 37 h 118"/>
              <a:gd name="T78" fmla="*/ 23 w 461"/>
              <a:gd name="T79" fmla="*/ 82 h 118"/>
              <a:gd name="T80" fmla="*/ 45 w 461"/>
              <a:gd name="T81" fmla="*/ 87 h 118"/>
              <a:gd name="T82" fmla="*/ 15 w 461"/>
              <a:gd name="T83" fmla="*/ 42 h 118"/>
              <a:gd name="T84" fmla="*/ 456 w 461"/>
              <a:gd name="T85" fmla="*/ 31 h 118"/>
              <a:gd name="T86" fmla="*/ 429 w 461"/>
              <a:gd name="T87" fmla="*/ 59 h 118"/>
              <a:gd name="T88" fmla="*/ 423 w 461"/>
              <a:gd name="T89" fmla="*/ 82 h 118"/>
              <a:gd name="T90" fmla="*/ 461 w 461"/>
              <a:gd name="T91" fmla="*/ 87 h 118"/>
              <a:gd name="T92" fmla="*/ 423 w 461"/>
              <a:gd name="T93" fmla="*/ 43 h 118"/>
              <a:gd name="T94" fmla="*/ 154 w 461"/>
              <a:gd name="T95" fmla="*/ 31 h 118"/>
              <a:gd name="T96" fmla="*/ 127 w 461"/>
              <a:gd name="T97" fmla="*/ 59 h 118"/>
              <a:gd name="T98" fmla="*/ 122 w 461"/>
              <a:gd name="T99" fmla="*/ 82 h 118"/>
              <a:gd name="T100" fmla="*/ 160 w 461"/>
              <a:gd name="T101" fmla="*/ 87 h 118"/>
              <a:gd name="T102" fmla="*/ 121 w 461"/>
              <a:gd name="T103" fmla="*/ 43 h 118"/>
              <a:gd name="T104" fmla="*/ 412 w 461"/>
              <a:gd name="T105" fmla="*/ 2 h 118"/>
              <a:gd name="T106" fmla="*/ 374 w 461"/>
              <a:gd name="T107" fmla="*/ 15 h 118"/>
              <a:gd name="T108" fmla="*/ 412 w 461"/>
              <a:gd name="T109" fmla="*/ 2 h 118"/>
              <a:gd name="T110" fmla="*/ 379 w 461"/>
              <a:gd name="T111" fmla="*/ 15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461" h="118">
                <a:moveTo>
                  <a:pt x="219" y="97"/>
                </a:moveTo>
                <a:cubicBezTo>
                  <a:pt x="218" y="94"/>
                  <a:pt x="213" y="91"/>
                  <a:pt x="208" y="92"/>
                </a:cubicBezTo>
                <a:cubicBezTo>
                  <a:pt x="197" y="96"/>
                  <a:pt x="205" y="114"/>
                  <a:pt x="216" y="107"/>
                </a:cubicBezTo>
                <a:cubicBezTo>
                  <a:pt x="214" y="109"/>
                  <a:pt x="215" y="114"/>
                  <a:pt x="214" y="118"/>
                </a:cubicBezTo>
                <a:cubicBezTo>
                  <a:pt x="216" y="118"/>
                  <a:pt x="218" y="118"/>
                  <a:pt x="220" y="117"/>
                </a:cubicBezTo>
                <a:cubicBezTo>
                  <a:pt x="219" y="111"/>
                  <a:pt x="221" y="103"/>
                  <a:pt x="219" y="97"/>
                </a:cubicBezTo>
                <a:close/>
                <a:moveTo>
                  <a:pt x="208" y="103"/>
                </a:moveTo>
                <a:cubicBezTo>
                  <a:pt x="206" y="99"/>
                  <a:pt x="209" y="95"/>
                  <a:pt x="214" y="97"/>
                </a:cubicBezTo>
                <a:cubicBezTo>
                  <a:pt x="218" y="101"/>
                  <a:pt x="212" y="107"/>
                  <a:pt x="208" y="103"/>
                </a:cubicBezTo>
                <a:close/>
                <a:moveTo>
                  <a:pt x="371" y="51"/>
                </a:moveTo>
                <a:cubicBezTo>
                  <a:pt x="377" y="51"/>
                  <a:pt x="384" y="50"/>
                  <a:pt x="390" y="51"/>
                </a:cubicBezTo>
                <a:cubicBezTo>
                  <a:pt x="390" y="71"/>
                  <a:pt x="390" y="71"/>
                  <a:pt x="390" y="71"/>
                </a:cubicBezTo>
                <a:cubicBezTo>
                  <a:pt x="380" y="65"/>
                  <a:pt x="372" y="78"/>
                  <a:pt x="378" y="85"/>
                </a:cubicBezTo>
                <a:cubicBezTo>
                  <a:pt x="383" y="91"/>
                  <a:pt x="394" y="88"/>
                  <a:pt x="395" y="81"/>
                </a:cubicBezTo>
                <a:cubicBezTo>
                  <a:pt x="396" y="71"/>
                  <a:pt x="394" y="55"/>
                  <a:pt x="395" y="46"/>
                </a:cubicBezTo>
                <a:cubicBezTo>
                  <a:pt x="389" y="45"/>
                  <a:pt x="381" y="45"/>
                  <a:pt x="376" y="46"/>
                </a:cubicBezTo>
                <a:cubicBezTo>
                  <a:pt x="376" y="31"/>
                  <a:pt x="403" y="33"/>
                  <a:pt x="401" y="50"/>
                </a:cubicBezTo>
                <a:cubicBezTo>
                  <a:pt x="406" y="50"/>
                  <a:pt x="406" y="50"/>
                  <a:pt x="406" y="50"/>
                </a:cubicBezTo>
                <a:cubicBezTo>
                  <a:pt x="408" y="24"/>
                  <a:pt x="367" y="26"/>
                  <a:pt x="371" y="51"/>
                </a:cubicBezTo>
                <a:close/>
                <a:moveTo>
                  <a:pt x="389" y="82"/>
                </a:moveTo>
                <a:cubicBezTo>
                  <a:pt x="387" y="83"/>
                  <a:pt x="384" y="83"/>
                  <a:pt x="382" y="82"/>
                </a:cubicBezTo>
                <a:cubicBezTo>
                  <a:pt x="380" y="78"/>
                  <a:pt x="383" y="73"/>
                  <a:pt x="388" y="75"/>
                </a:cubicBezTo>
                <a:cubicBezTo>
                  <a:pt x="390" y="77"/>
                  <a:pt x="390" y="81"/>
                  <a:pt x="389" y="82"/>
                </a:cubicBezTo>
                <a:close/>
                <a:moveTo>
                  <a:pt x="306" y="72"/>
                </a:moveTo>
                <a:cubicBezTo>
                  <a:pt x="305" y="70"/>
                  <a:pt x="303" y="70"/>
                  <a:pt x="301" y="67"/>
                </a:cubicBezTo>
                <a:cubicBezTo>
                  <a:pt x="301" y="31"/>
                  <a:pt x="301" y="31"/>
                  <a:pt x="301" y="31"/>
                </a:cubicBezTo>
                <a:cubicBezTo>
                  <a:pt x="296" y="31"/>
                  <a:pt x="296" y="31"/>
                  <a:pt x="296" y="31"/>
                </a:cubicBezTo>
                <a:cubicBezTo>
                  <a:pt x="296" y="67"/>
                  <a:pt x="296" y="67"/>
                  <a:pt x="296" y="67"/>
                </a:cubicBezTo>
                <a:cubicBezTo>
                  <a:pt x="285" y="69"/>
                  <a:pt x="279" y="75"/>
                  <a:pt x="272" y="80"/>
                </a:cubicBezTo>
                <a:cubicBezTo>
                  <a:pt x="271" y="68"/>
                  <a:pt x="274" y="55"/>
                  <a:pt x="272" y="44"/>
                </a:cubicBezTo>
                <a:cubicBezTo>
                  <a:pt x="270" y="25"/>
                  <a:pt x="235" y="29"/>
                  <a:pt x="229" y="42"/>
                </a:cubicBezTo>
                <a:cubicBezTo>
                  <a:pt x="233" y="43"/>
                  <a:pt x="237" y="43"/>
                  <a:pt x="240" y="46"/>
                </a:cubicBezTo>
                <a:cubicBezTo>
                  <a:pt x="236" y="47"/>
                  <a:pt x="234" y="49"/>
                  <a:pt x="234" y="53"/>
                </a:cubicBezTo>
                <a:cubicBezTo>
                  <a:pt x="233" y="59"/>
                  <a:pt x="233" y="72"/>
                  <a:pt x="234" y="79"/>
                </a:cubicBezTo>
                <a:cubicBezTo>
                  <a:pt x="234" y="80"/>
                  <a:pt x="234" y="82"/>
                  <a:pt x="234" y="83"/>
                </a:cubicBezTo>
                <a:cubicBezTo>
                  <a:pt x="237" y="90"/>
                  <a:pt x="249" y="89"/>
                  <a:pt x="251" y="83"/>
                </a:cubicBezTo>
                <a:cubicBezTo>
                  <a:pt x="254" y="75"/>
                  <a:pt x="246" y="67"/>
                  <a:pt x="239" y="71"/>
                </a:cubicBezTo>
                <a:cubicBezTo>
                  <a:pt x="238" y="58"/>
                  <a:pt x="238" y="47"/>
                  <a:pt x="248" y="46"/>
                </a:cubicBezTo>
                <a:cubicBezTo>
                  <a:pt x="245" y="43"/>
                  <a:pt x="241" y="42"/>
                  <a:pt x="237" y="40"/>
                </a:cubicBezTo>
                <a:cubicBezTo>
                  <a:pt x="245" y="33"/>
                  <a:pt x="265" y="34"/>
                  <a:pt x="267" y="45"/>
                </a:cubicBezTo>
                <a:cubicBezTo>
                  <a:pt x="269" y="57"/>
                  <a:pt x="266" y="74"/>
                  <a:pt x="267" y="87"/>
                </a:cubicBezTo>
                <a:cubicBezTo>
                  <a:pt x="272" y="87"/>
                  <a:pt x="272" y="87"/>
                  <a:pt x="272" y="87"/>
                </a:cubicBezTo>
                <a:cubicBezTo>
                  <a:pt x="276" y="83"/>
                  <a:pt x="282" y="78"/>
                  <a:pt x="287" y="75"/>
                </a:cubicBezTo>
                <a:cubicBezTo>
                  <a:pt x="286" y="79"/>
                  <a:pt x="287" y="83"/>
                  <a:pt x="289" y="85"/>
                </a:cubicBezTo>
                <a:cubicBezTo>
                  <a:pt x="297" y="94"/>
                  <a:pt x="312" y="83"/>
                  <a:pt x="306" y="72"/>
                </a:cubicBezTo>
                <a:close/>
                <a:moveTo>
                  <a:pt x="239" y="76"/>
                </a:moveTo>
                <a:cubicBezTo>
                  <a:pt x="240" y="75"/>
                  <a:pt x="242" y="74"/>
                  <a:pt x="245" y="75"/>
                </a:cubicBezTo>
                <a:cubicBezTo>
                  <a:pt x="247" y="76"/>
                  <a:pt x="247" y="81"/>
                  <a:pt x="246" y="82"/>
                </a:cubicBezTo>
                <a:cubicBezTo>
                  <a:pt x="242" y="86"/>
                  <a:pt x="236" y="80"/>
                  <a:pt x="239" y="76"/>
                </a:cubicBezTo>
                <a:close/>
                <a:moveTo>
                  <a:pt x="301" y="82"/>
                </a:moveTo>
                <a:cubicBezTo>
                  <a:pt x="294" y="88"/>
                  <a:pt x="286" y="74"/>
                  <a:pt x="295" y="72"/>
                </a:cubicBezTo>
                <a:cubicBezTo>
                  <a:pt x="297" y="72"/>
                  <a:pt x="299" y="72"/>
                  <a:pt x="301" y="72"/>
                </a:cubicBezTo>
                <a:cubicBezTo>
                  <a:pt x="303" y="74"/>
                  <a:pt x="303" y="80"/>
                  <a:pt x="301" y="82"/>
                </a:cubicBezTo>
                <a:close/>
                <a:moveTo>
                  <a:pt x="98" y="48"/>
                </a:moveTo>
                <a:cubicBezTo>
                  <a:pt x="97" y="37"/>
                  <a:pt x="87" y="30"/>
                  <a:pt x="75" y="31"/>
                </a:cubicBezTo>
                <a:cubicBezTo>
                  <a:pt x="62" y="32"/>
                  <a:pt x="55" y="42"/>
                  <a:pt x="55" y="58"/>
                </a:cubicBezTo>
                <a:cubicBezTo>
                  <a:pt x="57" y="58"/>
                  <a:pt x="60" y="58"/>
                  <a:pt x="61" y="57"/>
                </a:cubicBezTo>
                <a:cubicBezTo>
                  <a:pt x="60" y="46"/>
                  <a:pt x="64" y="40"/>
                  <a:pt x="71" y="37"/>
                </a:cubicBezTo>
                <a:cubicBezTo>
                  <a:pt x="81" y="33"/>
                  <a:pt x="91" y="39"/>
                  <a:pt x="93" y="47"/>
                </a:cubicBezTo>
                <a:cubicBezTo>
                  <a:pt x="95" y="57"/>
                  <a:pt x="92" y="71"/>
                  <a:pt x="93" y="82"/>
                </a:cubicBezTo>
                <a:cubicBezTo>
                  <a:pt x="86" y="82"/>
                  <a:pt x="78" y="83"/>
                  <a:pt x="71" y="82"/>
                </a:cubicBezTo>
                <a:cubicBezTo>
                  <a:pt x="71" y="63"/>
                  <a:pt x="71" y="63"/>
                  <a:pt x="71" y="63"/>
                </a:cubicBezTo>
                <a:cubicBezTo>
                  <a:pt x="78" y="67"/>
                  <a:pt x="86" y="60"/>
                  <a:pt x="83" y="51"/>
                </a:cubicBezTo>
                <a:cubicBezTo>
                  <a:pt x="81" y="44"/>
                  <a:pt x="69" y="43"/>
                  <a:pt x="66" y="51"/>
                </a:cubicBezTo>
                <a:cubicBezTo>
                  <a:pt x="64" y="55"/>
                  <a:pt x="65" y="63"/>
                  <a:pt x="65" y="69"/>
                </a:cubicBezTo>
                <a:cubicBezTo>
                  <a:pt x="65" y="87"/>
                  <a:pt x="65" y="87"/>
                  <a:pt x="65" y="87"/>
                </a:cubicBezTo>
                <a:cubicBezTo>
                  <a:pt x="98" y="87"/>
                  <a:pt x="98" y="87"/>
                  <a:pt x="98" y="87"/>
                </a:cubicBezTo>
                <a:cubicBezTo>
                  <a:pt x="98" y="74"/>
                  <a:pt x="100" y="59"/>
                  <a:pt x="98" y="48"/>
                </a:cubicBezTo>
                <a:close/>
                <a:moveTo>
                  <a:pt x="77" y="51"/>
                </a:moveTo>
                <a:cubicBezTo>
                  <a:pt x="79" y="52"/>
                  <a:pt x="79" y="55"/>
                  <a:pt x="78" y="57"/>
                </a:cubicBezTo>
                <a:cubicBezTo>
                  <a:pt x="78" y="58"/>
                  <a:pt x="78" y="58"/>
                  <a:pt x="77" y="58"/>
                </a:cubicBezTo>
                <a:cubicBezTo>
                  <a:pt x="69" y="63"/>
                  <a:pt x="68" y="46"/>
                  <a:pt x="77" y="51"/>
                </a:cubicBezTo>
                <a:close/>
                <a:moveTo>
                  <a:pt x="359" y="47"/>
                </a:moveTo>
                <a:cubicBezTo>
                  <a:pt x="357" y="37"/>
                  <a:pt x="348" y="30"/>
                  <a:pt x="335" y="31"/>
                </a:cubicBezTo>
                <a:cubicBezTo>
                  <a:pt x="323" y="32"/>
                  <a:pt x="317" y="43"/>
                  <a:pt x="316" y="55"/>
                </a:cubicBezTo>
                <a:cubicBezTo>
                  <a:pt x="316" y="64"/>
                  <a:pt x="317" y="76"/>
                  <a:pt x="316" y="87"/>
                </a:cubicBezTo>
                <a:cubicBezTo>
                  <a:pt x="322" y="87"/>
                  <a:pt x="322" y="87"/>
                  <a:pt x="322" y="87"/>
                </a:cubicBezTo>
                <a:cubicBezTo>
                  <a:pt x="325" y="78"/>
                  <a:pt x="329" y="69"/>
                  <a:pt x="331" y="59"/>
                </a:cubicBezTo>
                <a:cubicBezTo>
                  <a:pt x="333" y="61"/>
                  <a:pt x="336" y="63"/>
                  <a:pt x="339" y="62"/>
                </a:cubicBezTo>
                <a:cubicBezTo>
                  <a:pt x="355" y="60"/>
                  <a:pt x="345" y="36"/>
                  <a:pt x="332" y="45"/>
                </a:cubicBezTo>
                <a:cubicBezTo>
                  <a:pt x="329" y="48"/>
                  <a:pt x="328" y="54"/>
                  <a:pt x="326" y="60"/>
                </a:cubicBezTo>
                <a:cubicBezTo>
                  <a:pt x="325" y="65"/>
                  <a:pt x="323" y="70"/>
                  <a:pt x="321" y="75"/>
                </a:cubicBezTo>
                <a:cubicBezTo>
                  <a:pt x="321" y="60"/>
                  <a:pt x="320" y="46"/>
                  <a:pt x="327" y="39"/>
                </a:cubicBezTo>
                <a:cubicBezTo>
                  <a:pt x="336" y="32"/>
                  <a:pt x="350" y="37"/>
                  <a:pt x="353" y="46"/>
                </a:cubicBezTo>
                <a:cubicBezTo>
                  <a:pt x="356" y="57"/>
                  <a:pt x="352" y="74"/>
                  <a:pt x="354" y="87"/>
                </a:cubicBezTo>
                <a:cubicBezTo>
                  <a:pt x="359" y="87"/>
                  <a:pt x="359" y="87"/>
                  <a:pt x="359" y="87"/>
                </a:cubicBezTo>
                <a:cubicBezTo>
                  <a:pt x="358" y="74"/>
                  <a:pt x="360" y="60"/>
                  <a:pt x="359" y="47"/>
                </a:cubicBezTo>
                <a:close/>
                <a:moveTo>
                  <a:pt x="341" y="57"/>
                </a:moveTo>
                <a:cubicBezTo>
                  <a:pt x="339" y="57"/>
                  <a:pt x="336" y="57"/>
                  <a:pt x="335" y="57"/>
                </a:cubicBezTo>
                <a:cubicBezTo>
                  <a:pt x="328" y="45"/>
                  <a:pt x="349" y="48"/>
                  <a:pt x="341" y="57"/>
                </a:cubicBezTo>
                <a:close/>
                <a:moveTo>
                  <a:pt x="217" y="47"/>
                </a:moveTo>
                <a:cubicBezTo>
                  <a:pt x="215" y="37"/>
                  <a:pt x="206" y="30"/>
                  <a:pt x="193" y="31"/>
                </a:cubicBezTo>
                <a:cubicBezTo>
                  <a:pt x="181" y="32"/>
                  <a:pt x="175" y="43"/>
                  <a:pt x="174" y="55"/>
                </a:cubicBezTo>
                <a:cubicBezTo>
                  <a:pt x="174" y="64"/>
                  <a:pt x="175" y="76"/>
                  <a:pt x="174" y="87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3" y="78"/>
                  <a:pt x="187" y="69"/>
                  <a:pt x="189" y="59"/>
                </a:cubicBezTo>
                <a:cubicBezTo>
                  <a:pt x="191" y="61"/>
                  <a:pt x="194" y="63"/>
                  <a:pt x="197" y="62"/>
                </a:cubicBezTo>
                <a:cubicBezTo>
                  <a:pt x="213" y="60"/>
                  <a:pt x="203" y="36"/>
                  <a:pt x="191" y="45"/>
                </a:cubicBezTo>
                <a:cubicBezTo>
                  <a:pt x="187" y="48"/>
                  <a:pt x="186" y="54"/>
                  <a:pt x="185" y="60"/>
                </a:cubicBezTo>
                <a:cubicBezTo>
                  <a:pt x="183" y="65"/>
                  <a:pt x="181" y="70"/>
                  <a:pt x="179" y="75"/>
                </a:cubicBezTo>
                <a:cubicBezTo>
                  <a:pt x="179" y="60"/>
                  <a:pt x="178" y="46"/>
                  <a:pt x="185" y="39"/>
                </a:cubicBezTo>
                <a:cubicBezTo>
                  <a:pt x="194" y="32"/>
                  <a:pt x="208" y="37"/>
                  <a:pt x="211" y="46"/>
                </a:cubicBezTo>
                <a:cubicBezTo>
                  <a:pt x="214" y="57"/>
                  <a:pt x="210" y="74"/>
                  <a:pt x="212" y="87"/>
                </a:cubicBezTo>
                <a:cubicBezTo>
                  <a:pt x="217" y="87"/>
                  <a:pt x="217" y="87"/>
                  <a:pt x="217" y="87"/>
                </a:cubicBezTo>
                <a:cubicBezTo>
                  <a:pt x="216" y="74"/>
                  <a:pt x="218" y="60"/>
                  <a:pt x="217" y="47"/>
                </a:cubicBezTo>
                <a:close/>
                <a:moveTo>
                  <a:pt x="199" y="57"/>
                </a:moveTo>
                <a:cubicBezTo>
                  <a:pt x="197" y="57"/>
                  <a:pt x="195" y="57"/>
                  <a:pt x="193" y="57"/>
                </a:cubicBezTo>
                <a:cubicBezTo>
                  <a:pt x="186" y="45"/>
                  <a:pt x="207" y="48"/>
                  <a:pt x="199" y="57"/>
                </a:cubicBezTo>
                <a:close/>
                <a:moveTo>
                  <a:pt x="39" y="32"/>
                </a:moveTo>
                <a:cubicBezTo>
                  <a:pt x="39" y="48"/>
                  <a:pt x="40" y="66"/>
                  <a:pt x="39" y="82"/>
                </a:cubicBezTo>
                <a:cubicBezTo>
                  <a:pt x="36" y="82"/>
                  <a:pt x="31" y="83"/>
                  <a:pt x="28" y="82"/>
                </a:cubicBezTo>
                <a:cubicBezTo>
                  <a:pt x="29" y="72"/>
                  <a:pt x="27" y="64"/>
                  <a:pt x="28" y="56"/>
                </a:cubicBezTo>
                <a:cubicBezTo>
                  <a:pt x="29" y="51"/>
                  <a:pt x="33" y="48"/>
                  <a:pt x="33" y="42"/>
                </a:cubicBezTo>
                <a:cubicBezTo>
                  <a:pt x="33" y="25"/>
                  <a:pt x="0" y="28"/>
                  <a:pt x="3" y="48"/>
                </a:cubicBezTo>
                <a:cubicBezTo>
                  <a:pt x="4" y="51"/>
                  <a:pt x="6" y="54"/>
                  <a:pt x="8" y="55"/>
                </a:cubicBezTo>
                <a:cubicBezTo>
                  <a:pt x="16" y="59"/>
                  <a:pt x="26" y="48"/>
                  <a:pt x="20" y="41"/>
                </a:cubicBezTo>
                <a:cubicBezTo>
                  <a:pt x="18" y="39"/>
                  <a:pt x="16" y="38"/>
                  <a:pt x="13" y="37"/>
                </a:cubicBezTo>
                <a:cubicBezTo>
                  <a:pt x="19" y="35"/>
                  <a:pt x="27" y="35"/>
                  <a:pt x="28" y="42"/>
                </a:cubicBezTo>
                <a:cubicBezTo>
                  <a:pt x="28" y="47"/>
                  <a:pt x="24" y="50"/>
                  <a:pt x="23" y="56"/>
                </a:cubicBezTo>
                <a:cubicBezTo>
                  <a:pt x="22" y="65"/>
                  <a:pt x="24" y="74"/>
                  <a:pt x="23" y="82"/>
                </a:cubicBezTo>
                <a:cubicBezTo>
                  <a:pt x="16" y="82"/>
                  <a:pt x="16" y="82"/>
                  <a:pt x="16" y="82"/>
                </a:cubicBezTo>
                <a:cubicBezTo>
                  <a:pt x="16" y="83"/>
                  <a:pt x="16" y="86"/>
                  <a:pt x="16" y="87"/>
                </a:cubicBezTo>
                <a:cubicBezTo>
                  <a:pt x="45" y="87"/>
                  <a:pt x="45" y="87"/>
                  <a:pt x="45" y="87"/>
                </a:cubicBezTo>
                <a:cubicBezTo>
                  <a:pt x="45" y="32"/>
                  <a:pt x="45" y="32"/>
                  <a:pt x="45" y="32"/>
                </a:cubicBezTo>
                <a:lnTo>
                  <a:pt x="39" y="32"/>
                </a:lnTo>
                <a:close/>
                <a:moveTo>
                  <a:pt x="15" y="42"/>
                </a:moveTo>
                <a:cubicBezTo>
                  <a:pt x="20" y="46"/>
                  <a:pt x="14" y="53"/>
                  <a:pt x="9" y="50"/>
                </a:cubicBezTo>
                <a:cubicBezTo>
                  <a:pt x="6" y="47"/>
                  <a:pt x="9" y="39"/>
                  <a:pt x="15" y="42"/>
                </a:cubicBezTo>
                <a:close/>
                <a:moveTo>
                  <a:pt x="456" y="31"/>
                </a:moveTo>
                <a:cubicBezTo>
                  <a:pt x="456" y="82"/>
                  <a:pt x="456" y="82"/>
                  <a:pt x="456" y="82"/>
                </a:cubicBezTo>
                <a:cubicBezTo>
                  <a:pt x="429" y="82"/>
                  <a:pt x="429" y="82"/>
                  <a:pt x="429" y="82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46"/>
                  <a:pt x="432" y="29"/>
                  <a:pt x="418" y="31"/>
                </a:cubicBezTo>
                <a:cubicBezTo>
                  <a:pt x="406" y="32"/>
                  <a:pt x="409" y="54"/>
                  <a:pt x="423" y="49"/>
                </a:cubicBezTo>
                <a:cubicBezTo>
                  <a:pt x="423" y="82"/>
                  <a:pt x="423" y="82"/>
                  <a:pt x="423" y="82"/>
                </a:cubicBezTo>
                <a:cubicBezTo>
                  <a:pt x="421" y="82"/>
                  <a:pt x="418" y="82"/>
                  <a:pt x="417" y="82"/>
                </a:cubicBezTo>
                <a:cubicBezTo>
                  <a:pt x="417" y="87"/>
                  <a:pt x="417" y="87"/>
                  <a:pt x="417" y="87"/>
                </a:cubicBezTo>
                <a:cubicBezTo>
                  <a:pt x="461" y="87"/>
                  <a:pt x="461" y="87"/>
                  <a:pt x="461" y="87"/>
                </a:cubicBezTo>
                <a:cubicBezTo>
                  <a:pt x="461" y="31"/>
                  <a:pt x="461" y="31"/>
                  <a:pt x="461" y="31"/>
                </a:cubicBezTo>
                <a:lnTo>
                  <a:pt x="456" y="31"/>
                </a:lnTo>
                <a:close/>
                <a:moveTo>
                  <a:pt x="423" y="43"/>
                </a:moveTo>
                <a:cubicBezTo>
                  <a:pt x="419" y="46"/>
                  <a:pt x="413" y="43"/>
                  <a:pt x="416" y="37"/>
                </a:cubicBezTo>
                <a:cubicBezTo>
                  <a:pt x="420" y="33"/>
                  <a:pt x="427" y="38"/>
                  <a:pt x="423" y="43"/>
                </a:cubicBezTo>
                <a:close/>
                <a:moveTo>
                  <a:pt x="154" y="31"/>
                </a:moveTo>
                <a:cubicBezTo>
                  <a:pt x="154" y="82"/>
                  <a:pt x="154" y="82"/>
                  <a:pt x="154" y="82"/>
                </a:cubicBezTo>
                <a:cubicBezTo>
                  <a:pt x="127" y="82"/>
                  <a:pt x="127" y="82"/>
                  <a:pt x="127" y="82"/>
                </a:cubicBezTo>
                <a:cubicBezTo>
                  <a:pt x="127" y="59"/>
                  <a:pt x="127" y="59"/>
                  <a:pt x="127" y="59"/>
                </a:cubicBezTo>
                <a:cubicBezTo>
                  <a:pt x="127" y="46"/>
                  <a:pt x="130" y="29"/>
                  <a:pt x="116" y="31"/>
                </a:cubicBezTo>
                <a:cubicBezTo>
                  <a:pt x="104" y="32"/>
                  <a:pt x="107" y="54"/>
                  <a:pt x="122" y="49"/>
                </a:cubicBezTo>
                <a:cubicBezTo>
                  <a:pt x="122" y="82"/>
                  <a:pt x="122" y="82"/>
                  <a:pt x="122" y="82"/>
                </a:cubicBezTo>
                <a:cubicBezTo>
                  <a:pt x="119" y="82"/>
                  <a:pt x="117" y="82"/>
                  <a:pt x="115" y="82"/>
                </a:cubicBezTo>
                <a:cubicBezTo>
                  <a:pt x="115" y="87"/>
                  <a:pt x="115" y="87"/>
                  <a:pt x="115" y="87"/>
                </a:cubicBezTo>
                <a:cubicBezTo>
                  <a:pt x="160" y="87"/>
                  <a:pt x="160" y="87"/>
                  <a:pt x="160" y="87"/>
                </a:cubicBezTo>
                <a:cubicBezTo>
                  <a:pt x="160" y="31"/>
                  <a:pt x="160" y="31"/>
                  <a:pt x="160" y="31"/>
                </a:cubicBezTo>
                <a:lnTo>
                  <a:pt x="154" y="31"/>
                </a:lnTo>
                <a:close/>
                <a:moveTo>
                  <a:pt x="121" y="43"/>
                </a:moveTo>
                <a:cubicBezTo>
                  <a:pt x="117" y="46"/>
                  <a:pt x="111" y="43"/>
                  <a:pt x="114" y="37"/>
                </a:cubicBezTo>
                <a:cubicBezTo>
                  <a:pt x="118" y="33"/>
                  <a:pt x="125" y="38"/>
                  <a:pt x="121" y="43"/>
                </a:cubicBezTo>
                <a:close/>
                <a:moveTo>
                  <a:pt x="412" y="2"/>
                </a:moveTo>
                <a:cubicBezTo>
                  <a:pt x="407" y="10"/>
                  <a:pt x="399" y="15"/>
                  <a:pt x="389" y="18"/>
                </a:cubicBezTo>
                <a:cubicBezTo>
                  <a:pt x="391" y="16"/>
                  <a:pt x="391" y="16"/>
                  <a:pt x="391" y="14"/>
                </a:cubicBezTo>
                <a:cubicBezTo>
                  <a:pt x="393" y="0"/>
                  <a:pt x="372" y="2"/>
                  <a:pt x="374" y="15"/>
                </a:cubicBezTo>
                <a:cubicBezTo>
                  <a:pt x="375" y="21"/>
                  <a:pt x="383" y="23"/>
                  <a:pt x="390" y="22"/>
                </a:cubicBezTo>
                <a:cubicBezTo>
                  <a:pt x="402" y="21"/>
                  <a:pt x="410" y="12"/>
                  <a:pt x="416" y="5"/>
                </a:cubicBezTo>
                <a:cubicBezTo>
                  <a:pt x="414" y="4"/>
                  <a:pt x="413" y="3"/>
                  <a:pt x="412" y="2"/>
                </a:cubicBezTo>
                <a:close/>
                <a:moveTo>
                  <a:pt x="379" y="15"/>
                </a:moveTo>
                <a:cubicBezTo>
                  <a:pt x="376" y="9"/>
                  <a:pt x="384" y="6"/>
                  <a:pt x="386" y="10"/>
                </a:cubicBezTo>
                <a:cubicBezTo>
                  <a:pt x="389" y="14"/>
                  <a:pt x="383" y="19"/>
                  <a:pt x="379" y="15"/>
                </a:cubicBezTo>
                <a:close/>
              </a:path>
            </a:pathLst>
          </a:custGeom>
          <a:solidFill>
            <a:srgbClr val="00BCF2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8" name="Freeform 221">
            <a:extLst>
              <a:ext uri="{FF2B5EF4-FFF2-40B4-BE49-F238E27FC236}">
                <a16:creationId xmlns:a16="http://schemas.microsoft.com/office/drawing/2014/main" id="{26D9EFAF-5577-BD85-DA66-0ABBCE9F0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9515227" y="2892332"/>
            <a:ext cx="217852" cy="978802"/>
          </a:xfrm>
          <a:custGeom>
            <a:avLst/>
            <a:gdLst>
              <a:gd name="T0" fmla="*/ 0 w 120"/>
              <a:gd name="T1" fmla="*/ 58 h 539"/>
              <a:gd name="T2" fmla="*/ 59 w 120"/>
              <a:gd name="T3" fmla="*/ 0 h 539"/>
              <a:gd name="T4" fmla="*/ 120 w 120"/>
              <a:gd name="T5" fmla="*/ 63 h 539"/>
              <a:gd name="T6" fmla="*/ 95 w 120"/>
              <a:gd name="T7" fmla="*/ 95 h 539"/>
              <a:gd name="T8" fmla="*/ 92 w 120"/>
              <a:gd name="T9" fmla="*/ 33 h 539"/>
              <a:gd name="T10" fmla="*/ 28 w 120"/>
              <a:gd name="T11" fmla="*/ 31 h 539"/>
              <a:gd name="T12" fmla="*/ 21 w 120"/>
              <a:gd name="T13" fmla="*/ 80 h 539"/>
              <a:gd name="T14" fmla="*/ 49 w 120"/>
              <a:gd name="T15" fmla="*/ 55 h 539"/>
              <a:gd name="T16" fmla="*/ 65 w 120"/>
              <a:gd name="T17" fmla="*/ 99 h 539"/>
              <a:gd name="T18" fmla="*/ 2 w 120"/>
              <a:gd name="T19" fmla="*/ 117 h 539"/>
              <a:gd name="T20" fmla="*/ 49 w 120"/>
              <a:gd name="T21" fmla="*/ 137 h 539"/>
              <a:gd name="T22" fmla="*/ 48 w 120"/>
              <a:gd name="T23" fmla="*/ 151 h 539"/>
              <a:gd name="T24" fmla="*/ 40 w 120"/>
              <a:gd name="T25" fmla="*/ 162 h 539"/>
              <a:gd name="T26" fmla="*/ 2 w 120"/>
              <a:gd name="T27" fmla="*/ 185 h 539"/>
              <a:gd name="T28" fmla="*/ 2 w 120"/>
              <a:gd name="T29" fmla="*/ 208 h 539"/>
              <a:gd name="T30" fmla="*/ 34 w 120"/>
              <a:gd name="T31" fmla="*/ 187 h 539"/>
              <a:gd name="T32" fmla="*/ 46 w 120"/>
              <a:gd name="T33" fmla="*/ 178 h 539"/>
              <a:gd name="T34" fmla="*/ 55 w 120"/>
              <a:gd name="T35" fmla="*/ 168 h 539"/>
              <a:gd name="T36" fmla="*/ 59 w 120"/>
              <a:gd name="T37" fmla="*/ 179 h 539"/>
              <a:gd name="T38" fmla="*/ 75 w 120"/>
              <a:gd name="T39" fmla="*/ 192 h 539"/>
              <a:gd name="T40" fmla="*/ 101 w 120"/>
              <a:gd name="T41" fmla="*/ 191 h 539"/>
              <a:gd name="T42" fmla="*/ 116 w 120"/>
              <a:gd name="T43" fmla="*/ 171 h 539"/>
              <a:gd name="T44" fmla="*/ 118 w 120"/>
              <a:gd name="T45" fmla="*/ 118 h 539"/>
              <a:gd name="T46" fmla="*/ 103 w 120"/>
              <a:gd name="T47" fmla="*/ 153 h 539"/>
              <a:gd name="T48" fmla="*/ 85 w 120"/>
              <a:gd name="T49" fmla="*/ 174 h 539"/>
              <a:gd name="T50" fmla="*/ 70 w 120"/>
              <a:gd name="T51" fmla="*/ 168 h 539"/>
              <a:gd name="T52" fmla="*/ 65 w 120"/>
              <a:gd name="T53" fmla="*/ 153 h 539"/>
              <a:gd name="T54" fmla="*/ 103 w 120"/>
              <a:gd name="T55" fmla="*/ 137 h 539"/>
              <a:gd name="T56" fmla="*/ 4 w 120"/>
              <a:gd name="T57" fmla="*/ 206 h 539"/>
              <a:gd name="T58" fmla="*/ 2 w 120"/>
              <a:gd name="T59" fmla="*/ 226 h 539"/>
              <a:gd name="T60" fmla="*/ 31 w 120"/>
              <a:gd name="T61" fmla="*/ 282 h 539"/>
              <a:gd name="T62" fmla="*/ 1 w 120"/>
              <a:gd name="T63" fmla="*/ 314 h 539"/>
              <a:gd name="T64" fmla="*/ 118 w 120"/>
              <a:gd name="T65" fmla="*/ 249 h 539"/>
              <a:gd name="T66" fmla="*/ 101 w 120"/>
              <a:gd name="T67" fmla="*/ 259 h 539"/>
              <a:gd name="T68" fmla="*/ 47 w 120"/>
              <a:gd name="T69" fmla="*/ 277 h 539"/>
              <a:gd name="T70" fmla="*/ 94 w 120"/>
              <a:gd name="T71" fmla="*/ 257 h 539"/>
              <a:gd name="T72" fmla="*/ 110 w 120"/>
              <a:gd name="T73" fmla="*/ 414 h 539"/>
              <a:gd name="T74" fmla="*/ 18 w 120"/>
              <a:gd name="T75" fmla="*/ 413 h 539"/>
              <a:gd name="T76" fmla="*/ 1 w 120"/>
              <a:gd name="T77" fmla="*/ 322 h 539"/>
              <a:gd name="T78" fmla="*/ 102 w 120"/>
              <a:gd name="T79" fmla="*/ 387 h 539"/>
              <a:gd name="T80" fmla="*/ 118 w 120"/>
              <a:gd name="T81" fmla="*/ 328 h 539"/>
              <a:gd name="T82" fmla="*/ 110 w 120"/>
              <a:gd name="T83" fmla="*/ 414 h 539"/>
              <a:gd name="T84" fmla="*/ 1 w 120"/>
              <a:gd name="T85" fmla="*/ 428 h 539"/>
              <a:gd name="T86" fmla="*/ 118 w 120"/>
              <a:gd name="T87" fmla="*/ 448 h 539"/>
              <a:gd name="T88" fmla="*/ 1 w 120"/>
              <a:gd name="T89" fmla="*/ 539 h 539"/>
              <a:gd name="T90" fmla="*/ 118 w 120"/>
              <a:gd name="T91" fmla="*/ 474 h 539"/>
              <a:gd name="T92" fmla="*/ 101 w 120"/>
              <a:gd name="T93" fmla="*/ 537 h 539"/>
              <a:gd name="T94" fmla="*/ 68 w 120"/>
              <a:gd name="T95" fmla="*/ 493 h 539"/>
              <a:gd name="T96" fmla="*/ 52 w 120"/>
              <a:gd name="T97" fmla="*/ 533 h 539"/>
              <a:gd name="T98" fmla="*/ 18 w 120"/>
              <a:gd name="T99" fmla="*/ 493 h 539"/>
              <a:gd name="T100" fmla="*/ 1 w 120"/>
              <a:gd name="T101" fmla="*/ 539 h 5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20" h="539">
                <a:moveTo>
                  <a:pt x="10" y="99"/>
                </a:moveTo>
                <a:cubicBezTo>
                  <a:pt x="3" y="87"/>
                  <a:pt x="0" y="73"/>
                  <a:pt x="0" y="58"/>
                </a:cubicBezTo>
                <a:cubicBezTo>
                  <a:pt x="0" y="41"/>
                  <a:pt x="5" y="27"/>
                  <a:pt x="16" y="16"/>
                </a:cubicBezTo>
                <a:cubicBezTo>
                  <a:pt x="27" y="6"/>
                  <a:pt x="41" y="0"/>
                  <a:pt x="59" y="0"/>
                </a:cubicBezTo>
                <a:cubicBezTo>
                  <a:pt x="77" y="0"/>
                  <a:pt x="92" y="6"/>
                  <a:pt x="103" y="18"/>
                </a:cubicBezTo>
                <a:cubicBezTo>
                  <a:pt x="115" y="30"/>
                  <a:pt x="120" y="45"/>
                  <a:pt x="120" y="63"/>
                </a:cubicBezTo>
                <a:cubicBezTo>
                  <a:pt x="120" y="76"/>
                  <a:pt x="119" y="87"/>
                  <a:pt x="115" y="95"/>
                </a:cubicBezTo>
                <a:cubicBezTo>
                  <a:pt x="95" y="95"/>
                  <a:pt x="95" y="95"/>
                  <a:pt x="95" y="95"/>
                </a:cubicBezTo>
                <a:cubicBezTo>
                  <a:pt x="101" y="86"/>
                  <a:pt x="104" y="76"/>
                  <a:pt x="104" y="63"/>
                </a:cubicBezTo>
                <a:cubicBezTo>
                  <a:pt x="104" y="51"/>
                  <a:pt x="100" y="41"/>
                  <a:pt x="92" y="33"/>
                </a:cubicBezTo>
                <a:cubicBezTo>
                  <a:pt x="83" y="25"/>
                  <a:pt x="73" y="21"/>
                  <a:pt x="60" y="21"/>
                </a:cubicBezTo>
                <a:cubicBezTo>
                  <a:pt x="46" y="21"/>
                  <a:pt x="36" y="24"/>
                  <a:pt x="28" y="31"/>
                </a:cubicBezTo>
                <a:cubicBezTo>
                  <a:pt x="20" y="38"/>
                  <a:pt x="17" y="47"/>
                  <a:pt x="16" y="59"/>
                </a:cubicBezTo>
                <a:cubicBezTo>
                  <a:pt x="16" y="67"/>
                  <a:pt x="18" y="74"/>
                  <a:pt x="21" y="80"/>
                </a:cubicBezTo>
                <a:cubicBezTo>
                  <a:pt x="49" y="80"/>
                  <a:pt x="49" y="80"/>
                  <a:pt x="49" y="80"/>
                </a:cubicBezTo>
                <a:cubicBezTo>
                  <a:pt x="49" y="55"/>
                  <a:pt x="49" y="55"/>
                  <a:pt x="49" y="55"/>
                </a:cubicBezTo>
                <a:cubicBezTo>
                  <a:pt x="65" y="55"/>
                  <a:pt x="65" y="55"/>
                  <a:pt x="65" y="55"/>
                </a:cubicBezTo>
                <a:cubicBezTo>
                  <a:pt x="65" y="99"/>
                  <a:pt x="65" y="99"/>
                  <a:pt x="65" y="99"/>
                </a:cubicBezTo>
                <a:lnTo>
                  <a:pt x="10" y="99"/>
                </a:lnTo>
                <a:close/>
                <a:moveTo>
                  <a:pt x="2" y="117"/>
                </a:moveTo>
                <a:cubicBezTo>
                  <a:pt x="2" y="137"/>
                  <a:pt x="2" y="137"/>
                  <a:pt x="2" y="137"/>
                </a:cubicBezTo>
                <a:cubicBezTo>
                  <a:pt x="49" y="137"/>
                  <a:pt x="49" y="137"/>
                  <a:pt x="49" y="137"/>
                </a:cubicBezTo>
                <a:cubicBezTo>
                  <a:pt x="49" y="145"/>
                  <a:pt x="49" y="145"/>
                  <a:pt x="49" y="145"/>
                </a:cubicBezTo>
                <a:cubicBezTo>
                  <a:pt x="49" y="147"/>
                  <a:pt x="49" y="149"/>
                  <a:pt x="48" y="151"/>
                </a:cubicBezTo>
                <a:cubicBezTo>
                  <a:pt x="48" y="153"/>
                  <a:pt x="47" y="155"/>
                  <a:pt x="45" y="157"/>
                </a:cubicBezTo>
                <a:cubicBezTo>
                  <a:pt x="44" y="158"/>
                  <a:pt x="42" y="160"/>
                  <a:pt x="40" y="162"/>
                </a:cubicBezTo>
                <a:cubicBezTo>
                  <a:pt x="38" y="163"/>
                  <a:pt x="36" y="165"/>
                  <a:pt x="33" y="166"/>
                </a:cubicBezTo>
                <a:cubicBezTo>
                  <a:pt x="2" y="185"/>
                  <a:pt x="2" y="185"/>
                  <a:pt x="2" y="185"/>
                </a:cubicBezTo>
                <a:cubicBezTo>
                  <a:pt x="2" y="205"/>
                  <a:pt x="2" y="205"/>
                  <a:pt x="2" y="205"/>
                </a:cubicBezTo>
                <a:cubicBezTo>
                  <a:pt x="2" y="208"/>
                  <a:pt x="2" y="208"/>
                  <a:pt x="2" y="208"/>
                </a:cubicBezTo>
                <a:cubicBezTo>
                  <a:pt x="4" y="206"/>
                  <a:pt x="4" y="206"/>
                  <a:pt x="4" y="206"/>
                </a:cubicBezTo>
                <a:cubicBezTo>
                  <a:pt x="34" y="187"/>
                  <a:pt x="34" y="187"/>
                  <a:pt x="34" y="187"/>
                </a:cubicBezTo>
                <a:cubicBezTo>
                  <a:pt x="37" y="185"/>
                  <a:pt x="39" y="184"/>
                  <a:pt x="41" y="182"/>
                </a:cubicBezTo>
                <a:cubicBezTo>
                  <a:pt x="43" y="181"/>
                  <a:pt x="45" y="180"/>
                  <a:pt x="46" y="178"/>
                </a:cubicBezTo>
                <a:cubicBezTo>
                  <a:pt x="48" y="177"/>
                  <a:pt x="49" y="175"/>
                  <a:pt x="51" y="174"/>
                </a:cubicBezTo>
                <a:cubicBezTo>
                  <a:pt x="52" y="172"/>
                  <a:pt x="54" y="170"/>
                  <a:pt x="55" y="168"/>
                </a:cubicBezTo>
                <a:cubicBezTo>
                  <a:pt x="55" y="168"/>
                  <a:pt x="55" y="168"/>
                  <a:pt x="55" y="168"/>
                </a:cubicBezTo>
                <a:cubicBezTo>
                  <a:pt x="56" y="172"/>
                  <a:pt x="58" y="176"/>
                  <a:pt x="59" y="179"/>
                </a:cubicBezTo>
                <a:cubicBezTo>
                  <a:pt x="61" y="182"/>
                  <a:pt x="64" y="185"/>
                  <a:pt x="66" y="187"/>
                </a:cubicBezTo>
                <a:cubicBezTo>
                  <a:pt x="69" y="189"/>
                  <a:pt x="72" y="191"/>
                  <a:pt x="75" y="192"/>
                </a:cubicBezTo>
                <a:cubicBezTo>
                  <a:pt x="79" y="193"/>
                  <a:pt x="83" y="194"/>
                  <a:pt x="87" y="194"/>
                </a:cubicBezTo>
                <a:cubicBezTo>
                  <a:pt x="92" y="194"/>
                  <a:pt x="97" y="193"/>
                  <a:pt x="101" y="191"/>
                </a:cubicBezTo>
                <a:cubicBezTo>
                  <a:pt x="105" y="189"/>
                  <a:pt x="108" y="187"/>
                  <a:pt x="111" y="183"/>
                </a:cubicBezTo>
                <a:cubicBezTo>
                  <a:pt x="113" y="180"/>
                  <a:pt x="115" y="176"/>
                  <a:pt x="116" y="171"/>
                </a:cubicBezTo>
                <a:cubicBezTo>
                  <a:pt x="118" y="167"/>
                  <a:pt x="118" y="162"/>
                  <a:pt x="118" y="156"/>
                </a:cubicBezTo>
                <a:cubicBezTo>
                  <a:pt x="118" y="118"/>
                  <a:pt x="118" y="118"/>
                  <a:pt x="118" y="118"/>
                </a:cubicBezTo>
                <a:lnTo>
                  <a:pt x="2" y="117"/>
                </a:lnTo>
                <a:close/>
                <a:moveTo>
                  <a:pt x="103" y="153"/>
                </a:moveTo>
                <a:cubicBezTo>
                  <a:pt x="103" y="160"/>
                  <a:pt x="101" y="165"/>
                  <a:pt x="98" y="168"/>
                </a:cubicBezTo>
                <a:cubicBezTo>
                  <a:pt x="95" y="172"/>
                  <a:pt x="90" y="174"/>
                  <a:pt x="85" y="174"/>
                </a:cubicBezTo>
                <a:cubicBezTo>
                  <a:pt x="82" y="174"/>
                  <a:pt x="79" y="173"/>
                  <a:pt x="76" y="172"/>
                </a:cubicBezTo>
                <a:cubicBezTo>
                  <a:pt x="74" y="171"/>
                  <a:pt x="72" y="170"/>
                  <a:pt x="70" y="168"/>
                </a:cubicBezTo>
                <a:cubicBezTo>
                  <a:pt x="68" y="166"/>
                  <a:pt x="67" y="164"/>
                  <a:pt x="66" y="161"/>
                </a:cubicBezTo>
                <a:cubicBezTo>
                  <a:pt x="65" y="159"/>
                  <a:pt x="65" y="156"/>
                  <a:pt x="65" y="153"/>
                </a:cubicBezTo>
                <a:cubicBezTo>
                  <a:pt x="65" y="137"/>
                  <a:pt x="65" y="137"/>
                  <a:pt x="65" y="137"/>
                </a:cubicBezTo>
                <a:cubicBezTo>
                  <a:pt x="103" y="137"/>
                  <a:pt x="103" y="137"/>
                  <a:pt x="103" y="137"/>
                </a:cubicBezTo>
                <a:lnTo>
                  <a:pt x="103" y="153"/>
                </a:lnTo>
                <a:close/>
                <a:moveTo>
                  <a:pt x="4" y="206"/>
                </a:moveTo>
                <a:cubicBezTo>
                  <a:pt x="2" y="205"/>
                  <a:pt x="2" y="205"/>
                  <a:pt x="2" y="205"/>
                </a:cubicBezTo>
                <a:cubicBezTo>
                  <a:pt x="2" y="226"/>
                  <a:pt x="2" y="226"/>
                  <a:pt x="2" y="226"/>
                </a:cubicBezTo>
                <a:cubicBezTo>
                  <a:pt x="31" y="236"/>
                  <a:pt x="31" y="236"/>
                  <a:pt x="31" y="236"/>
                </a:cubicBezTo>
                <a:cubicBezTo>
                  <a:pt x="31" y="282"/>
                  <a:pt x="31" y="282"/>
                  <a:pt x="31" y="282"/>
                </a:cubicBezTo>
                <a:cubicBezTo>
                  <a:pt x="1" y="293"/>
                  <a:pt x="1" y="293"/>
                  <a:pt x="1" y="293"/>
                </a:cubicBezTo>
                <a:cubicBezTo>
                  <a:pt x="1" y="314"/>
                  <a:pt x="1" y="314"/>
                  <a:pt x="1" y="314"/>
                </a:cubicBezTo>
                <a:cubicBezTo>
                  <a:pt x="118" y="271"/>
                  <a:pt x="118" y="271"/>
                  <a:pt x="118" y="271"/>
                </a:cubicBezTo>
                <a:cubicBezTo>
                  <a:pt x="118" y="249"/>
                  <a:pt x="118" y="249"/>
                  <a:pt x="118" y="249"/>
                </a:cubicBezTo>
                <a:lnTo>
                  <a:pt x="4" y="206"/>
                </a:lnTo>
                <a:close/>
                <a:moveTo>
                  <a:pt x="101" y="259"/>
                </a:moveTo>
                <a:cubicBezTo>
                  <a:pt x="98" y="260"/>
                  <a:pt x="95" y="260"/>
                  <a:pt x="94" y="261"/>
                </a:cubicBezTo>
                <a:cubicBezTo>
                  <a:pt x="47" y="277"/>
                  <a:pt x="47" y="277"/>
                  <a:pt x="47" y="277"/>
                </a:cubicBezTo>
                <a:cubicBezTo>
                  <a:pt x="47" y="241"/>
                  <a:pt x="47" y="241"/>
                  <a:pt x="47" y="241"/>
                </a:cubicBezTo>
                <a:cubicBezTo>
                  <a:pt x="94" y="257"/>
                  <a:pt x="94" y="257"/>
                  <a:pt x="94" y="257"/>
                </a:cubicBezTo>
                <a:cubicBezTo>
                  <a:pt x="95" y="258"/>
                  <a:pt x="98" y="259"/>
                  <a:pt x="101" y="259"/>
                </a:cubicBezTo>
                <a:close/>
                <a:moveTo>
                  <a:pt x="110" y="414"/>
                </a:moveTo>
                <a:cubicBezTo>
                  <a:pt x="18" y="350"/>
                  <a:pt x="18" y="350"/>
                  <a:pt x="18" y="350"/>
                </a:cubicBezTo>
                <a:cubicBezTo>
                  <a:pt x="18" y="413"/>
                  <a:pt x="18" y="413"/>
                  <a:pt x="18" y="413"/>
                </a:cubicBezTo>
                <a:cubicBezTo>
                  <a:pt x="1" y="413"/>
                  <a:pt x="1" y="413"/>
                  <a:pt x="1" y="413"/>
                </a:cubicBezTo>
                <a:cubicBezTo>
                  <a:pt x="1" y="322"/>
                  <a:pt x="1" y="322"/>
                  <a:pt x="1" y="322"/>
                </a:cubicBezTo>
                <a:cubicBezTo>
                  <a:pt x="10" y="322"/>
                  <a:pt x="10" y="322"/>
                  <a:pt x="10" y="322"/>
                </a:cubicBezTo>
                <a:cubicBezTo>
                  <a:pt x="102" y="387"/>
                  <a:pt x="102" y="387"/>
                  <a:pt x="102" y="387"/>
                </a:cubicBezTo>
                <a:cubicBezTo>
                  <a:pt x="102" y="328"/>
                  <a:pt x="102" y="328"/>
                  <a:pt x="102" y="328"/>
                </a:cubicBezTo>
                <a:cubicBezTo>
                  <a:pt x="118" y="328"/>
                  <a:pt x="118" y="328"/>
                  <a:pt x="118" y="328"/>
                </a:cubicBezTo>
                <a:cubicBezTo>
                  <a:pt x="118" y="414"/>
                  <a:pt x="118" y="414"/>
                  <a:pt x="118" y="414"/>
                </a:cubicBezTo>
                <a:lnTo>
                  <a:pt x="110" y="414"/>
                </a:lnTo>
                <a:close/>
                <a:moveTo>
                  <a:pt x="1" y="448"/>
                </a:moveTo>
                <a:cubicBezTo>
                  <a:pt x="1" y="428"/>
                  <a:pt x="1" y="428"/>
                  <a:pt x="1" y="428"/>
                </a:cubicBezTo>
                <a:cubicBezTo>
                  <a:pt x="118" y="428"/>
                  <a:pt x="118" y="428"/>
                  <a:pt x="118" y="428"/>
                </a:cubicBezTo>
                <a:cubicBezTo>
                  <a:pt x="118" y="448"/>
                  <a:pt x="118" y="448"/>
                  <a:pt x="118" y="448"/>
                </a:cubicBezTo>
                <a:lnTo>
                  <a:pt x="1" y="448"/>
                </a:lnTo>
                <a:close/>
                <a:moveTo>
                  <a:pt x="1" y="539"/>
                </a:moveTo>
                <a:cubicBezTo>
                  <a:pt x="1" y="474"/>
                  <a:pt x="1" y="474"/>
                  <a:pt x="1" y="474"/>
                </a:cubicBezTo>
                <a:cubicBezTo>
                  <a:pt x="118" y="474"/>
                  <a:pt x="118" y="474"/>
                  <a:pt x="118" y="474"/>
                </a:cubicBezTo>
                <a:cubicBezTo>
                  <a:pt x="118" y="537"/>
                  <a:pt x="118" y="537"/>
                  <a:pt x="118" y="537"/>
                </a:cubicBezTo>
                <a:cubicBezTo>
                  <a:pt x="101" y="537"/>
                  <a:pt x="101" y="537"/>
                  <a:pt x="101" y="537"/>
                </a:cubicBezTo>
                <a:cubicBezTo>
                  <a:pt x="102" y="493"/>
                  <a:pt x="102" y="493"/>
                  <a:pt x="102" y="493"/>
                </a:cubicBezTo>
                <a:cubicBezTo>
                  <a:pt x="68" y="493"/>
                  <a:pt x="68" y="493"/>
                  <a:pt x="68" y="493"/>
                </a:cubicBezTo>
                <a:cubicBezTo>
                  <a:pt x="68" y="533"/>
                  <a:pt x="68" y="533"/>
                  <a:pt x="68" y="533"/>
                </a:cubicBezTo>
                <a:cubicBezTo>
                  <a:pt x="52" y="533"/>
                  <a:pt x="52" y="533"/>
                  <a:pt x="52" y="533"/>
                </a:cubicBezTo>
                <a:cubicBezTo>
                  <a:pt x="52" y="493"/>
                  <a:pt x="52" y="493"/>
                  <a:pt x="52" y="493"/>
                </a:cubicBezTo>
                <a:cubicBezTo>
                  <a:pt x="18" y="493"/>
                  <a:pt x="18" y="493"/>
                  <a:pt x="18" y="493"/>
                </a:cubicBezTo>
                <a:cubicBezTo>
                  <a:pt x="18" y="539"/>
                  <a:pt x="18" y="539"/>
                  <a:pt x="18" y="539"/>
                </a:cubicBezTo>
                <a:lnTo>
                  <a:pt x="1" y="539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9" name="Freeform 222">
            <a:extLst>
              <a:ext uri="{FF2B5EF4-FFF2-40B4-BE49-F238E27FC236}">
                <a16:creationId xmlns:a16="http://schemas.microsoft.com/office/drawing/2014/main" id="{437B9500-2F6B-D3A1-7594-6A282865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7140191" y="614150"/>
            <a:ext cx="364768" cy="1361460"/>
          </a:xfrm>
          <a:custGeom>
            <a:avLst/>
            <a:gdLst>
              <a:gd name="T0" fmla="*/ 2 w 120"/>
              <a:gd name="T1" fmla="*/ 105 h 448"/>
              <a:gd name="T2" fmla="*/ 103 w 120"/>
              <a:gd name="T3" fmla="*/ 107 h 448"/>
              <a:gd name="T4" fmla="*/ 91 w 120"/>
              <a:gd name="T5" fmla="*/ 103 h 448"/>
              <a:gd name="T6" fmla="*/ 2 w 120"/>
              <a:gd name="T7" fmla="*/ 56 h 448"/>
              <a:gd name="T8" fmla="*/ 103 w 120"/>
              <a:gd name="T9" fmla="*/ 13 h 448"/>
              <a:gd name="T10" fmla="*/ 80 w 120"/>
              <a:gd name="T11" fmla="*/ 13 h 448"/>
              <a:gd name="T12" fmla="*/ 2 w 120"/>
              <a:gd name="T13" fmla="*/ 0 h 448"/>
              <a:gd name="T14" fmla="*/ 118 w 120"/>
              <a:gd name="T15" fmla="*/ 18 h 448"/>
              <a:gd name="T16" fmla="*/ 23 w 120"/>
              <a:gd name="T17" fmla="*/ 59 h 448"/>
              <a:gd name="T18" fmla="*/ 37 w 120"/>
              <a:gd name="T19" fmla="*/ 65 h 448"/>
              <a:gd name="T20" fmla="*/ 118 w 120"/>
              <a:gd name="T21" fmla="*/ 119 h 448"/>
              <a:gd name="T22" fmla="*/ 2 w 120"/>
              <a:gd name="T23" fmla="*/ 212 h 448"/>
              <a:gd name="T24" fmla="*/ 118 w 120"/>
              <a:gd name="T25" fmla="*/ 150 h 448"/>
              <a:gd name="T26" fmla="*/ 106 w 120"/>
              <a:gd name="T27" fmla="*/ 209 h 448"/>
              <a:gd name="T28" fmla="*/ 67 w 120"/>
              <a:gd name="T29" fmla="*/ 163 h 448"/>
              <a:gd name="T30" fmla="*/ 55 w 120"/>
              <a:gd name="T31" fmla="*/ 206 h 448"/>
              <a:gd name="T32" fmla="*/ 14 w 120"/>
              <a:gd name="T33" fmla="*/ 163 h 448"/>
              <a:gd name="T34" fmla="*/ 2 w 120"/>
              <a:gd name="T35" fmla="*/ 212 h 448"/>
              <a:gd name="T36" fmla="*/ 2 w 120"/>
              <a:gd name="T37" fmla="*/ 248 h 448"/>
              <a:gd name="T38" fmla="*/ 51 w 120"/>
              <a:gd name="T39" fmla="*/ 259 h 448"/>
              <a:gd name="T40" fmla="*/ 47 w 120"/>
              <a:gd name="T41" fmla="*/ 272 h 448"/>
              <a:gd name="T42" fmla="*/ 34 w 120"/>
              <a:gd name="T43" fmla="*/ 282 h 448"/>
              <a:gd name="T44" fmla="*/ 2 w 120"/>
              <a:gd name="T45" fmla="*/ 318 h 448"/>
              <a:gd name="T46" fmla="*/ 43 w 120"/>
              <a:gd name="T47" fmla="*/ 292 h 448"/>
              <a:gd name="T48" fmla="*/ 52 w 120"/>
              <a:gd name="T49" fmla="*/ 284 h 448"/>
              <a:gd name="T50" fmla="*/ 56 w 120"/>
              <a:gd name="T51" fmla="*/ 278 h 448"/>
              <a:gd name="T52" fmla="*/ 67 w 120"/>
              <a:gd name="T53" fmla="*/ 297 h 448"/>
              <a:gd name="T54" fmla="*/ 87 w 120"/>
              <a:gd name="T55" fmla="*/ 304 h 448"/>
              <a:gd name="T56" fmla="*/ 111 w 120"/>
              <a:gd name="T57" fmla="*/ 294 h 448"/>
              <a:gd name="T58" fmla="*/ 118 w 120"/>
              <a:gd name="T59" fmla="*/ 269 h 448"/>
              <a:gd name="T60" fmla="*/ 2 w 120"/>
              <a:gd name="T61" fmla="*/ 234 h 448"/>
              <a:gd name="T62" fmla="*/ 101 w 120"/>
              <a:gd name="T63" fmla="*/ 284 h 448"/>
              <a:gd name="T64" fmla="*/ 77 w 120"/>
              <a:gd name="T65" fmla="*/ 288 h 448"/>
              <a:gd name="T66" fmla="*/ 65 w 120"/>
              <a:gd name="T67" fmla="*/ 276 h 448"/>
              <a:gd name="T68" fmla="*/ 64 w 120"/>
              <a:gd name="T69" fmla="*/ 248 h 448"/>
              <a:gd name="T70" fmla="*/ 106 w 120"/>
              <a:gd name="T71" fmla="*/ 266 h 448"/>
              <a:gd name="T72" fmla="*/ 0 w 120"/>
              <a:gd name="T73" fmla="*/ 379 h 448"/>
              <a:gd name="T74" fmla="*/ 58 w 120"/>
              <a:gd name="T75" fmla="*/ 324 h 448"/>
              <a:gd name="T76" fmla="*/ 120 w 120"/>
              <a:gd name="T77" fmla="*/ 383 h 448"/>
              <a:gd name="T78" fmla="*/ 101 w 120"/>
              <a:gd name="T79" fmla="*/ 411 h 448"/>
              <a:gd name="T80" fmla="*/ 94 w 120"/>
              <a:gd name="T81" fmla="*/ 351 h 448"/>
              <a:gd name="T82" fmla="*/ 25 w 120"/>
              <a:gd name="T83" fmla="*/ 350 h 448"/>
              <a:gd name="T84" fmla="*/ 20 w 120"/>
              <a:gd name="T85" fmla="*/ 411 h 448"/>
              <a:gd name="T86" fmla="*/ 2 w 120"/>
              <a:gd name="T87" fmla="*/ 448 h 448"/>
              <a:gd name="T88" fmla="*/ 118 w 120"/>
              <a:gd name="T89" fmla="*/ 435 h 448"/>
              <a:gd name="T90" fmla="*/ 2 w 120"/>
              <a:gd name="T91" fmla="*/ 448 h 4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20" h="448">
                <a:moveTo>
                  <a:pt x="2" y="119"/>
                </a:moveTo>
                <a:cubicBezTo>
                  <a:pt x="2" y="105"/>
                  <a:pt x="2" y="105"/>
                  <a:pt x="2" y="105"/>
                </a:cubicBezTo>
                <a:cubicBezTo>
                  <a:pt x="80" y="105"/>
                  <a:pt x="80" y="105"/>
                  <a:pt x="80" y="105"/>
                </a:cubicBezTo>
                <a:cubicBezTo>
                  <a:pt x="86" y="105"/>
                  <a:pt x="94" y="106"/>
                  <a:pt x="103" y="107"/>
                </a:cubicBezTo>
                <a:cubicBezTo>
                  <a:pt x="103" y="106"/>
                  <a:pt x="103" y="106"/>
                  <a:pt x="103" y="106"/>
                </a:cubicBezTo>
                <a:cubicBezTo>
                  <a:pt x="97" y="105"/>
                  <a:pt x="94" y="104"/>
                  <a:pt x="91" y="103"/>
                </a:cubicBezTo>
                <a:cubicBezTo>
                  <a:pt x="2" y="63"/>
                  <a:pt x="2" y="63"/>
                  <a:pt x="2" y="63"/>
                </a:cubicBezTo>
                <a:cubicBezTo>
                  <a:pt x="2" y="56"/>
                  <a:pt x="2" y="56"/>
                  <a:pt x="2" y="56"/>
                </a:cubicBezTo>
                <a:cubicBezTo>
                  <a:pt x="91" y="16"/>
                  <a:pt x="91" y="16"/>
                  <a:pt x="91" y="16"/>
                </a:cubicBezTo>
                <a:cubicBezTo>
                  <a:pt x="93" y="15"/>
                  <a:pt x="97" y="14"/>
                  <a:pt x="103" y="13"/>
                </a:cubicBezTo>
                <a:cubicBezTo>
                  <a:pt x="103" y="12"/>
                  <a:pt x="103" y="12"/>
                  <a:pt x="103" y="12"/>
                </a:cubicBezTo>
                <a:cubicBezTo>
                  <a:pt x="98" y="13"/>
                  <a:pt x="90" y="13"/>
                  <a:pt x="80" y="13"/>
                </a:cubicBezTo>
                <a:cubicBezTo>
                  <a:pt x="2" y="13"/>
                  <a:pt x="2" y="13"/>
                  <a:pt x="2" y="13"/>
                </a:cubicBezTo>
                <a:cubicBezTo>
                  <a:pt x="2" y="0"/>
                  <a:pt x="2" y="0"/>
                  <a:pt x="2" y="0"/>
                </a:cubicBezTo>
                <a:cubicBezTo>
                  <a:pt x="118" y="0"/>
                  <a:pt x="118" y="0"/>
                  <a:pt x="118" y="0"/>
                </a:cubicBezTo>
                <a:cubicBezTo>
                  <a:pt x="118" y="18"/>
                  <a:pt x="118" y="18"/>
                  <a:pt x="118" y="18"/>
                </a:cubicBezTo>
                <a:cubicBezTo>
                  <a:pt x="37" y="54"/>
                  <a:pt x="37" y="54"/>
                  <a:pt x="37" y="54"/>
                </a:cubicBezTo>
                <a:cubicBezTo>
                  <a:pt x="31" y="57"/>
                  <a:pt x="26" y="58"/>
                  <a:pt x="23" y="59"/>
                </a:cubicBezTo>
                <a:cubicBezTo>
                  <a:pt x="23" y="60"/>
                  <a:pt x="23" y="60"/>
                  <a:pt x="23" y="60"/>
                </a:cubicBezTo>
                <a:cubicBezTo>
                  <a:pt x="29" y="62"/>
                  <a:pt x="34" y="64"/>
                  <a:pt x="37" y="65"/>
                </a:cubicBezTo>
                <a:cubicBezTo>
                  <a:pt x="118" y="102"/>
                  <a:pt x="118" y="102"/>
                  <a:pt x="118" y="102"/>
                </a:cubicBezTo>
                <a:cubicBezTo>
                  <a:pt x="118" y="119"/>
                  <a:pt x="118" y="119"/>
                  <a:pt x="118" y="119"/>
                </a:cubicBezTo>
                <a:lnTo>
                  <a:pt x="2" y="119"/>
                </a:lnTo>
                <a:close/>
                <a:moveTo>
                  <a:pt x="2" y="212"/>
                </a:moveTo>
                <a:cubicBezTo>
                  <a:pt x="2" y="150"/>
                  <a:pt x="2" y="150"/>
                  <a:pt x="2" y="150"/>
                </a:cubicBezTo>
                <a:cubicBezTo>
                  <a:pt x="118" y="150"/>
                  <a:pt x="118" y="150"/>
                  <a:pt x="118" y="150"/>
                </a:cubicBezTo>
                <a:cubicBezTo>
                  <a:pt x="118" y="209"/>
                  <a:pt x="118" y="209"/>
                  <a:pt x="118" y="209"/>
                </a:cubicBezTo>
                <a:cubicBezTo>
                  <a:pt x="106" y="209"/>
                  <a:pt x="106" y="209"/>
                  <a:pt x="106" y="209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67" y="163"/>
                  <a:pt x="67" y="163"/>
                  <a:pt x="67" y="163"/>
                </a:cubicBezTo>
                <a:cubicBezTo>
                  <a:pt x="67" y="206"/>
                  <a:pt x="67" y="206"/>
                  <a:pt x="67" y="206"/>
                </a:cubicBezTo>
                <a:cubicBezTo>
                  <a:pt x="55" y="206"/>
                  <a:pt x="55" y="206"/>
                  <a:pt x="55" y="206"/>
                </a:cubicBezTo>
                <a:cubicBezTo>
                  <a:pt x="55" y="163"/>
                  <a:pt x="55" y="163"/>
                  <a:pt x="55" y="163"/>
                </a:cubicBezTo>
                <a:cubicBezTo>
                  <a:pt x="14" y="163"/>
                  <a:pt x="14" y="163"/>
                  <a:pt x="14" y="163"/>
                </a:cubicBezTo>
                <a:cubicBezTo>
                  <a:pt x="14" y="212"/>
                  <a:pt x="14" y="212"/>
                  <a:pt x="14" y="212"/>
                </a:cubicBezTo>
                <a:lnTo>
                  <a:pt x="2" y="212"/>
                </a:lnTo>
                <a:close/>
                <a:moveTo>
                  <a:pt x="2" y="234"/>
                </a:moveTo>
                <a:cubicBezTo>
                  <a:pt x="2" y="248"/>
                  <a:pt x="2" y="248"/>
                  <a:pt x="2" y="248"/>
                </a:cubicBezTo>
                <a:cubicBezTo>
                  <a:pt x="51" y="248"/>
                  <a:pt x="51" y="248"/>
                  <a:pt x="51" y="248"/>
                </a:cubicBezTo>
                <a:cubicBezTo>
                  <a:pt x="51" y="259"/>
                  <a:pt x="51" y="259"/>
                  <a:pt x="51" y="259"/>
                </a:cubicBezTo>
                <a:cubicBezTo>
                  <a:pt x="51" y="261"/>
                  <a:pt x="51" y="264"/>
                  <a:pt x="50" y="266"/>
                </a:cubicBezTo>
                <a:cubicBezTo>
                  <a:pt x="50" y="268"/>
                  <a:pt x="49" y="270"/>
                  <a:pt x="47" y="272"/>
                </a:cubicBezTo>
                <a:cubicBezTo>
                  <a:pt x="46" y="273"/>
                  <a:pt x="44" y="275"/>
                  <a:pt x="42" y="277"/>
                </a:cubicBezTo>
                <a:cubicBezTo>
                  <a:pt x="40" y="278"/>
                  <a:pt x="37" y="280"/>
                  <a:pt x="34" y="282"/>
                </a:cubicBezTo>
                <a:cubicBezTo>
                  <a:pt x="2" y="301"/>
                  <a:pt x="2" y="301"/>
                  <a:pt x="2" y="301"/>
                </a:cubicBezTo>
                <a:cubicBezTo>
                  <a:pt x="2" y="318"/>
                  <a:pt x="2" y="318"/>
                  <a:pt x="2" y="318"/>
                </a:cubicBezTo>
                <a:cubicBezTo>
                  <a:pt x="37" y="296"/>
                  <a:pt x="37" y="296"/>
                  <a:pt x="37" y="296"/>
                </a:cubicBezTo>
                <a:cubicBezTo>
                  <a:pt x="39" y="294"/>
                  <a:pt x="41" y="293"/>
                  <a:pt x="43" y="292"/>
                </a:cubicBezTo>
                <a:cubicBezTo>
                  <a:pt x="45" y="290"/>
                  <a:pt x="47" y="289"/>
                  <a:pt x="49" y="288"/>
                </a:cubicBezTo>
                <a:cubicBezTo>
                  <a:pt x="50" y="286"/>
                  <a:pt x="51" y="285"/>
                  <a:pt x="52" y="284"/>
                </a:cubicBezTo>
                <a:cubicBezTo>
                  <a:pt x="54" y="282"/>
                  <a:pt x="55" y="280"/>
                  <a:pt x="55" y="278"/>
                </a:cubicBezTo>
                <a:cubicBezTo>
                  <a:pt x="56" y="278"/>
                  <a:pt x="56" y="278"/>
                  <a:pt x="56" y="278"/>
                </a:cubicBezTo>
                <a:cubicBezTo>
                  <a:pt x="57" y="282"/>
                  <a:pt x="58" y="286"/>
                  <a:pt x="60" y="289"/>
                </a:cubicBezTo>
                <a:cubicBezTo>
                  <a:pt x="62" y="292"/>
                  <a:pt x="64" y="295"/>
                  <a:pt x="67" y="297"/>
                </a:cubicBezTo>
                <a:cubicBezTo>
                  <a:pt x="70" y="300"/>
                  <a:pt x="73" y="301"/>
                  <a:pt x="76" y="303"/>
                </a:cubicBezTo>
                <a:cubicBezTo>
                  <a:pt x="79" y="304"/>
                  <a:pt x="83" y="304"/>
                  <a:pt x="87" y="304"/>
                </a:cubicBezTo>
                <a:cubicBezTo>
                  <a:pt x="92" y="304"/>
                  <a:pt x="97" y="303"/>
                  <a:pt x="101" y="302"/>
                </a:cubicBezTo>
                <a:cubicBezTo>
                  <a:pt x="105" y="300"/>
                  <a:pt x="108" y="297"/>
                  <a:pt x="111" y="294"/>
                </a:cubicBezTo>
                <a:cubicBezTo>
                  <a:pt x="113" y="291"/>
                  <a:pt x="115" y="287"/>
                  <a:pt x="116" y="283"/>
                </a:cubicBezTo>
                <a:cubicBezTo>
                  <a:pt x="118" y="279"/>
                  <a:pt x="118" y="274"/>
                  <a:pt x="118" y="269"/>
                </a:cubicBezTo>
                <a:cubicBezTo>
                  <a:pt x="118" y="234"/>
                  <a:pt x="118" y="234"/>
                  <a:pt x="118" y="234"/>
                </a:cubicBezTo>
                <a:lnTo>
                  <a:pt x="2" y="234"/>
                </a:lnTo>
                <a:close/>
                <a:moveTo>
                  <a:pt x="106" y="266"/>
                </a:moveTo>
                <a:cubicBezTo>
                  <a:pt x="106" y="274"/>
                  <a:pt x="104" y="280"/>
                  <a:pt x="101" y="284"/>
                </a:cubicBezTo>
                <a:cubicBezTo>
                  <a:pt x="97" y="288"/>
                  <a:pt x="92" y="290"/>
                  <a:pt x="86" y="290"/>
                </a:cubicBezTo>
                <a:cubicBezTo>
                  <a:pt x="83" y="290"/>
                  <a:pt x="79" y="289"/>
                  <a:pt x="77" y="288"/>
                </a:cubicBezTo>
                <a:cubicBezTo>
                  <a:pt x="74" y="287"/>
                  <a:pt x="71" y="285"/>
                  <a:pt x="70" y="283"/>
                </a:cubicBezTo>
                <a:cubicBezTo>
                  <a:pt x="68" y="281"/>
                  <a:pt x="66" y="279"/>
                  <a:pt x="65" y="276"/>
                </a:cubicBezTo>
                <a:cubicBezTo>
                  <a:pt x="64" y="273"/>
                  <a:pt x="64" y="270"/>
                  <a:pt x="64" y="266"/>
                </a:cubicBezTo>
                <a:cubicBezTo>
                  <a:pt x="64" y="248"/>
                  <a:pt x="64" y="248"/>
                  <a:pt x="64" y="248"/>
                </a:cubicBezTo>
                <a:cubicBezTo>
                  <a:pt x="106" y="248"/>
                  <a:pt x="106" y="248"/>
                  <a:pt x="106" y="248"/>
                </a:cubicBezTo>
                <a:lnTo>
                  <a:pt x="106" y="266"/>
                </a:lnTo>
                <a:close/>
                <a:moveTo>
                  <a:pt x="6" y="411"/>
                </a:moveTo>
                <a:cubicBezTo>
                  <a:pt x="2" y="402"/>
                  <a:pt x="0" y="391"/>
                  <a:pt x="0" y="379"/>
                </a:cubicBezTo>
                <a:cubicBezTo>
                  <a:pt x="0" y="362"/>
                  <a:pt x="5" y="349"/>
                  <a:pt x="16" y="339"/>
                </a:cubicBezTo>
                <a:cubicBezTo>
                  <a:pt x="26" y="329"/>
                  <a:pt x="40" y="324"/>
                  <a:pt x="58" y="324"/>
                </a:cubicBezTo>
                <a:cubicBezTo>
                  <a:pt x="76" y="324"/>
                  <a:pt x="91" y="329"/>
                  <a:pt x="103" y="341"/>
                </a:cubicBezTo>
                <a:cubicBezTo>
                  <a:pt x="115" y="352"/>
                  <a:pt x="120" y="366"/>
                  <a:pt x="120" y="383"/>
                </a:cubicBezTo>
                <a:cubicBezTo>
                  <a:pt x="120" y="394"/>
                  <a:pt x="119" y="404"/>
                  <a:pt x="115" y="411"/>
                </a:cubicBezTo>
                <a:cubicBezTo>
                  <a:pt x="101" y="411"/>
                  <a:pt x="101" y="411"/>
                  <a:pt x="101" y="411"/>
                </a:cubicBezTo>
                <a:cubicBezTo>
                  <a:pt x="106" y="403"/>
                  <a:pt x="108" y="393"/>
                  <a:pt x="108" y="383"/>
                </a:cubicBezTo>
                <a:cubicBezTo>
                  <a:pt x="108" y="370"/>
                  <a:pt x="103" y="359"/>
                  <a:pt x="94" y="351"/>
                </a:cubicBezTo>
                <a:cubicBezTo>
                  <a:pt x="85" y="342"/>
                  <a:pt x="74" y="338"/>
                  <a:pt x="59" y="338"/>
                </a:cubicBezTo>
                <a:cubicBezTo>
                  <a:pt x="44" y="338"/>
                  <a:pt x="33" y="342"/>
                  <a:pt x="25" y="350"/>
                </a:cubicBezTo>
                <a:cubicBezTo>
                  <a:pt x="16" y="358"/>
                  <a:pt x="12" y="368"/>
                  <a:pt x="12" y="380"/>
                </a:cubicBezTo>
                <a:cubicBezTo>
                  <a:pt x="12" y="392"/>
                  <a:pt x="14" y="402"/>
                  <a:pt x="20" y="411"/>
                </a:cubicBezTo>
                <a:lnTo>
                  <a:pt x="6" y="411"/>
                </a:lnTo>
                <a:close/>
                <a:moveTo>
                  <a:pt x="2" y="448"/>
                </a:moveTo>
                <a:cubicBezTo>
                  <a:pt x="2" y="435"/>
                  <a:pt x="2" y="435"/>
                  <a:pt x="2" y="435"/>
                </a:cubicBezTo>
                <a:cubicBezTo>
                  <a:pt x="118" y="435"/>
                  <a:pt x="118" y="435"/>
                  <a:pt x="118" y="435"/>
                </a:cubicBezTo>
                <a:cubicBezTo>
                  <a:pt x="118" y="448"/>
                  <a:pt x="118" y="448"/>
                  <a:pt x="118" y="448"/>
                </a:cubicBezTo>
                <a:lnTo>
                  <a:pt x="2" y="448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0" name="Freeform 223">
            <a:extLst>
              <a:ext uri="{FF2B5EF4-FFF2-40B4-BE49-F238E27FC236}">
                <a16:creationId xmlns:a16="http://schemas.microsoft.com/office/drawing/2014/main" id="{BCEB59D1-C9A7-13B7-C735-CB26267F8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246095" y="2182577"/>
            <a:ext cx="2423656" cy="477795"/>
          </a:xfrm>
          <a:custGeom>
            <a:avLst/>
            <a:gdLst>
              <a:gd name="T0" fmla="*/ 69 w 798"/>
              <a:gd name="T1" fmla="*/ 157 h 157"/>
              <a:gd name="T2" fmla="*/ 0 w 798"/>
              <a:gd name="T3" fmla="*/ 81 h 157"/>
              <a:gd name="T4" fmla="*/ 75 w 798"/>
              <a:gd name="T5" fmla="*/ 0 h 157"/>
              <a:gd name="T6" fmla="*/ 114 w 798"/>
              <a:gd name="T7" fmla="*/ 20 h 157"/>
              <a:gd name="T8" fmla="*/ 28 w 798"/>
              <a:gd name="T9" fmla="*/ 29 h 157"/>
              <a:gd name="T10" fmla="*/ 27 w 798"/>
              <a:gd name="T11" fmla="*/ 129 h 157"/>
              <a:gd name="T12" fmla="*/ 107 w 798"/>
              <a:gd name="T13" fmla="*/ 139 h 157"/>
              <a:gd name="T14" fmla="*/ 71 w 798"/>
              <a:gd name="T15" fmla="*/ 89 h 157"/>
              <a:gd name="T16" fmla="*/ 117 w 798"/>
              <a:gd name="T17" fmla="*/ 79 h 157"/>
              <a:gd name="T18" fmla="*/ 219 w 798"/>
              <a:gd name="T19" fmla="*/ 106 h 157"/>
              <a:gd name="T20" fmla="*/ 201 w 798"/>
              <a:gd name="T21" fmla="*/ 84 h 157"/>
              <a:gd name="T22" fmla="*/ 237 w 798"/>
              <a:gd name="T23" fmla="*/ 42 h 157"/>
              <a:gd name="T24" fmla="*/ 194 w 798"/>
              <a:gd name="T25" fmla="*/ 3 h 157"/>
              <a:gd name="T26" fmla="*/ 152 w 798"/>
              <a:gd name="T27" fmla="*/ 154 h 157"/>
              <a:gd name="T28" fmla="*/ 162 w 798"/>
              <a:gd name="T29" fmla="*/ 87 h 157"/>
              <a:gd name="T30" fmla="*/ 197 w 798"/>
              <a:gd name="T31" fmla="*/ 92 h 157"/>
              <a:gd name="T32" fmla="*/ 230 w 798"/>
              <a:gd name="T33" fmla="*/ 154 h 157"/>
              <a:gd name="T34" fmla="*/ 219 w 798"/>
              <a:gd name="T35" fmla="*/ 106 h 157"/>
              <a:gd name="T36" fmla="*/ 162 w 798"/>
              <a:gd name="T37" fmla="*/ 77 h 157"/>
              <a:gd name="T38" fmla="*/ 191 w 798"/>
              <a:gd name="T39" fmla="*/ 13 h 157"/>
              <a:gd name="T40" fmla="*/ 226 w 798"/>
              <a:gd name="T41" fmla="*/ 43 h 157"/>
              <a:gd name="T42" fmla="*/ 189 w 798"/>
              <a:gd name="T43" fmla="*/ 77 h 157"/>
              <a:gd name="T44" fmla="*/ 316 w 798"/>
              <a:gd name="T45" fmla="*/ 3 h 157"/>
              <a:gd name="T46" fmla="*/ 270 w 798"/>
              <a:gd name="T47" fmla="*/ 154 h 157"/>
              <a:gd name="T48" fmla="*/ 353 w 798"/>
              <a:gd name="T49" fmla="*/ 107 h 157"/>
              <a:gd name="T50" fmla="*/ 382 w 798"/>
              <a:gd name="T51" fmla="*/ 154 h 157"/>
              <a:gd name="T52" fmla="*/ 291 w 798"/>
              <a:gd name="T53" fmla="*/ 98 h 157"/>
              <a:gd name="T54" fmla="*/ 320 w 798"/>
              <a:gd name="T55" fmla="*/ 16 h 157"/>
              <a:gd name="T56" fmla="*/ 322 w 798"/>
              <a:gd name="T57" fmla="*/ 21 h 157"/>
              <a:gd name="T58" fmla="*/ 350 w 798"/>
              <a:gd name="T59" fmla="*/ 98 h 157"/>
              <a:gd name="T60" fmla="*/ 504 w 798"/>
              <a:gd name="T61" fmla="*/ 149 h 157"/>
              <a:gd name="T62" fmla="*/ 415 w 798"/>
              <a:gd name="T63" fmla="*/ 136 h 157"/>
              <a:gd name="T64" fmla="*/ 417 w 798"/>
              <a:gd name="T65" fmla="*/ 23 h 157"/>
              <a:gd name="T66" fmla="*/ 504 w 798"/>
              <a:gd name="T67" fmla="*/ 6 h 157"/>
              <a:gd name="T68" fmla="*/ 471 w 798"/>
              <a:gd name="T69" fmla="*/ 10 h 157"/>
              <a:gd name="T70" fmla="*/ 407 w 798"/>
              <a:gd name="T71" fmla="*/ 81 h 157"/>
              <a:gd name="T72" fmla="*/ 467 w 798"/>
              <a:gd name="T73" fmla="*/ 147 h 157"/>
              <a:gd name="T74" fmla="*/ 504 w 798"/>
              <a:gd name="T75" fmla="*/ 149 h 157"/>
              <a:gd name="T76" fmla="*/ 538 w 798"/>
              <a:gd name="T77" fmla="*/ 3 h 157"/>
              <a:gd name="T78" fmla="*/ 548 w 798"/>
              <a:gd name="T79" fmla="*/ 154 h 157"/>
              <a:gd name="T80" fmla="*/ 641 w 798"/>
              <a:gd name="T81" fmla="*/ 3 h 157"/>
              <a:gd name="T82" fmla="*/ 574 w 798"/>
              <a:gd name="T83" fmla="*/ 154 h 157"/>
              <a:gd name="T84" fmla="*/ 603 w 798"/>
              <a:gd name="T85" fmla="*/ 107 h 157"/>
              <a:gd name="T86" fmla="*/ 686 w 798"/>
              <a:gd name="T87" fmla="*/ 154 h 157"/>
              <a:gd name="T88" fmla="*/ 641 w 798"/>
              <a:gd name="T89" fmla="*/ 3 h 157"/>
              <a:gd name="T90" fmla="*/ 632 w 798"/>
              <a:gd name="T91" fmla="*/ 27 h 157"/>
              <a:gd name="T92" fmla="*/ 636 w 798"/>
              <a:gd name="T93" fmla="*/ 16 h 157"/>
              <a:gd name="T94" fmla="*/ 639 w 798"/>
              <a:gd name="T95" fmla="*/ 28 h 157"/>
              <a:gd name="T96" fmla="*/ 607 w 798"/>
              <a:gd name="T97" fmla="*/ 98 h 157"/>
              <a:gd name="T98" fmla="*/ 719 w 798"/>
              <a:gd name="T99" fmla="*/ 137 h 157"/>
              <a:gd name="T100" fmla="*/ 778 w 798"/>
              <a:gd name="T101" fmla="*/ 140 h 157"/>
              <a:gd name="T102" fmla="*/ 781 w 798"/>
              <a:gd name="T103" fmla="*/ 101 h 157"/>
              <a:gd name="T104" fmla="*/ 725 w 798"/>
              <a:gd name="T105" fmla="*/ 60 h 157"/>
              <a:gd name="T106" fmla="*/ 732 w 798"/>
              <a:gd name="T107" fmla="*/ 12 h 157"/>
              <a:gd name="T108" fmla="*/ 792 w 798"/>
              <a:gd name="T109" fmla="*/ 5 h 157"/>
              <a:gd name="T110" fmla="*/ 764 w 798"/>
              <a:gd name="T111" fmla="*/ 10 h 157"/>
              <a:gd name="T112" fmla="*/ 730 w 798"/>
              <a:gd name="T113" fmla="*/ 38 h 157"/>
              <a:gd name="T114" fmla="*/ 763 w 798"/>
              <a:gd name="T115" fmla="*/ 75 h 157"/>
              <a:gd name="T116" fmla="*/ 798 w 798"/>
              <a:gd name="T117" fmla="*/ 118 h 157"/>
              <a:gd name="T118" fmla="*/ 752 w 798"/>
              <a:gd name="T119" fmla="*/ 157 h 157"/>
              <a:gd name="T120" fmla="*/ 719 w 798"/>
              <a:gd name="T121" fmla="*/ 149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798" h="157">
                <a:moveTo>
                  <a:pt x="117" y="144"/>
                </a:moveTo>
                <a:cubicBezTo>
                  <a:pt x="101" y="153"/>
                  <a:pt x="85" y="157"/>
                  <a:pt x="69" y="157"/>
                </a:cubicBezTo>
                <a:cubicBezTo>
                  <a:pt x="48" y="157"/>
                  <a:pt x="32" y="150"/>
                  <a:pt x="19" y="136"/>
                </a:cubicBezTo>
                <a:cubicBezTo>
                  <a:pt x="6" y="122"/>
                  <a:pt x="0" y="104"/>
                  <a:pt x="0" y="81"/>
                </a:cubicBezTo>
                <a:cubicBezTo>
                  <a:pt x="0" y="58"/>
                  <a:pt x="7" y="39"/>
                  <a:pt x="20" y="23"/>
                </a:cubicBezTo>
                <a:cubicBezTo>
                  <a:pt x="34" y="8"/>
                  <a:pt x="52" y="0"/>
                  <a:pt x="75" y="0"/>
                </a:cubicBezTo>
                <a:cubicBezTo>
                  <a:pt x="89" y="0"/>
                  <a:pt x="101" y="3"/>
                  <a:pt x="114" y="8"/>
                </a:cubicBezTo>
                <a:cubicBezTo>
                  <a:pt x="114" y="20"/>
                  <a:pt x="114" y="20"/>
                  <a:pt x="114" y="20"/>
                </a:cubicBezTo>
                <a:cubicBezTo>
                  <a:pt x="100" y="13"/>
                  <a:pt x="87" y="10"/>
                  <a:pt x="74" y="10"/>
                </a:cubicBezTo>
                <a:cubicBezTo>
                  <a:pt x="55" y="10"/>
                  <a:pt x="39" y="16"/>
                  <a:pt x="28" y="29"/>
                </a:cubicBezTo>
                <a:cubicBezTo>
                  <a:pt x="16" y="43"/>
                  <a:pt x="10" y="59"/>
                  <a:pt x="10" y="79"/>
                </a:cubicBezTo>
                <a:cubicBezTo>
                  <a:pt x="10" y="101"/>
                  <a:pt x="16" y="117"/>
                  <a:pt x="27" y="129"/>
                </a:cubicBezTo>
                <a:cubicBezTo>
                  <a:pt x="38" y="141"/>
                  <a:pt x="52" y="147"/>
                  <a:pt x="71" y="147"/>
                </a:cubicBezTo>
                <a:cubicBezTo>
                  <a:pt x="84" y="147"/>
                  <a:pt x="96" y="144"/>
                  <a:pt x="107" y="139"/>
                </a:cubicBezTo>
                <a:cubicBezTo>
                  <a:pt x="107" y="89"/>
                  <a:pt x="107" y="89"/>
                  <a:pt x="107" y="89"/>
                </a:cubicBezTo>
                <a:cubicBezTo>
                  <a:pt x="71" y="89"/>
                  <a:pt x="71" y="89"/>
                  <a:pt x="71" y="89"/>
                </a:cubicBezTo>
                <a:cubicBezTo>
                  <a:pt x="71" y="79"/>
                  <a:pt x="71" y="79"/>
                  <a:pt x="71" y="79"/>
                </a:cubicBezTo>
                <a:cubicBezTo>
                  <a:pt x="117" y="79"/>
                  <a:pt x="117" y="79"/>
                  <a:pt x="117" y="79"/>
                </a:cubicBezTo>
                <a:lnTo>
                  <a:pt x="117" y="144"/>
                </a:lnTo>
                <a:close/>
                <a:moveTo>
                  <a:pt x="219" y="106"/>
                </a:moveTo>
                <a:cubicBezTo>
                  <a:pt x="213" y="94"/>
                  <a:pt x="207" y="87"/>
                  <a:pt x="201" y="84"/>
                </a:cubicBezTo>
                <a:cubicBezTo>
                  <a:pt x="201" y="84"/>
                  <a:pt x="201" y="84"/>
                  <a:pt x="201" y="84"/>
                </a:cubicBezTo>
                <a:cubicBezTo>
                  <a:pt x="213" y="82"/>
                  <a:pt x="221" y="77"/>
                  <a:pt x="228" y="70"/>
                </a:cubicBezTo>
                <a:cubicBezTo>
                  <a:pt x="234" y="62"/>
                  <a:pt x="237" y="53"/>
                  <a:pt x="237" y="42"/>
                </a:cubicBezTo>
                <a:cubicBezTo>
                  <a:pt x="237" y="31"/>
                  <a:pt x="233" y="21"/>
                  <a:pt x="226" y="14"/>
                </a:cubicBezTo>
                <a:cubicBezTo>
                  <a:pt x="218" y="7"/>
                  <a:pt x="207" y="3"/>
                  <a:pt x="194" y="3"/>
                </a:cubicBezTo>
                <a:cubicBezTo>
                  <a:pt x="152" y="3"/>
                  <a:pt x="152" y="3"/>
                  <a:pt x="152" y="3"/>
                </a:cubicBezTo>
                <a:cubicBezTo>
                  <a:pt x="152" y="154"/>
                  <a:pt x="152" y="154"/>
                  <a:pt x="152" y="154"/>
                </a:cubicBezTo>
                <a:cubicBezTo>
                  <a:pt x="162" y="154"/>
                  <a:pt x="162" y="154"/>
                  <a:pt x="162" y="154"/>
                </a:cubicBezTo>
                <a:cubicBezTo>
                  <a:pt x="162" y="87"/>
                  <a:pt x="162" y="87"/>
                  <a:pt x="162" y="87"/>
                </a:cubicBezTo>
                <a:cubicBezTo>
                  <a:pt x="181" y="87"/>
                  <a:pt x="181" y="87"/>
                  <a:pt x="181" y="87"/>
                </a:cubicBezTo>
                <a:cubicBezTo>
                  <a:pt x="188" y="87"/>
                  <a:pt x="193" y="88"/>
                  <a:pt x="197" y="92"/>
                </a:cubicBezTo>
                <a:cubicBezTo>
                  <a:pt x="201" y="95"/>
                  <a:pt x="205" y="101"/>
                  <a:pt x="209" y="110"/>
                </a:cubicBezTo>
                <a:cubicBezTo>
                  <a:pt x="230" y="154"/>
                  <a:pt x="230" y="154"/>
                  <a:pt x="230" y="154"/>
                </a:cubicBezTo>
                <a:cubicBezTo>
                  <a:pt x="241" y="154"/>
                  <a:pt x="241" y="154"/>
                  <a:pt x="241" y="154"/>
                </a:cubicBezTo>
                <a:lnTo>
                  <a:pt x="219" y="106"/>
                </a:lnTo>
                <a:close/>
                <a:moveTo>
                  <a:pt x="189" y="77"/>
                </a:moveTo>
                <a:cubicBezTo>
                  <a:pt x="162" y="77"/>
                  <a:pt x="162" y="77"/>
                  <a:pt x="162" y="77"/>
                </a:cubicBezTo>
                <a:cubicBezTo>
                  <a:pt x="162" y="13"/>
                  <a:pt x="162" y="13"/>
                  <a:pt x="162" y="13"/>
                </a:cubicBezTo>
                <a:cubicBezTo>
                  <a:pt x="191" y="13"/>
                  <a:pt x="191" y="13"/>
                  <a:pt x="191" y="13"/>
                </a:cubicBezTo>
                <a:cubicBezTo>
                  <a:pt x="202" y="13"/>
                  <a:pt x="211" y="15"/>
                  <a:pt x="217" y="21"/>
                </a:cubicBezTo>
                <a:cubicBezTo>
                  <a:pt x="223" y="26"/>
                  <a:pt x="226" y="34"/>
                  <a:pt x="226" y="43"/>
                </a:cubicBezTo>
                <a:cubicBezTo>
                  <a:pt x="226" y="54"/>
                  <a:pt x="223" y="62"/>
                  <a:pt x="216" y="68"/>
                </a:cubicBezTo>
                <a:cubicBezTo>
                  <a:pt x="209" y="74"/>
                  <a:pt x="200" y="77"/>
                  <a:pt x="189" y="77"/>
                </a:cubicBezTo>
                <a:close/>
                <a:moveTo>
                  <a:pt x="326" y="3"/>
                </a:moveTo>
                <a:cubicBezTo>
                  <a:pt x="316" y="3"/>
                  <a:pt x="316" y="3"/>
                  <a:pt x="316" y="3"/>
                </a:cubicBezTo>
                <a:cubicBezTo>
                  <a:pt x="259" y="154"/>
                  <a:pt x="259" y="154"/>
                  <a:pt x="259" y="154"/>
                </a:cubicBezTo>
                <a:cubicBezTo>
                  <a:pt x="270" y="154"/>
                  <a:pt x="270" y="154"/>
                  <a:pt x="270" y="154"/>
                </a:cubicBezTo>
                <a:cubicBezTo>
                  <a:pt x="288" y="107"/>
                  <a:pt x="288" y="107"/>
                  <a:pt x="288" y="107"/>
                </a:cubicBezTo>
                <a:cubicBezTo>
                  <a:pt x="353" y="107"/>
                  <a:pt x="353" y="107"/>
                  <a:pt x="353" y="107"/>
                </a:cubicBezTo>
                <a:cubicBezTo>
                  <a:pt x="371" y="154"/>
                  <a:pt x="371" y="154"/>
                  <a:pt x="371" y="154"/>
                </a:cubicBezTo>
                <a:cubicBezTo>
                  <a:pt x="382" y="154"/>
                  <a:pt x="382" y="154"/>
                  <a:pt x="382" y="154"/>
                </a:cubicBezTo>
                <a:lnTo>
                  <a:pt x="326" y="3"/>
                </a:lnTo>
                <a:close/>
                <a:moveTo>
                  <a:pt x="291" y="98"/>
                </a:moveTo>
                <a:cubicBezTo>
                  <a:pt x="317" y="27"/>
                  <a:pt x="317" y="27"/>
                  <a:pt x="317" y="27"/>
                </a:cubicBezTo>
                <a:cubicBezTo>
                  <a:pt x="318" y="25"/>
                  <a:pt x="319" y="21"/>
                  <a:pt x="320" y="16"/>
                </a:cubicBezTo>
                <a:cubicBezTo>
                  <a:pt x="321" y="16"/>
                  <a:pt x="321" y="16"/>
                  <a:pt x="321" y="16"/>
                </a:cubicBezTo>
                <a:cubicBezTo>
                  <a:pt x="321" y="18"/>
                  <a:pt x="322" y="20"/>
                  <a:pt x="322" y="21"/>
                </a:cubicBezTo>
                <a:cubicBezTo>
                  <a:pt x="323" y="23"/>
                  <a:pt x="323" y="26"/>
                  <a:pt x="324" y="28"/>
                </a:cubicBezTo>
                <a:cubicBezTo>
                  <a:pt x="350" y="98"/>
                  <a:pt x="350" y="98"/>
                  <a:pt x="350" y="98"/>
                </a:cubicBezTo>
                <a:lnTo>
                  <a:pt x="291" y="98"/>
                </a:lnTo>
                <a:close/>
                <a:moveTo>
                  <a:pt x="504" y="149"/>
                </a:moveTo>
                <a:cubicBezTo>
                  <a:pt x="492" y="154"/>
                  <a:pt x="479" y="157"/>
                  <a:pt x="466" y="157"/>
                </a:cubicBezTo>
                <a:cubicBezTo>
                  <a:pt x="445" y="157"/>
                  <a:pt x="428" y="150"/>
                  <a:pt x="415" y="136"/>
                </a:cubicBezTo>
                <a:cubicBezTo>
                  <a:pt x="402" y="122"/>
                  <a:pt x="396" y="104"/>
                  <a:pt x="396" y="82"/>
                </a:cubicBezTo>
                <a:cubicBezTo>
                  <a:pt x="396" y="57"/>
                  <a:pt x="403" y="37"/>
                  <a:pt x="417" y="23"/>
                </a:cubicBezTo>
                <a:cubicBezTo>
                  <a:pt x="431" y="8"/>
                  <a:pt x="449" y="0"/>
                  <a:pt x="471" y="0"/>
                </a:cubicBezTo>
                <a:cubicBezTo>
                  <a:pt x="483" y="0"/>
                  <a:pt x="494" y="2"/>
                  <a:pt x="504" y="6"/>
                </a:cubicBezTo>
                <a:cubicBezTo>
                  <a:pt x="504" y="17"/>
                  <a:pt x="504" y="17"/>
                  <a:pt x="504" y="17"/>
                </a:cubicBezTo>
                <a:cubicBezTo>
                  <a:pt x="494" y="12"/>
                  <a:pt x="482" y="10"/>
                  <a:pt x="471" y="10"/>
                </a:cubicBezTo>
                <a:cubicBezTo>
                  <a:pt x="452" y="10"/>
                  <a:pt x="436" y="16"/>
                  <a:pt x="424" y="29"/>
                </a:cubicBezTo>
                <a:cubicBezTo>
                  <a:pt x="412" y="42"/>
                  <a:pt x="407" y="59"/>
                  <a:pt x="407" y="81"/>
                </a:cubicBezTo>
                <a:cubicBezTo>
                  <a:pt x="407" y="101"/>
                  <a:pt x="412" y="118"/>
                  <a:pt x="424" y="130"/>
                </a:cubicBezTo>
                <a:cubicBezTo>
                  <a:pt x="435" y="141"/>
                  <a:pt x="449" y="147"/>
                  <a:pt x="467" y="147"/>
                </a:cubicBezTo>
                <a:cubicBezTo>
                  <a:pt x="481" y="147"/>
                  <a:pt x="493" y="145"/>
                  <a:pt x="504" y="139"/>
                </a:cubicBezTo>
                <a:lnTo>
                  <a:pt x="504" y="149"/>
                </a:lnTo>
                <a:close/>
                <a:moveTo>
                  <a:pt x="538" y="154"/>
                </a:moveTo>
                <a:cubicBezTo>
                  <a:pt x="538" y="3"/>
                  <a:pt x="538" y="3"/>
                  <a:pt x="538" y="3"/>
                </a:cubicBezTo>
                <a:cubicBezTo>
                  <a:pt x="548" y="3"/>
                  <a:pt x="548" y="3"/>
                  <a:pt x="548" y="3"/>
                </a:cubicBezTo>
                <a:cubicBezTo>
                  <a:pt x="548" y="154"/>
                  <a:pt x="548" y="154"/>
                  <a:pt x="548" y="154"/>
                </a:cubicBezTo>
                <a:lnTo>
                  <a:pt x="538" y="154"/>
                </a:lnTo>
                <a:close/>
                <a:moveTo>
                  <a:pt x="641" y="3"/>
                </a:moveTo>
                <a:cubicBezTo>
                  <a:pt x="631" y="3"/>
                  <a:pt x="631" y="3"/>
                  <a:pt x="631" y="3"/>
                </a:cubicBezTo>
                <a:cubicBezTo>
                  <a:pt x="574" y="154"/>
                  <a:pt x="574" y="154"/>
                  <a:pt x="574" y="154"/>
                </a:cubicBezTo>
                <a:cubicBezTo>
                  <a:pt x="586" y="154"/>
                  <a:pt x="586" y="154"/>
                  <a:pt x="586" y="154"/>
                </a:cubicBezTo>
                <a:cubicBezTo>
                  <a:pt x="603" y="107"/>
                  <a:pt x="603" y="107"/>
                  <a:pt x="603" y="107"/>
                </a:cubicBezTo>
                <a:cubicBezTo>
                  <a:pt x="669" y="107"/>
                  <a:pt x="669" y="107"/>
                  <a:pt x="669" y="107"/>
                </a:cubicBezTo>
                <a:cubicBezTo>
                  <a:pt x="686" y="154"/>
                  <a:pt x="686" y="154"/>
                  <a:pt x="686" y="154"/>
                </a:cubicBezTo>
                <a:cubicBezTo>
                  <a:pt x="698" y="154"/>
                  <a:pt x="698" y="154"/>
                  <a:pt x="698" y="154"/>
                </a:cubicBezTo>
                <a:lnTo>
                  <a:pt x="641" y="3"/>
                </a:lnTo>
                <a:close/>
                <a:moveTo>
                  <a:pt x="607" y="98"/>
                </a:moveTo>
                <a:cubicBezTo>
                  <a:pt x="632" y="27"/>
                  <a:pt x="632" y="27"/>
                  <a:pt x="632" y="27"/>
                </a:cubicBezTo>
                <a:cubicBezTo>
                  <a:pt x="633" y="25"/>
                  <a:pt x="634" y="21"/>
                  <a:pt x="636" y="16"/>
                </a:cubicBezTo>
                <a:cubicBezTo>
                  <a:pt x="636" y="16"/>
                  <a:pt x="636" y="16"/>
                  <a:pt x="636" y="16"/>
                </a:cubicBezTo>
                <a:cubicBezTo>
                  <a:pt x="637" y="18"/>
                  <a:pt x="637" y="20"/>
                  <a:pt x="638" y="21"/>
                </a:cubicBezTo>
                <a:cubicBezTo>
                  <a:pt x="638" y="23"/>
                  <a:pt x="639" y="26"/>
                  <a:pt x="639" y="28"/>
                </a:cubicBezTo>
                <a:cubicBezTo>
                  <a:pt x="665" y="98"/>
                  <a:pt x="665" y="98"/>
                  <a:pt x="665" y="98"/>
                </a:cubicBezTo>
                <a:lnTo>
                  <a:pt x="607" y="98"/>
                </a:lnTo>
                <a:close/>
                <a:moveTo>
                  <a:pt x="719" y="149"/>
                </a:moveTo>
                <a:cubicBezTo>
                  <a:pt x="719" y="137"/>
                  <a:pt x="719" y="137"/>
                  <a:pt x="719" y="137"/>
                </a:cubicBezTo>
                <a:cubicBezTo>
                  <a:pt x="729" y="144"/>
                  <a:pt x="740" y="147"/>
                  <a:pt x="751" y="147"/>
                </a:cubicBezTo>
                <a:cubicBezTo>
                  <a:pt x="763" y="147"/>
                  <a:pt x="772" y="145"/>
                  <a:pt x="778" y="140"/>
                </a:cubicBezTo>
                <a:cubicBezTo>
                  <a:pt x="785" y="135"/>
                  <a:pt x="788" y="128"/>
                  <a:pt x="788" y="120"/>
                </a:cubicBezTo>
                <a:cubicBezTo>
                  <a:pt x="788" y="112"/>
                  <a:pt x="786" y="106"/>
                  <a:pt x="781" y="101"/>
                </a:cubicBezTo>
                <a:cubicBezTo>
                  <a:pt x="777" y="96"/>
                  <a:pt x="768" y="90"/>
                  <a:pt x="755" y="82"/>
                </a:cubicBezTo>
                <a:cubicBezTo>
                  <a:pt x="739" y="73"/>
                  <a:pt x="730" y="66"/>
                  <a:pt x="725" y="60"/>
                </a:cubicBezTo>
                <a:cubicBezTo>
                  <a:pt x="721" y="54"/>
                  <a:pt x="719" y="47"/>
                  <a:pt x="719" y="39"/>
                </a:cubicBezTo>
                <a:cubicBezTo>
                  <a:pt x="719" y="28"/>
                  <a:pt x="724" y="19"/>
                  <a:pt x="732" y="12"/>
                </a:cubicBezTo>
                <a:cubicBezTo>
                  <a:pt x="740" y="4"/>
                  <a:pt x="751" y="0"/>
                  <a:pt x="765" y="0"/>
                </a:cubicBezTo>
                <a:cubicBezTo>
                  <a:pt x="774" y="0"/>
                  <a:pt x="783" y="2"/>
                  <a:pt x="792" y="5"/>
                </a:cubicBezTo>
                <a:cubicBezTo>
                  <a:pt x="792" y="16"/>
                  <a:pt x="792" y="16"/>
                  <a:pt x="792" y="16"/>
                </a:cubicBezTo>
                <a:cubicBezTo>
                  <a:pt x="783" y="12"/>
                  <a:pt x="774" y="10"/>
                  <a:pt x="764" y="10"/>
                </a:cubicBezTo>
                <a:cubicBezTo>
                  <a:pt x="753" y="10"/>
                  <a:pt x="745" y="13"/>
                  <a:pt x="739" y="18"/>
                </a:cubicBezTo>
                <a:cubicBezTo>
                  <a:pt x="733" y="23"/>
                  <a:pt x="730" y="30"/>
                  <a:pt x="730" y="38"/>
                </a:cubicBezTo>
                <a:cubicBezTo>
                  <a:pt x="730" y="45"/>
                  <a:pt x="732" y="52"/>
                  <a:pt x="736" y="56"/>
                </a:cubicBezTo>
                <a:cubicBezTo>
                  <a:pt x="741" y="61"/>
                  <a:pt x="749" y="67"/>
                  <a:pt x="763" y="75"/>
                </a:cubicBezTo>
                <a:cubicBezTo>
                  <a:pt x="777" y="83"/>
                  <a:pt x="787" y="90"/>
                  <a:pt x="791" y="96"/>
                </a:cubicBezTo>
                <a:cubicBezTo>
                  <a:pt x="796" y="102"/>
                  <a:pt x="798" y="110"/>
                  <a:pt x="798" y="118"/>
                </a:cubicBezTo>
                <a:cubicBezTo>
                  <a:pt x="798" y="129"/>
                  <a:pt x="794" y="139"/>
                  <a:pt x="786" y="146"/>
                </a:cubicBezTo>
                <a:cubicBezTo>
                  <a:pt x="778" y="153"/>
                  <a:pt x="767" y="157"/>
                  <a:pt x="752" y="157"/>
                </a:cubicBezTo>
                <a:cubicBezTo>
                  <a:pt x="747" y="157"/>
                  <a:pt x="741" y="156"/>
                  <a:pt x="734" y="155"/>
                </a:cubicBezTo>
                <a:cubicBezTo>
                  <a:pt x="727" y="153"/>
                  <a:pt x="722" y="151"/>
                  <a:pt x="719" y="14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uLnTx/>
              <a:uFillTx/>
              <a:latin typeface="Segoe UI Semilight"/>
              <a:ea typeface="+mn-ea"/>
              <a:cs typeface="Segoe UI Semilight"/>
            </a:endParaRPr>
          </a:p>
        </p:txBody>
      </p:sp>
      <p:sp>
        <p:nvSpPr>
          <p:cNvPr id="11" name="Freeform 224">
            <a:extLst>
              <a:ext uri="{FF2B5EF4-FFF2-40B4-BE49-F238E27FC236}">
                <a16:creationId xmlns:a16="http://schemas.microsoft.com/office/drawing/2014/main" id="{06AB605F-82D0-ADAA-F9FA-39929CC47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076655" y="2719697"/>
            <a:ext cx="990269" cy="282567"/>
          </a:xfrm>
          <a:custGeom>
            <a:avLst/>
            <a:gdLst>
              <a:gd name="T0" fmla="*/ 8 w 326"/>
              <a:gd name="T1" fmla="*/ 48 h 93"/>
              <a:gd name="T2" fmla="*/ 6 w 326"/>
              <a:gd name="T3" fmla="*/ 46 h 93"/>
              <a:gd name="T4" fmla="*/ 0 w 326"/>
              <a:gd name="T5" fmla="*/ 91 h 93"/>
              <a:gd name="T6" fmla="*/ 6 w 326"/>
              <a:gd name="T7" fmla="*/ 1 h 93"/>
              <a:gd name="T8" fmla="*/ 6 w 326"/>
              <a:gd name="T9" fmla="*/ 43 h 93"/>
              <a:gd name="T10" fmla="*/ 44 w 326"/>
              <a:gd name="T11" fmla="*/ 1 h 93"/>
              <a:gd name="T12" fmla="*/ 13 w 326"/>
              <a:gd name="T13" fmla="*/ 45 h 93"/>
              <a:gd name="T14" fmla="*/ 46 w 326"/>
              <a:gd name="T15" fmla="*/ 91 h 93"/>
              <a:gd name="T16" fmla="*/ 68 w 326"/>
              <a:gd name="T17" fmla="*/ 1 h 93"/>
              <a:gd name="T18" fmla="*/ 74 w 326"/>
              <a:gd name="T19" fmla="*/ 91 h 93"/>
              <a:gd name="T20" fmla="*/ 97 w 326"/>
              <a:gd name="T21" fmla="*/ 91 h 93"/>
              <a:gd name="T22" fmla="*/ 103 w 326"/>
              <a:gd name="T23" fmla="*/ 1 h 93"/>
              <a:gd name="T24" fmla="*/ 97 w 326"/>
              <a:gd name="T25" fmla="*/ 91 h 93"/>
              <a:gd name="T26" fmla="*/ 151 w 326"/>
              <a:gd name="T27" fmla="*/ 91 h 93"/>
              <a:gd name="T28" fmla="*/ 144 w 326"/>
              <a:gd name="T29" fmla="*/ 7 h 93"/>
              <a:gd name="T30" fmla="*/ 119 w 326"/>
              <a:gd name="T31" fmla="*/ 1 h 93"/>
              <a:gd name="T32" fmla="*/ 177 w 326"/>
              <a:gd name="T33" fmla="*/ 7 h 93"/>
              <a:gd name="T34" fmla="*/ 251 w 326"/>
              <a:gd name="T35" fmla="*/ 12 h 93"/>
              <a:gd name="T36" fmla="*/ 190 w 326"/>
              <a:gd name="T37" fmla="*/ 12 h 93"/>
              <a:gd name="T38" fmla="*/ 190 w 326"/>
              <a:gd name="T39" fmla="*/ 80 h 93"/>
              <a:gd name="T40" fmla="*/ 251 w 326"/>
              <a:gd name="T41" fmla="*/ 80 h 93"/>
              <a:gd name="T42" fmla="*/ 251 w 326"/>
              <a:gd name="T43" fmla="*/ 12 h 93"/>
              <a:gd name="T44" fmla="*/ 220 w 326"/>
              <a:gd name="T45" fmla="*/ 87 h 93"/>
              <a:gd name="T46" fmla="*/ 185 w 326"/>
              <a:gd name="T47" fmla="*/ 46 h 93"/>
              <a:gd name="T48" fmla="*/ 221 w 326"/>
              <a:gd name="T49" fmla="*/ 5 h 93"/>
              <a:gd name="T50" fmla="*/ 256 w 326"/>
              <a:gd name="T51" fmla="*/ 46 h 93"/>
              <a:gd name="T52" fmla="*/ 278 w 326"/>
              <a:gd name="T53" fmla="*/ 88 h 93"/>
              <a:gd name="T54" fmla="*/ 298 w 326"/>
              <a:gd name="T55" fmla="*/ 87 h 93"/>
              <a:gd name="T56" fmla="*/ 319 w 326"/>
              <a:gd name="T57" fmla="*/ 70 h 93"/>
              <a:gd name="T58" fmla="*/ 300 w 326"/>
              <a:gd name="T59" fmla="*/ 48 h 93"/>
              <a:gd name="T60" fmla="*/ 279 w 326"/>
              <a:gd name="T61" fmla="*/ 22 h 93"/>
              <a:gd name="T62" fmla="*/ 306 w 326"/>
              <a:gd name="T63" fmla="*/ 0 h 93"/>
              <a:gd name="T64" fmla="*/ 322 w 326"/>
              <a:gd name="T65" fmla="*/ 9 h 93"/>
              <a:gd name="T66" fmla="*/ 291 w 326"/>
              <a:gd name="T67" fmla="*/ 10 h 93"/>
              <a:gd name="T68" fmla="*/ 289 w 326"/>
              <a:gd name="T69" fmla="*/ 33 h 93"/>
              <a:gd name="T70" fmla="*/ 321 w 326"/>
              <a:gd name="T71" fmla="*/ 56 h 93"/>
              <a:gd name="T72" fmla="*/ 318 w 326"/>
              <a:gd name="T73" fmla="*/ 86 h 93"/>
              <a:gd name="T74" fmla="*/ 287 w 326"/>
              <a:gd name="T75" fmla="*/ 91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26" h="93">
                <a:moveTo>
                  <a:pt x="46" y="91"/>
                </a:moveTo>
                <a:cubicBezTo>
                  <a:pt x="8" y="48"/>
                  <a:pt x="8" y="48"/>
                  <a:pt x="8" y="48"/>
                </a:cubicBezTo>
                <a:cubicBezTo>
                  <a:pt x="7" y="47"/>
                  <a:pt x="7" y="46"/>
                  <a:pt x="6" y="46"/>
                </a:cubicBezTo>
                <a:cubicBezTo>
                  <a:pt x="6" y="46"/>
                  <a:pt x="6" y="46"/>
                  <a:pt x="6" y="46"/>
                </a:cubicBezTo>
                <a:cubicBezTo>
                  <a:pt x="6" y="91"/>
                  <a:pt x="6" y="91"/>
                  <a:pt x="6" y="91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1"/>
                  <a:pt x="0" y="1"/>
                  <a:pt x="0" y="1"/>
                </a:cubicBezTo>
                <a:cubicBezTo>
                  <a:pt x="6" y="1"/>
                  <a:pt x="6" y="1"/>
                  <a:pt x="6" y="1"/>
                </a:cubicBezTo>
                <a:cubicBezTo>
                  <a:pt x="6" y="43"/>
                  <a:pt x="6" y="43"/>
                  <a:pt x="6" y="43"/>
                </a:cubicBezTo>
                <a:cubicBezTo>
                  <a:pt x="6" y="43"/>
                  <a:pt x="6" y="43"/>
                  <a:pt x="6" y="43"/>
                </a:cubicBezTo>
                <a:cubicBezTo>
                  <a:pt x="7" y="43"/>
                  <a:pt x="7" y="42"/>
                  <a:pt x="8" y="41"/>
                </a:cubicBezTo>
                <a:cubicBezTo>
                  <a:pt x="44" y="1"/>
                  <a:pt x="44" y="1"/>
                  <a:pt x="44" y="1"/>
                </a:cubicBezTo>
                <a:cubicBezTo>
                  <a:pt x="53" y="1"/>
                  <a:pt x="53" y="1"/>
                  <a:pt x="53" y="1"/>
                </a:cubicBezTo>
                <a:cubicBezTo>
                  <a:pt x="13" y="45"/>
                  <a:pt x="13" y="45"/>
                  <a:pt x="13" y="45"/>
                </a:cubicBezTo>
                <a:cubicBezTo>
                  <a:pt x="55" y="91"/>
                  <a:pt x="55" y="91"/>
                  <a:pt x="55" y="91"/>
                </a:cubicBezTo>
                <a:lnTo>
                  <a:pt x="46" y="91"/>
                </a:lnTo>
                <a:close/>
                <a:moveTo>
                  <a:pt x="68" y="91"/>
                </a:moveTo>
                <a:cubicBezTo>
                  <a:pt x="68" y="1"/>
                  <a:pt x="68" y="1"/>
                  <a:pt x="68" y="1"/>
                </a:cubicBezTo>
                <a:cubicBezTo>
                  <a:pt x="74" y="1"/>
                  <a:pt x="74" y="1"/>
                  <a:pt x="74" y="1"/>
                </a:cubicBezTo>
                <a:cubicBezTo>
                  <a:pt x="74" y="91"/>
                  <a:pt x="74" y="91"/>
                  <a:pt x="74" y="91"/>
                </a:cubicBezTo>
                <a:lnTo>
                  <a:pt x="68" y="91"/>
                </a:lnTo>
                <a:close/>
                <a:moveTo>
                  <a:pt x="97" y="91"/>
                </a:moveTo>
                <a:cubicBezTo>
                  <a:pt x="97" y="1"/>
                  <a:pt x="97" y="1"/>
                  <a:pt x="97" y="1"/>
                </a:cubicBezTo>
                <a:cubicBezTo>
                  <a:pt x="103" y="1"/>
                  <a:pt x="103" y="1"/>
                  <a:pt x="103" y="1"/>
                </a:cubicBezTo>
                <a:cubicBezTo>
                  <a:pt x="103" y="91"/>
                  <a:pt x="103" y="91"/>
                  <a:pt x="103" y="91"/>
                </a:cubicBezTo>
                <a:lnTo>
                  <a:pt x="97" y="91"/>
                </a:lnTo>
                <a:close/>
                <a:moveTo>
                  <a:pt x="151" y="7"/>
                </a:moveTo>
                <a:cubicBezTo>
                  <a:pt x="151" y="91"/>
                  <a:pt x="151" y="91"/>
                  <a:pt x="151" y="91"/>
                </a:cubicBezTo>
                <a:cubicBezTo>
                  <a:pt x="144" y="91"/>
                  <a:pt x="144" y="91"/>
                  <a:pt x="144" y="91"/>
                </a:cubicBezTo>
                <a:cubicBezTo>
                  <a:pt x="144" y="7"/>
                  <a:pt x="144" y="7"/>
                  <a:pt x="144" y="7"/>
                </a:cubicBezTo>
                <a:cubicBezTo>
                  <a:pt x="119" y="7"/>
                  <a:pt x="119" y="7"/>
                  <a:pt x="119" y="7"/>
                </a:cubicBezTo>
                <a:cubicBezTo>
                  <a:pt x="119" y="1"/>
                  <a:pt x="119" y="1"/>
                  <a:pt x="119" y="1"/>
                </a:cubicBezTo>
                <a:cubicBezTo>
                  <a:pt x="177" y="1"/>
                  <a:pt x="177" y="1"/>
                  <a:pt x="177" y="1"/>
                </a:cubicBezTo>
                <a:cubicBezTo>
                  <a:pt x="177" y="7"/>
                  <a:pt x="177" y="7"/>
                  <a:pt x="177" y="7"/>
                </a:cubicBezTo>
                <a:lnTo>
                  <a:pt x="151" y="7"/>
                </a:lnTo>
                <a:close/>
                <a:moveTo>
                  <a:pt x="251" y="12"/>
                </a:moveTo>
                <a:cubicBezTo>
                  <a:pt x="244" y="4"/>
                  <a:pt x="234" y="0"/>
                  <a:pt x="222" y="0"/>
                </a:cubicBezTo>
                <a:cubicBezTo>
                  <a:pt x="208" y="0"/>
                  <a:pt x="198" y="4"/>
                  <a:pt x="190" y="12"/>
                </a:cubicBezTo>
                <a:cubicBezTo>
                  <a:pt x="182" y="21"/>
                  <a:pt x="178" y="33"/>
                  <a:pt x="178" y="47"/>
                </a:cubicBezTo>
                <a:cubicBezTo>
                  <a:pt x="178" y="60"/>
                  <a:pt x="182" y="71"/>
                  <a:pt x="190" y="80"/>
                </a:cubicBezTo>
                <a:cubicBezTo>
                  <a:pt x="197" y="88"/>
                  <a:pt x="207" y="93"/>
                  <a:pt x="220" y="93"/>
                </a:cubicBezTo>
                <a:cubicBezTo>
                  <a:pt x="233" y="93"/>
                  <a:pt x="243" y="88"/>
                  <a:pt x="251" y="80"/>
                </a:cubicBezTo>
                <a:cubicBezTo>
                  <a:pt x="259" y="71"/>
                  <a:pt x="263" y="60"/>
                  <a:pt x="263" y="45"/>
                </a:cubicBezTo>
                <a:cubicBezTo>
                  <a:pt x="263" y="31"/>
                  <a:pt x="259" y="20"/>
                  <a:pt x="251" y="12"/>
                </a:cubicBezTo>
                <a:close/>
                <a:moveTo>
                  <a:pt x="246" y="76"/>
                </a:moveTo>
                <a:cubicBezTo>
                  <a:pt x="240" y="83"/>
                  <a:pt x="231" y="87"/>
                  <a:pt x="220" y="87"/>
                </a:cubicBezTo>
                <a:cubicBezTo>
                  <a:pt x="209" y="87"/>
                  <a:pt x="201" y="83"/>
                  <a:pt x="194" y="76"/>
                </a:cubicBezTo>
                <a:cubicBezTo>
                  <a:pt x="188" y="69"/>
                  <a:pt x="185" y="59"/>
                  <a:pt x="185" y="46"/>
                </a:cubicBezTo>
                <a:cubicBezTo>
                  <a:pt x="185" y="34"/>
                  <a:pt x="188" y="24"/>
                  <a:pt x="195" y="17"/>
                </a:cubicBezTo>
                <a:cubicBezTo>
                  <a:pt x="202" y="9"/>
                  <a:pt x="210" y="5"/>
                  <a:pt x="221" y="5"/>
                </a:cubicBezTo>
                <a:cubicBezTo>
                  <a:pt x="232" y="5"/>
                  <a:pt x="240" y="9"/>
                  <a:pt x="247" y="16"/>
                </a:cubicBezTo>
                <a:cubicBezTo>
                  <a:pt x="253" y="23"/>
                  <a:pt x="256" y="33"/>
                  <a:pt x="256" y="46"/>
                </a:cubicBezTo>
                <a:cubicBezTo>
                  <a:pt x="256" y="59"/>
                  <a:pt x="253" y="69"/>
                  <a:pt x="246" y="76"/>
                </a:cubicBezTo>
                <a:close/>
                <a:moveTo>
                  <a:pt x="278" y="88"/>
                </a:moveTo>
                <a:cubicBezTo>
                  <a:pt x="278" y="81"/>
                  <a:pt x="278" y="81"/>
                  <a:pt x="278" y="81"/>
                </a:cubicBezTo>
                <a:cubicBezTo>
                  <a:pt x="285" y="85"/>
                  <a:pt x="291" y="87"/>
                  <a:pt x="298" y="87"/>
                </a:cubicBezTo>
                <a:cubicBezTo>
                  <a:pt x="305" y="87"/>
                  <a:pt x="310" y="85"/>
                  <a:pt x="314" y="83"/>
                </a:cubicBezTo>
                <a:cubicBezTo>
                  <a:pt x="317" y="80"/>
                  <a:pt x="319" y="76"/>
                  <a:pt x="319" y="70"/>
                </a:cubicBezTo>
                <a:cubicBezTo>
                  <a:pt x="319" y="66"/>
                  <a:pt x="318" y="62"/>
                  <a:pt x="316" y="59"/>
                </a:cubicBezTo>
                <a:cubicBezTo>
                  <a:pt x="313" y="57"/>
                  <a:pt x="308" y="53"/>
                  <a:pt x="300" y="48"/>
                </a:cubicBezTo>
                <a:cubicBezTo>
                  <a:pt x="291" y="43"/>
                  <a:pt x="285" y="38"/>
                  <a:pt x="282" y="35"/>
                </a:cubicBezTo>
                <a:cubicBezTo>
                  <a:pt x="280" y="31"/>
                  <a:pt x="279" y="27"/>
                  <a:pt x="279" y="22"/>
                </a:cubicBezTo>
                <a:cubicBezTo>
                  <a:pt x="279" y="16"/>
                  <a:pt x="281" y="11"/>
                  <a:pt x="286" y="6"/>
                </a:cubicBezTo>
                <a:cubicBezTo>
                  <a:pt x="291" y="2"/>
                  <a:pt x="298" y="0"/>
                  <a:pt x="306" y="0"/>
                </a:cubicBezTo>
                <a:cubicBezTo>
                  <a:pt x="311" y="0"/>
                  <a:pt x="317" y="0"/>
                  <a:pt x="322" y="2"/>
                </a:cubicBezTo>
                <a:cubicBezTo>
                  <a:pt x="322" y="9"/>
                  <a:pt x="322" y="9"/>
                  <a:pt x="322" y="9"/>
                </a:cubicBezTo>
                <a:cubicBezTo>
                  <a:pt x="317" y="6"/>
                  <a:pt x="311" y="5"/>
                  <a:pt x="305" y="5"/>
                </a:cubicBezTo>
                <a:cubicBezTo>
                  <a:pt x="299" y="5"/>
                  <a:pt x="294" y="7"/>
                  <a:pt x="291" y="10"/>
                </a:cubicBezTo>
                <a:cubicBezTo>
                  <a:pt x="287" y="13"/>
                  <a:pt x="285" y="17"/>
                  <a:pt x="285" y="22"/>
                </a:cubicBezTo>
                <a:cubicBezTo>
                  <a:pt x="285" y="26"/>
                  <a:pt x="286" y="30"/>
                  <a:pt x="289" y="33"/>
                </a:cubicBezTo>
                <a:cubicBezTo>
                  <a:pt x="291" y="35"/>
                  <a:pt x="297" y="39"/>
                  <a:pt x="305" y="44"/>
                </a:cubicBezTo>
                <a:cubicBezTo>
                  <a:pt x="313" y="48"/>
                  <a:pt x="319" y="53"/>
                  <a:pt x="321" y="56"/>
                </a:cubicBezTo>
                <a:cubicBezTo>
                  <a:pt x="324" y="60"/>
                  <a:pt x="326" y="64"/>
                  <a:pt x="326" y="69"/>
                </a:cubicBezTo>
                <a:cubicBezTo>
                  <a:pt x="326" y="76"/>
                  <a:pt x="323" y="82"/>
                  <a:pt x="318" y="86"/>
                </a:cubicBezTo>
                <a:cubicBezTo>
                  <a:pt x="314" y="90"/>
                  <a:pt x="307" y="93"/>
                  <a:pt x="298" y="93"/>
                </a:cubicBezTo>
                <a:cubicBezTo>
                  <a:pt x="295" y="93"/>
                  <a:pt x="291" y="92"/>
                  <a:pt x="287" y="91"/>
                </a:cubicBezTo>
                <a:cubicBezTo>
                  <a:pt x="283" y="90"/>
                  <a:pt x="280" y="89"/>
                  <a:pt x="278" y="88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2" name="Freeform 225">
            <a:extLst>
              <a:ext uri="{FF2B5EF4-FFF2-40B4-BE49-F238E27FC236}">
                <a16:creationId xmlns:a16="http://schemas.microsoft.com/office/drawing/2014/main" id="{537513A5-5B79-388E-3755-695871298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708982" y="4214803"/>
            <a:ext cx="1408983" cy="371217"/>
          </a:xfrm>
          <a:custGeom>
            <a:avLst/>
            <a:gdLst>
              <a:gd name="T0" fmla="*/ 39 w 581"/>
              <a:gd name="T1" fmla="*/ 0 h 153"/>
              <a:gd name="T2" fmla="*/ 0 w 581"/>
              <a:gd name="T3" fmla="*/ 153 h 153"/>
              <a:gd name="T4" fmla="*/ 95 w 581"/>
              <a:gd name="T5" fmla="*/ 131 h 153"/>
              <a:gd name="T6" fmla="*/ 96 w 581"/>
              <a:gd name="T7" fmla="*/ 19 h 153"/>
              <a:gd name="T8" fmla="*/ 35 w 581"/>
              <a:gd name="T9" fmla="*/ 143 h 153"/>
              <a:gd name="T10" fmla="*/ 11 w 581"/>
              <a:gd name="T11" fmla="*/ 9 h 153"/>
              <a:gd name="T12" fmla="*/ 105 w 581"/>
              <a:gd name="T13" fmla="*/ 75 h 153"/>
              <a:gd name="T14" fmla="*/ 184 w 581"/>
              <a:gd name="T15" fmla="*/ 0 h 153"/>
              <a:gd name="T16" fmla="*/ 116 w 581"/>
              <a:gd name="T17" fmla="*/ 153 h 153"/>
              <a:gd name="T18" fmla="*/ 145 w 581"/>
              <a:gd name="T19" fmla="*/ 105 h 153"/>
              <a:gd name="T20" fmla="*/ 229 w 581"/>
              <a:gd name="T21" fmla="*/ 153 h 153"/>
              <a:gd name="T22" fmla="*/ 184 w 581"/>
              <a:gd name="T23" fmla="*/ 0 h 153"/>
              <a:gd name="T24" fmla="*/ 174 w 581"/>
              <a:gd name="T25" fmla="*/ 24 h 153"/>
              <a:gd name="T26" fmla="*/ 178 w 581"/>
              <a:gd name="T27" fmla="*/ 13 h 153"/>
              <a:gd name="T28" fmla="*/ 182 w 581"/>
              <a:gd name="T29" fmla="*/ 25 h 153"/>
              <a:gd name="T30" fmla="*/ 149 w 581"/>
              <a:gd name="T31" fmla="*/ 95 h 153"/>
              <a:gd name="T32" fmla="*/ 271 w 581"/>
              <a:gd name="T33" fmla="*/ 29 h 153"/>
              <a:gd name="T34" fmla="*/ 264 w 581"/>
              <a:gd name="T35" fmla="*/ 19 h 153"/>
              <a:gd name="T36" fmla="*/ 264 w 581"/>
              <a:gd name="T37" fmla="*/ 26 h 153"/>
              <a:gd name="T38" fmla="*/ 254 w 581"/>
              <a:gd name="T39" fmla="*/ 153 h 153"/>
              <a:gd name="T40" fmla="*/ 262 w 581"/>
              <a:gd name="T41" fmla="*/ 0 h 153"/>
              <a:gd name="T42" fmla="*/ 359 w 581"/>
              <a:gd name="T43" fmla="*/ 132 h 153"/>
              <a:gd name="T44" fmla="*/ 359 w 581"/>
              <a:gd name="T45" fmla="*/ 119 h 153"/>
              <a:gd name="T46" fmla="*/ 369 w 581"/>
              <a:gd name="T47" fmla="*/ 0 h 153"/>
              <a:gd name="T48" fmla="*/ 362 w 581"/>
              <a:gd name="T49" fmla="*/ 153 h 153"/>
              <a:gd name="T50" fmla="*/ 409 w 581"/>
              <a:gd name="T51" fmla="*/ 80 h 153"/>
              <a:gd name="T52" fmla="*/ 406 w 581"/>
              <a:gd name="T53" fmla="*/ 76 h 153"/>
              <a:gd name="T54" fmla="*/ 395 w 581"/>
              <a:gd name="T55" fmla="*/ 153 h 153"/>
              <a:gd name="T56" fmla="*/ 406 w 581"/>
              <a:gd name="T57" fmla="*/ 0 h 153"/>
              <a:gd name="T58" fmla="*/ 406 w 581"/>
              <a:gd name="T59" fmla="*/ 72 h 153"/>
              <a:gd name="T60" fmla="*/ 471 w 581"/>
              <a:gd name="T61" fmla="*/ 0 h 153"/>
              <a:gd name="T62" fmla="*/ 418 w 581"/>
              <a:gd name="T63" fmla="*/ 74 h 153"/>
              <a:gd name="T64" fmla="*/ 474 w 581"/>
              <a:gd name="T65" fmla="*/ 153 h 153"/>
              <a:gd name="T66" fmla="*/ 506 w 581"/>
              <a:gd name="T67" fmla="*/ 0 h 153"/>
              <a:gd name="T68" fmla="*/ 578 w 581"/>
              <a:gd name="T69" fmla="*/ 9 h 153"/>
              <a:gd name="T70" fmla="*/ 517 w 581"/>
              <a:gd name="T71" fmla="*/ 71 h 153"/>
              <a:gd name="T72" fmla="*/ 573 w 581"/>
              <a:gd name="T73" fmla="*/ 80 h 153"/>
              <a:gd name="T74" fmla="*/ 517 w 581"/>
              <a:gd name="T75" fmla="*/ 143 h 153"/>
              <a:gd name="T76" fmla="*/ 581 w 581"/>
              <a:gd name="T77" fmla="*/ 153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81" h="153">
                <a:moveTo>
                  <a:pt x="96" y="19"/>
                </a:moveTo>
                <a:cubicBezTo>
                  <a:pt x="83" y="6"/>
                  <a:pt x="64" y="0"/>
                  <a:pt x="39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53"/>
                  <a:pt x="0" y="153"/>
                  <a:pt x="0" y="153"/>
                </a:cubicBezTo>
                <a:cubicBezTo>
                  <a:pt x="36" y="153"/>
                  <a:pt x="36" y="153"/>
                  <a:pt x="36" y="153"/>
                </a:cubicBezTo>
                <a:cubicBezTo>
                  <a:pt x="61" y="153"/>
                  <a:pt x="81" y="146"/>
                  <a:pt x="95" y="131"/>
                </a:cubicBezTo>
                <a:cubicBezTo>
                  <a:pt x="109" y="116"/>
                  <a:pt x="116" y="97"/>
                  <a:pt x="116" y="74"/>
                </a:cubicBezTo>
                <a:cubicBezTo>
                  <a:pt x="116" y="50"/>
                  <a:pt x="110" y="31"/>
                  <a:pt x="96" y="19"/>
                </a:cubicBezTo>
                <a:close/>
                <a:moveTo>
                  <a:pt x="87" y="126"/>
                </a:moveTo>
                <a:cubicBezTo>
                  <a:pt x="75" y="137"/>
                  <a:pt x="57" y="143"/>
                  <a:pt x="35" y="143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9"/>
                  <a:pt x="11" y="9"/>
                  <a:pt x="11" y="9"/>
                </a:cubicBezTo>
                <a:cubicBezTo>
                  <a:pt x="37" y="9"/>
                  <a:pt x="37" y="9"/>
                  <a:pt x="37" y="9"/>
                </a:cubicBezTo>
                <a:cubicBezTo>
                  <a:pt x="83" y="9"/>
                  <a:pt x="105" y="31"/>
                  <a:pt x="105" y="75"/>
                </a:cubicBezTo>
                <a:cubicBezTo>
                  <a:pt x="105" y="97"/>
                  <a:pt x="99" y="114"/>
                  <a:pt x="87" y="126"/>
                </a:cubicBezTo>
                <a:close/>
                <a:moveTo>
                  <a:pt x="184" y="0"/>
                </a:moveTo>
                <a:cubicBezTo>
                  <a:pt x="174" y="0"/>
                  <a:pt x="174" y="0"/>
                  <a:pt x="174" y="0"/>
                </a:cubicBezTo>
                <a:cubicBezTo>
                  <a:pt x="116" y="153"/>
                  <a:pt x="116" y="153"/>
                  <a:pt x="116" y="153"/>
                </a:cubicBezTo>
                <a:cubicBezTo>
                  <a:pt x="127" y="153"/>
                  <a:pt x="127" y="153"/>
                  <a:pt x="127" y="153"/>
                </a:cubicBezTo>
                <a:cubicBezTo>
                  <a:pt x="145" y="105"/>
                  <a:pt x="145" y="105"/>
                  <a:pt x="145" y="105"/>
                </a:cubicBezTo>
                <a:cubicBezTo>
                  <a:pt x="211" y="105"/>
                  <a:pt x="211" y="105"/>
                  <a:pt x="211" y="105"/>
                </a:cubicBezTo>
                <a:cubicBezTo>
                  <a:pt x="229" y="153"/>
                  <a:pt x="229" y="153"/>
                  <a:pt x="229" y="153"/>
                </a:cubicBezTo>
                <a:cubicBezTo>
                  <a:pt x="241" y="153"/>
                  <a:pt x="241" y="153"/>
                  <a:pt x="241" y="153"/>
                </a:cubicBezTo>
                <a:lnTo>
                  <a:pt x="184" y="0"/>
                </a:lnTo>
                <a:close/>
                <a:moveTo>
                  <a:pt x="149" y="95"/>
                </a:moveTo>
                <a:cubicBezTo>
                  <a:pt x="174" y="24"/>
                  <a:pt x="174" y="24"/>
                  <a:pt x="174" y="24"/>
                </a:cubicBezTo>
                <a:cubicBezTo>
                  <a:pt x="176" y="22"/>
                  <a:pt x="177" y="18"/>
                  <a:pt x="178" y="13"/>
                </a:cubicBezTo>
                <a:cubicBezTo>
                  <a:pt x="178" y="13"/>
                  <a:pt x="178" y="13"/>
                  <a:pt x="178" y="13"/>
                </a:cubicBezTo>
                <a:cubicBezTo>
                  <a:pt x="179" y="15"/>
                  <a:pt x="179" y="17"/>
                  <a:pt x="180" y="18"/>
                </a:cubicBezTo>
                <a:cubicBezTo>
                  <a:pt x="180" y="20"/>
                  <a:pt x="181" y="23"/>
                  <a:pt x="182" y="25"/>
                </a:cubicBezTo>
                <a:cubicBezTo>
                  <a:pt x="208" y="95"/>
                  <a:pt x="208" y="95"/>
                  <a:pt x="208" y="95"/>
                </a:cubicBezTo>
                <a:lnTo>
                  <a:pt x="149" y="95"/>
                </a:lnTo>
                <a:close/>
                <a:moveTo>
                  <a:pt x="362" y="153"/>
                </a:moveTo>
                <a:cubicBezTo>
                  <a:pt x="271" y="29"/>
                  <a:pt x="271" y="29"/>
                  <a:pt x="271" y="29"/>
                </a:cubicBezTo>
                <a:cubicBezTo>
                  <a:pt x="269" y="27"/>
                  <a:pt x="267" y="24"/>
                  <a:pt x="266" y="22"/>
                </a:cubicBezTo>
                <a:cubicBezTo>
                  <a:pt x="264" y="19"/>
                  <a:pt x="264" y="19"/>
                  <a:pt x="264" y="19"/>
                </a:cubicBezTo>
                <a:cubicBezTo>
                  <a:pt x="264" y="19"/>
                  <a:pt x="264" y="19"/>
                  <a:pt x="264" y="19"/>
                </a:cubicBezTo>
                <a:cubicBezTo>
                  <a:pt x="264" y="21"/>
                  <a:pt x="264" y="24"/>
                  <a:pt x="264" y="26"/>
                </a:cubicBezTo>
                <a:cubicBezTo>
                  <a:pt x="264" y="153"/>
                  <a:pt x="264" y="153"/>
                  <a:pt x="264" y="153"/>
                </a:cubicBezTo>
                <a:cubicBezTo>
                  <a:pt x="254" y="153"/>
                  <a:pt x="254" y="153"/>
                  <a:pt x="254" y="153"/>
                </a:cubicBezTo>
                <a:cubicBezTo>
                  <a:pt x="254" y="0"/>
                  <a:pt x="254" y="0"/>
                  <a:pt x="254" y="0"/>
                </a:cubicBezTo>
                <a:cubicBezTo>
                  <a:pt x="262" y="0"/>
                  <a:pt x="262" y="0"/>
                  <a:pt x="262" y="0"/>
                </a:cubicBezTo>
                <a:cubicBezTo>
                  <a:pt x="352" y="122"/>
                  <a:pt x="352" y="122"/>
                  <a:pt x="352" y="122"/>
                </a:cubicBezTo>
                <a:cubicBezTo>
                  <a:pt x="354" y="125"/>
                  <a:pt x="356" y="128"/>
                  <a:pt x="359" y="132"/>
                </a:cubicBezTo>
                <a:cubicBezTo>
                  <a:pt x="359" y="132"/>
                  <a:pt x="359" y="132"/>
                  <a:pt x="359" y="132"/>
                </a:cubicBezTo>
                <a:cubicBezTo>
                  <a:pt x="359" y="127"/>
                  <a:pt x="359" y="123"/>
                  <a:pt x="359" y="119"/>
                </a:cubicBezTo>
                <a:cubicBezTo>
                  <a:pt x="359" y="0"/>
                  <a:pt x="359" y="0"/>
                  <a:pt x="359" y="0"/>
                </a:cubicBezTo>
                <a:cubicBezTo>
                  <a:pt x="369" y="0"/>
                  <a:pt x="369" y="0"/>
                  <a:pt x="369" y="0"/>
                </a:cubicBezTo>
                <a:cubicBezTo>
                  <a:pt x="369" y="153"/>
                  <a:pt x="369" y="153"/>
                  <a:pt x="369" y="153"/>
                </a:cubicBezTo>
                <a:lnTo>
                  <a:pt x="362" y="153"/>
                </a:lnTo>
                <a:close/>
                <a:moveTo>
                  <a:pt x="474" y="153"/>
                </a:moveTo>
                <a:cubicBezTo>
                  <a:pt x="409" y="80"/>
                  <a:pt x="409" y="80"/>
                  <a:pt x="409" y="80"/>
                </a:cubicBezTo>
                <a:cubicBezTo>
                  <a:pt x="408" y="78"/>
                  <a:pt x="407" y="77"/>
                  <a:pt x="406" y="76"/>
                </a:cubicBezTo>
                <a:cubicBezTo>
                  <a:pt x="406" y="76"/>
                  <a:pt x="406" y="76"/>
                  <a:pt x="406" y="76"/>
                </a:cubicBezTo>
                <a:cubicBezTo>
                  <a:pt x="406" y="153"/>
                  <a:pt x="406" y="153"/>
                  <a:pt x="406" y="153"/>
                </a:cubicBezTo>
                <a:cubicBezTo>
                  <a:pt x="395" y="153"/>
                  <a:pt x="395" y="153"/>
                  <a:pt x="395" y="153"/>
                </a:cubicBezTo>
                <a:cubicBezTo>
                  <a:pt x="395" y="0"/>
                  <a:pt x="395" y="0"/>
                  <a:pt x="395" y="0"/>
                </a:cubicBezTo>
                <a:cubicBezTo>
                  <a:pt x="406" y="0"/>
                  <a:pt x="406" y="0"/>
                  <a:pt x="406" y="0"/>
                </a:cubicBezTo>
                <a:cubicBezTo>
                  <a:pt x="406" y="72"/>
                  <a:pt x="406" y="72"/>
                  <a:pt x="406" y="72"/>
                </a:cubicBezTo>
                <a:cubicBezTo>
                  <a:pt x="406" y="72"/>
                  <a:pt x="406" y="72"/>
                  <a:pt x="406" y="72"/>
                </a:cubicBezTo>
                <a:cubicBezTo>
                  <a:pt x="407" y="70"/>
                  <a:pt x="408" y="69"/>
                  <a:pt x="409" y="68"/>
                </a:cubicBezTo>
                <a:cubicBezTo>
                  <a:pt x="471" y="0"/>
                  <a:pt x="471" y="0"/>
                  <a:pt x="471" y="0"/>
                </a:cubicBezTo>
                <a:cubicBezTo>
                  <a:pt x="485" y="0"/>
                  <a:pt x="485" y="0"/>
                  <a:pt x="485" y="0"/>
                </a:cubicBezTo>
                <a:cubicBezTo>
                  <a:pt x="418" y="74"/>
                  <a:pt x="418" y="74"/>
                  <a:pt x="418" y="74"/>
                </a:cubicBezTo>
                <a:cubicBezTo>
                  <a:pt x="489" y="153"/>
                  <a:pt x="489" y="153"/>
                  <a:pt x="489" y="153"/>
                </a:cubicBezTo>
                <a:lnTo>
                  <a:pt x="474" y="153"/>
                </a:lnTo>
                <a:close/>
                <a:moveTo>
                  <a:pt x="506" y="153"/>
                </a:moveTo>
                <a:cubicBezTo>
                  <a:pt x="506" y="0"/>
                  <a:pt x="506" y="0"/>
                  <a:pt x="506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78" y="9"/>
                  <a:pt x="578" y="9"/>
                  <a:pt x="578" y="9"/>
                </a:cubicBezTo>
                <a:cubicBezTo>
                  <a:pt x="517" y="9"/>
                  <a:pt x="517" y="9"/>
                  <a:pt x="517" y="9"/>
                </a:cubicBezTo>
                <a:cubicBezTo>
                  <a:pt x="517" y="71"/>
                  <a:pt x="517" y="71"/>
                  <a:pt x="517" y="71"/>
                </a:cubicBezTo>
                <a:cubicBezTo>
                  <a:pt x="573" y="71"/>
                  <a:pt x="573" y="71"/>
                  <a:pt x="573" y="71"/>
                </a:cubicBezTo>
                <a:cubicBezTo>
                  <a:pt x="573" y="80"/>
                  <a:pt x="573" y="80"/>
                  <a:pt x="573" y="80"/>
                </a:cubicBezTo>
                <a:cubicBezTo>
                  <a:pt x="517" y="80"/>
                  <a:pt x="517" y="80"/>
                  <a:pt x="517" y="80"/>
                </a:cubicBezTo>
                <a:cubicBezTo>
                  <a:pt x="517" y="143"/>
                  <a:pt x="517" y="143"/>
                  <a:pt x="517" y="143"/>
                </a:cubicBezTo>
                <a:cubicBezTo>
                  <a:pt x="581" y="143"/>
                  <a:pt x="581" y="143"/>
                  <a:pt x="581" y="143"/>
                </a:cubicBezTo>
                <a:cubicBezTo>
                  <a:pt x="581" y="153"/>
                  <a:pt x="581" y="153"/>
                  <a:pt x="581" y="153"/>
                </a:cubicBezTo>
                <a:lnTo>
                  <a:pt x="506" y="15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3" name="Freeform 226">
            <a:extLst>
              <a:ext uri="{FF2B5EF4-FFF2-40B4-BE49-F238E27FC236}">
                <a16:creationId xmlns:a16="http://schemas.microsoft.com/office/drawing/2014/main" id="{4BB90241-96A9-CA75-EB8C-897EC9AFC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951530" y="2362867"/>
            <a:ext cx="629355" cy="292843"/>
          </a:xfrm>
          <a:custGeom>
            <a:avLst/>
            <a:gdLst>
              <a:gd name="T0" fmla="*/ 34 w 207"/>
              <a:gd name="T1" fmla="*/ 6 h 96"/>
              <a:gd name="T2" fmla="*/ 34 w 207"/>
              <a:gd name="T3" fmla="*/ 96 h 96"/>
              <a:gd name="T4" fmla="*/ 27 w 207"/>
              <a:gd name="T5" fmla="*/ 96 h 96"/>
              <a:gd name="T6" fmla="*/ 27 w 207"/>
              <a:gd name="T7" fmla="*/ 6 h 96"/>
              <a:gd name="T8" fmla="*/ 0 w 207"/>
              <a:gd name="T9" fmla="*/ 6 h 96"/>
              <a:gd name="T10" fmla="*/ 0 w 207"/>
              <a:gd name="T11" fmla="*/ 0 h 96"/>
              <a:gd name="T12" fmla="*/ 62 w 207"/>
              <a:gd name="T13" fmla="*/ 0 h 96"/>
              <a:gd name="T14" fmla="*/ 62 w 207"/>
              <a:gd name="T15" fmla="*/ 6 h 96"/>
              <a:gd name="T16" fmla="*/ 34 w 207"/>
              <a:gd name="T17" fmla="*/ 6 h 96"/>
              <a:gd name="T18" fmla="*/ 97 w 207"/>
              <a:gd name="T19" fmla="*/ 0 h 96"/>
              <a:gd name="T20" fmla="*/ 90 w 207"/>
              <a:gd name="T21" fmla="*/ 0 h 96"/>
              <a:gd name="T22" fmla="*/ 54 w 207"/>
              <a:gd name="T23" fmla="*/ 96 h 96"/>
              <a:gd name="T24" fmla="*/ 61 w 207"/>
              <a:gd name="T25" fmla="*/ 96 h 96"/>
              <a:gd name="T26" fmla="*/ 72 w 207"/>
              <a:gd name="T27" fmla="*/ 66 h 96"/>
              <a:gd name="T28" fmla="*/ 114 w 207"/>
              <a:gd name="T29" fmla="*/ 66 h 96"/>
              <a:gd name="T30" fmla="*/ 125 w 207"/>
              <a:gd name="T31" fmla="*/ 96 h 96"/>
              <a:gd name="T32" fmla="*/ 132 w 207"/>
              <a:gd name="T33" fmla="*/ 96 h 96"/>
              <a:gd name="T34" fmla="*/ 97 w 207"/>
              <a:gd name="T35" fmla="*/ 0 h 96"/>
              <a:gd name="T36" fmla="*/ 75 w 207"/>
              <a:gd name="T37" fmla="*/ 60 h 96"/>
              <a:gd name="T38" fmla="*/ 91 w 207"/>
              <a:gd name="T39" fmla="*/ 16 h 96"/>
              <a:gd name="T40" fmla="*/ 93 w 207"/>
              <a:gd name="T41" fmla="*/ 9 h 96"/>
              <a:gd name="T42" fmla="*/ 93 w 207"/>
              <a:gd name="T43" fmla="*/ 9 h 96"/>
              <a:gd name="T44" fmla="*/ 94 w 207"/>
              <a:gd name="T45" fmla="*/ 12 h 96"/>
              <a:gd name="T46" fmla="*/ 95 w 207"/>
              <a:gd name="T47" fmla="*/ 16 h 96"/>
              <a:gd name="T48" fmla="*/ 112 w 207"/>
              <a:gd name="T49" fmla="*/ 60 h 96"/>
              <a:gd name="T50" fmla="*/ 75 w 207"/>
              <a:gd name="T51" fmla="*/ 60 h 96"/>
              <a:gd name="T52" fmla="*/ 198 w 207"/>
              <a:gd name="T53" fmla="*/ 96 h 96"/>
              <a:gd name="T54" fmla="*/ 157 w 207"/>
              <a:gd name="T55" fmla="*/ 50 h 96"/>
              <a:gd name="T56" fmla="*/ 156 w 207"/>
              <a:gd name="T57" fmla="*/ 48 h 96"/>
              <a:gd name="T58" fmla="*/ 155 w 207"/>
              <a:gd name="T59" fmla="*/ 48 h 96"/>
              <a:gd name="T60" fmla="*/ 155 w 207"/>
              <a:gd name="T61" fmla="*/ 96 h 96"/>
              <a:gd name="T62" fmla="*/ 149 w 207"/>
              <a:gd name="T63" fmla="*/ 96 h 96"/>
              <a:gd name="T64" fmla="*/ 149 w 207"/>
              <a:gd name="T65" fmla="*/ 0 h 96"/>
              <a:gd name="T66" fmla="*/ 155 w 207"/>
              <a:gd name="T67" fmla="*/ 0 h 96"/>
              <a:gd name="T68" fmla="*/ 155 w 207"/>
              <a:gd name="T69" fmla="*/ 45 h 96"/>
              <a:gd name="T70" fmla="*/ 156 w 207"/>
              <a:gd name="T71" fmla="*/ 45 h 96"/>
              <a:gd name="T72" fmla="*/ 157 w 207"/>
              <a:gd name="T73" fmla="*/ 43 h 96"/>
              <a:gd name="T74" fmla="*/ 196 w 207"/>
              <a:gd name="T75" fmla="*/ 0 h 96"/>
              <a:gd name="T76" fmla="*/ 205 w 207"/>
              <a:gd name="T77" fmla="*/ 0 h 96"/>
              <a:gd name="T78" fmla="*/ 163 w 207"/>
              <a:gd name="T79" fmla="*/ 47 h 96"/>
              <a:gd name="T80" fmla="*/ 207 w 207"/>
              <a:gd name="T81" fmla="*/ 96 h 96"/>
              <a:gd name="T82" fmla="*/ 198 w 207"/>
              <a:gd name="T83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07" h="96">
                <a:moveTo>
                  <a:pt x="34" y="6"/>
                </a:moveTo>
                <a:cubicBezTo>
                  <a:pt x="34" y="96"/>
                  <a:pt x="34" y="96"/>
                  <a:pt x="34" y="96"/>
                </a:cubicBezTo>
                <a:cubicBezTo>
                  <a:pt x="27" y="96"/>
                  <a:pt x="27" y="96"/>
                  <a:pt x="27" y="96"/>
                </a:cubicBezTo>
                <a:cubicBezTo>
                  <a:pt x="27" y="6"/>
                  <a:pt x="27" y="6"/>
                  <a:pt x="27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0"/>
                  <a:pt x="0" y="0"/>
                  <a:pt x="0" y="0"/>
                </a:cubicBezTo>
                <a:cubicBezTo>
                  <a:pt x="62" y="0"/>
                  <a:pt x="62" y="0"/>
                  <a:pt x="62" y="0"/>
                </a:cubicBezTo>
                <a:cubicBezTo>
                  <a:pt x="62" y="6"/>
                  <a:pt x="62" y="6"/>
                  <a:pt x="62" y="6"/>
                </a:cubicBezTo>
                <a:lnTo>
                  <a:pt x="34" y="6"/>
                </a:lnTo>
                <a:close/>
                <a:moveTo>
                  <a:pt x="97" y="0"/>
                </a:moveTo>
                <a:cubicBezTo>
                  <a:pt x="90" y="0"/>
                  <a:pt x="90" y="0"/>
                  <a:pt x="90" y="0"/>
                </a:cubicBezTo>
                <a:cubicBezTo>
                  <a:pt x="54" y="96"/>
                  <a:pt x="54" y="96"/>
                  <a:pt x="54" y="96"/>
                </a:cubicBezTo>
                <a:cubicBezTo>
                  <a:pt x="61" y="96"/>
                  <a:pt x="61" y="96"/>
                  <a:pt x="61" y="96"/>
                </a:cubicBezTo>
                <a:cubicBezTo>
                  <a:pt x="72" y="66"/>
                  <a:pt x="72" y="66"/>
                  <a:pt x="72" y="66"/>
                </a:cubicBezTo>
                <a:cubicBezTo>
                  <a:pt x="114" y="66"/>
                  <a:pt x="114" y="66"/>
                  <a:pt x="114" y="66"/>
                </a:cubicBezTo>
                <a:cubicBezTo>
                  <a:pt x="125" y="96"/>
                  <a:pt x="125" y="96"/>
                  <a:pt x="125" y="96"/>
                </a:cubicBezTo>
                <a:cubicBezTo>
                  <a:pt x="132" y="96"/>
                  <a:pt x="132" y="96"/>
                  <a:pt x="132" y="96"/>
                </a:cubicBezTo>
                <a:lnTo>
                  <a:pt x="97" y="0"/>
                </a:lnTo>
                <a:close/>
                <a:moveTo>
                  <a:pt x="75" y="60"/>
                </a:moveTo>
                <a:cubicBezTo>
                  <a:pt x="91" y="16"/>
                  <a:pt x="91" y="16"/>
                  <a:pt x="91" y="16"/>
                </a:cubicBezTo>
                <a:cubicBezTo>
                  <a:pt x="92" y="14"/>
                  <a:pt x="92" y="12"/>
                  <a:pt x="93" y="9"/>
                </a:cubicBezTo>
                <a:cubicBezTo>
                  <a:pt x="93" y="9"/>
                  <a:pt x="93" y="9"/>
                  <a:pt x="93" y="9"/>
                </a:cubicBezTo>
                <a:cubicBezTo>
                  <a:pt x="94" y="10"/>
                  <a:pt x="94" y="11"/>
                  <a:pt x="94" y="12"/>
                </a:cubicBezTo>
                <a:cubicBezTo>
                  <a:pt x="95" y="13"/>
                  <a:pt x="95" y="15"/>
                  <a:pt x="95" y="16"/>
                </a:cubicBezTo>
                <a:cubicBezTo>
                  <a:pt x="112" y="60"/>
                  <a:pt x="112" y="60"/>
                  <a:pt x="112" y="60"/>
                </a:cubicBezTo>
                <a:lnTo>
                  <a:pt x="75" y="60"/>
                </a:lnTo>
                <a:close/>
                <a:moveTo>
                  <a:pt x="198" y="96"/>
                </a:moveTo>
                <a:cubicBezTo>
                  <a:pt x="157" y="50"/>
                  <a:pt x="157" y="50"/>
                  <a:pt x="157" y="50"/>
                </a:cubicBezTo>
                <a:cubicBezTo>
                  <a:pt x="156" y="49"/>
                  <a:pt x="156" y="49"/>
                  <a:pt x="156" y="48"/>
                </a:cubicBezTo>
                <a:cubicBezTo>
                  <a:pt x="155" y="48"/>
                  <a:pt x="155" y="48"/>
                  <a:pt x="155" y="48"/>
                </a:cubicBezTo>
                <a:cubicBezTo>
                  <a:pt x="155" y="96"/>
                  <a:pt x="155" y="96"/>
                  <a:pt x="155" y="96"/>
                </a:cubicBezTo>
                <a:cubicBezTo>
                  <a:pt x="149" y="96"/>
                  <a:pt x="149" y="96"/>
                  <a:pt x="149" y="96"/>
                </a:cubicBezTo>
                <a:cubicBezTo>
                  <a:pt x="149" y="0"/>
                  <a:pt x="149" y="0"/>
                  <a:pt x="149" y="0"/>
                </a:cubicBezTo>
                <a:cubicBezTo>
                  <a:pt x="155" y="0"/>
                  <a:pt x="155" y="0"/>
                  <a:pt x="155" y="0"/>
                </a:cubicBezTo>
                <a:cubicBezTo>
                  <a:pt x="155" y="45"/>
                  <a:pt x="155" y="45"/>
                  <a:pt x="155" y="45"/>
                </a:cubicBezTo>
                <a:cubicBezTo>
                  <a:pt x="156" y="45"/>
                  <a:pt x="156" y="45"/>
                  <a:pt x="156" y="45"/>
                </a:cubicBezTo>
                <a:cubicBezTo>
                  <a:pt x="156" y="45"/>
                  <a:pt x="157" y="44"/>
                  <a:pt x="157" y="43"/>
                </a:cubicBezTo>
                <a:cubicBezTo>
                  <a:pt x="196" y="0"/>
                  <a:pt x="196" y="0"/>
                  <a:pt x="196" y="0"/>
                </a:cubicBezTo>
                <a:cubicBezTo>
                  <a:pt x="205" y="0"/>
                  <a:pt x="205" y="0"/>
                  <a:pt x="205" y="0"/>
                </a:cubicBezTo>
                <a:cubicBezTo>
                  <a:pt x="163" y="47"/>
                  <a:pt x="163" y="47"/>
                  <a:pt x="163" y="47"/>
                </a:cubicBezTo>
                <a:cubicBezTo>
                  <a:pt x="207" y="96"/>
                  <a:pt x="207" y="96"/>
                  <a:pt x="207" y="96"/>
                </a:cubicBezTo>
                <a:lnTo>
                  <a:pt x="198" y="9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4" name="Freeform 227">
            <a:extLst>
              <a:ext uri="{FF2B5EF4-FFF2-40B4-BE49-F238E27FC236}">
                <a16:creationId xmlns:a16="http://schemas.microsoft.com/office/drawing/2014/main" id="{A0E1C460-37C4-59DB-2813-9EAAEB6E7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514730" y="1804137"/>
            <a:ext cx="1557973" cy="222200"/>
          </a:xfrm>
          <a:custGeom>
            <a:avLst/>
            <a:gdLst>
              <a:gd name="T0" fmla="*/ 4 w 513"/>
              <a:gd name="T1" fmla="*/ 61 h 73"/>
              <a:gd name="T2" fmla="*/ 19 w 513"/>
              <a:gd name="T3" fmla="*/ 65 h 73"/>
              <a:gd name="T4" fmla="*/ 33 w 513"/>
              <a:gd name="T5" fmla="*/ 49 h 73"/>
              <a:gd name="T6" fmla="*/ 17 w 513"/>
              <a:gd name="T7" fmla="*/ 39 h 73"/>
              <a:gd name="T8" fmla="*/ 1 w 513"/>
              <a:gd name="T9" fmla="*/ 26 h 73"/>
              <a:gd name="T10" fmla="*/ 8 w 513"/>
              <a:gd name="T11" fmla="*/ 5 h 73"/>
              <a:gd name="T12" fmla="*/ 39 w 513"/>
              <a:gd name="T13" fmla="*/ 3 h 73"/>
              <a:gd name="T14" fmla="*/ 18 w 513"/>
              <a:gd name="T15" fmla="*/ 8 h 73"/>
              <a:gd name="T16" fmla="*/ 9 w 513"/>
              <a:gd name="T17" fmla="*/ 18 h 73"/>
              <a:gd name="T18" fmla="*/ 17 w 513"/>
              <a:gd name="T19" fmla="*/ 29 h 73"/>
              <a:gd name="T20" fmla="*/ 37 w 513"/>
              <a:gd name="T21" fmla="*/ 41 h 73"/>
              <a:gd name="T22" fmla="*/ 40 w 513"/>
              <a:gd name="T23" fmla="*/ 62 h 73"/>
              <a:gd name="T24" fmla="*/ 17 w 513"/>
              <a:gd name="T25" fmla="*/ 73 h 73"/>
              <a:gd name="T26" fmla="*/ 4 w 513"/>
              <a:gd name="T27" fmla="*/ 70 h 73"/>
              <a:gd name="T28" fmla="*/ 75 w 513"/>
              <a:gd name="T29" fmla="*/ 1 h 73"/>
              <a:gd name="T30" fmla="*/ 64 w 513"/>
              <a:gd name="T31" fmla="*/ 52 h 73"/>
              <a:gd name="T32" fmla="*/ 111 w 513"/>
              <a:gd name="T33" fmla="*/ 71 h 73"/>
              <a:gd name="T34" fmla="*/ 78 w 513"/>
              <a:gd name="T35" fmla="*/ 14 h 73"/>
              <a:gd name="T36" fmla="*/ 80 w 513"/>
              <a:gd name="T37" fmla="*/ 14 h 73"/>
              <a:gd name="T38" fmla="*/ 157 w 513"/>
              <a:gd name="T39" fmla="*/ 71 h 73"/>
              <a:gd name="T40" fmla="*/ 129 w 513"/>
              <a:gd name="T41" fmla="*/ 1 h 73"/>
              <a:gd name="T42" fmla="*/ 157 w 513"/>
              <a:gd name="T43" fmla="*/ 71 h 73"/>
              <a:gd name="T44" fmla="*/ 231 w 513"/>
              <a:gd name="T45" fmla="*/ 24 h 73"/>
              <a:gd name="T46" fmla="*/ 230 w 513"/>
              <a:gd name="T47" fmla="*/ 18 h 73"/>
              <a:gd name="T48" fmla="*/ 178 w 513"/>
              <a:gd name="T49" fmla="*/ 18 h 73"/>
              <a:gd name="T50" fmla="*/ 176 w 513"/>
              <a:gd name="T51" fmla="*/ 24 h 73"/>
              <a:gd name="T52" fmla="*/ 168 w 513"/>
              <a:gd name="T53" fmla="*/ 1 h 73"/>
              <a:gd name="T54" fmla="*/ 204 w 513"/>
              <a:gd name="T55" fmla="*/ 59 h 73"/>
              <a:gd name="T56" fmla="*/ 229 w 513"/>
              <a:gd name="T57" fmla="*/ 1 h 73"/>
              <a:gd name="T58" fmla="*/ 285 w 513"/>
              <a:gd name="T59" fmla="*/ 1 h 73"/>
              <a:gd name="T60" fmla="*/ 259 w 513"/>
              <a:gd name="T61" fmla="*/ 71 h 73"/>
              <a:gd name="T62" fmla="*/ 303 w 513"/>
              <a:gd name="T63" fmla="*/ 71 h 73"/>
              <a:gd name="T64" fmla="*/ 269 w 513"/>
              <a:gd name="T65" fmla="*/ 44 h 73"/>
              <a:gd name="T66" fmla="*/ 281 w 513"/>
              <a:gd name="T67" fmla="*/ 10 h 73"/>
              <a:gd name="T68" fmla="*/ 269 w 513"/>
              <a:gd name="T69" fmla="*/ 44 h 73"/>
              <a:gd name="T70" fmla="*/ 336 w 513"/>
              <a:gd name="T71" fmla="*/ 71 h 73"/>
              <a:gd name="T72" fmla="*/ 308 w 513"/>
              <a:gd name="T73" fmla="*/ 9 h 73"/>
              <a:gd name="T74" fmla="*/ 357 w 513"/>
              <a:gd name="T75" fmla="*/ 9 h 73"/>
              <a:gd name="T76" fmla="*/ 395 w 513"/>
              <a:gd name="T77" fmla="*/ 1 h 73"/>
              <a:gd name="T78" fmla="*/ 403 w 513"/>
              <a:gd name="T79" fmla="*/ 45 h 73"/>
              <a:gd name="T80" fmla="*/ 438 w 513"/>
              <a:gd name="T81" fmla="*/ 22 h 73"/>
              <a:gd name="T82" fmla="*/ 412 w 513"/>
              <a:gd name="T83" fmla="*/ 37 h 73"/>
              <a:gd name="T84" fmla="*/ 413 w 513"/>
              <a:gd name="T85" fmla="*/ 9 h 73"/>
              <a:gd name="T86" fmla="*/ 504 w 513"/>
              <a:gd name="T87" fmla="*/ 10 h 73"/>
              <a:gd name="T88" fmla="*/ 446 w 513"/>
              <a:gd name="T89" fmla="*/ 37 h 73"/>
              <a:gd name="T90" fmla="*/ 504 w 513"/>
              <a:gd name="T91" fmla="*/ 63 h 73"/>
              <a:gd name="T92" fmla="*/ 497 w 513"/>
              <a:gd name="T93" fmla="*/ 58 h 73"/>
              <a:gd name="T94" fmla="*/ 455 w 513"/>
              <a:gd name="T95" fmla="*/ 36 h 73"/>
              <a:gd name="T96" fmla="*/ 498 w 513"/>
              <a:gd name="T97" fmla="*/ 15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513" h="73">
                <a:moveTo>
                  <a:pt x="0" y="69"/>
                </a:moveTo>
                <a:cubicBezTo>
                  <a:pt x="0" y="59"/>
                  <a:pt x="0" y="59"/>
                  <a:pt x="0" y="59"/>
                </a:cubicBezTo>
                <a:cubicBezTo>
                  <a:pt x="1" y="60"/>
                  <a:pt x="2" y="61"/>
                  <a:pt x="4" y="61"/>
                </a:cubicBezTo>
                <a:cubicBezTo>
                  <a:pt x="5" y="62"/>
                  <a:pt x="7" y="63"/>
                  <a:pt x="9" y="63"/>
                </a:cubicBezTo>
                <a:cubicBezTo>
                  <a:pt x="11" y="64"/>
                  <a:pt x="12" y="64"/>
                  <a:pt x="14" y="65"/>
                </a:cubicBezTo>
                <a:cubicBezTo>
                  <a:pt x="16" y="65"/>
                  <a:pt x="17" y="65"/>
                  <a:pt x="19" y="65"/>
                </a:cubicBezTo>
                <a:cubicBezTo>
                  <a:pt x="24" y="65"/>
                  <a:pt x="28" y="64"/>
                  <a:pt x="30" y="62"/>
                </a:cubicBezTo>
                <a:cubicBezTo>
                  <a:pt x="33" y="60"/>
                  <a:pt x="34" y="58"/>
                  <a:pt x="34" y="54"/>
                </a:cubicBezTo>
                <a:cubicBezTo>
                  <a:pt x="34" y="52"/>
                  <a:pt x="33" y="51"/>
                  <a:pt x="33" y="49"/>
                </a:cubicBezTo>
                <a:cubicBezTo>
                  <a:pt x="32" y="48"/>
                  <a:pt x="31" y="47"/>
                  <a:pt x="29" y="45"/>
                </a:cubicBezTo>
                <a:cubicBezTo>
                  <a:pt x="28" y="44"/>
                  <a:pt x="26" y="43"/>
                  <a:pt x="24" y="42"/>
                </a:cubicBezTo>
                <a:cubicBezTo>
                  <a:pt x="22" y="41"/>
                  <a:pt x="20" y="40"/>
                  <a:pt x="17" y="39"/>
                </a:cubicBezTo>
                <a:cubicBezTo>
                  <a:pt x="15" y="38"/>
                  <a:pt x="13" y="36"/>
                  <a:pt x="11" y="35"/>
                </a:cubicBezTo>
                <a:cubicBezTo>
                  <a:pt x="8" y="34"/>
                  <a:pt x="7" y="32"/>
                  <a:pt x="5" y="31"/>
                </a:cubicBezTo>
                <a:cubicBezTo>
                  <a:pt x="3" y="29"/>
                  <a:pt x="2" y="28"/>
                  <a:pt x="1" y="26"/>
                </a:cubicBezTo>
                <a:cubicBezTo>
                  <a:pt x="0" y="24"/>
                  <a:pt x="0" y="21"/>
                  <a:pt x="0" y="19"/>
                </a:cubicBezTo>
                <a:cubicBezTo>
                  <a:pt x="0" y="16"/>
                  <a:pt x="1" y="13"/>
                  <a:pt x="2" y="11"/>
                </a:cubicBezTo>
                <a:cubicBezTo>
                  <a:pt x="4" y="8"/>
                  <a:pt x="5" y="6"/>
                  <a:pt x="8" y="5"/>
                </a:cubicBezTo>
                <a:cubicBezTo>
                  <a:pt x="10" y="3"/>
                  <a:pt x="13" y="2"/>
                  <a:pt x="15" y="1"/>
                </a:cubicBezTo>
                <a:cubicBezTo>
                  <a:pt x="18" y="1"/>
                  <a:pt x="21" y="0"/>
                  <a:pt x="24" y="0"/>
                </a:cubicBezTo>
                <a:cubicBezTo>
                  <a:pt x="31" y="0"/>
                  <a:pt x="36" y="1"/>
                  <a:pt x="39" y="3"/>
                </a:cubicBezTo>
                <a:cubicBezTo>
                  <a:pt x="39" y="12"/>
                  <a:pt x="39" y="12"/>
                  <a:pt x="39" y="12"/>
                </a:cubicBezTo>
                <a:cubicBezTo>
                  <a:pt x="35" y="9"/>
                  <a:pt x="30" y="8"/>
                  <a:pt x="24" y="8"/>
                </a:cubicBezTo>
                <a:cubicBezTo>
                  <a:pt x="22" y="8"/>
                  <a:pt x="20" y="8"/>
                  <a:pt x="18" y="8"/>
                </a:cubicBezTo>
                <a:cubicBezTo>
                  <a:pt x="16" y="8"/>
                  <a:pt x="15" y="9"/>
                  <a:pt x="13" y="10"/>
                </a:cubicBezTo>
                <a:cubicBezTo>
                  <a:pt x="12" y="11"/>
                  <a:pt x="11" y="12"/>
                  <a:pt x="10" y="13"/>
                </a:cubicBezTo>
                <a:cubicBezTo>
                  <a:pt x="9" y="15"/>
                  <a:pt x="9" y="16"/>
                  <a:pt x="9" y="18"/>
                </a:cubicBezTo>
                <a:cubicBezTo>
                  <a:pt x="9" y="20"/>
                  <a:pt x="9" y="21"/>
                  <a:pt x="10" y="23"/>
                </a:cubicBezTo>
                <a:cubicBezTo>
                  <a:pt x="10" y="24"/>
                  <a:pt x="11" y="25"/>
                  <a:pt x="13" y="26"/>
                </a:cubicBezTo>
                <a:cubicBezTo>
                  <a:pt x="14" y="27"/>
                  <a:pt x="15" y="28"/>
                  <a:pt x="17" y="29"/>
                </a:cubicBezTo>
                <a:cubicBezTo>
                  <a:pt x="19" y="30"/>
                  <a:pt x="21" y="32"/>
                  <a:pt x="24" y="33"/>
                </a:cubicBezTo>
                <a:cubicBezTo>
                  <a:pt x="26" y="34"/>
                  <a:pt x="29" y="35"/>
                  <a:pt x="31" y="37"/>
                </a:cubicBezTo>
                <a:cubicBezTo>
                  <a:pt x="33" y="38"/>
                  <a:pt x="35" y="40"/>
                  <a:pt x="37" y="41"/>
                </a:cubicBezTo>
                <a:cubicBezTo>
                  <a:pt x="39" y="43"/>
                  <a:pt x="40" y="45"/>
                  <a:pt x="41" y="47"/>
                </a:cubicBezTo>
                <a:cubicBezTo>
                  <a:pt x="42" y="49"/>
                  <a:pt x="42" y="51"/>
                  <a:pt x="42" y="54"/>
                </a:cubicBezTo>
                <a:cubicBezTo>
                  <a:pt x="42" y="57"/>
                  <a:pt x="42" y="60"/>
                  <a:pt x="40" y="62"/>
                </a:cubicBezTo>
                <a:cubicBezTo>
                  <a:pt x="39" y="65"/>
                  <a:pt x="37" y="67"/>
                  <a:pt x="35" y="68"/>
                </a:cubicBezTo>
                <a:cubicBezTo>
                  <a:pt x="33" y="70"/>
                  <a:pt x="30" y="71"/>
                  <a:pt x="27" y="72"/>
                </a:cubicBezTo>
                <a:cubicBezTo>
                  <a:pt x="24" y="72"/>
                  <a:pt x="21" y="73"/>
                  <a:pt x="17" y="73"/>
                </a:cubicBezTo>
                <a:cubicBezTo>
                  <a:pt x="16" y="73"/>
                  <a:pt x="15" y="72"/>
                  <a:pt x="13" y="72"/>
                </a:cubicBezTo>
                <a:cubicBezTo>
                  <a:pt x="12" y="72"/>
                  <a:pt x="10" y="72"/>
                  <a:pt x="8" y="71"/>
                </a:cubicBezTo>
                <a:cubicBezTo>
                  <a:pt x="7" y="71"/>
                  <a:pt x="5" y="71"/>
                  <a:pt x="4" y="70"/>
                </a:cubicBezTo>
                <a:cubicBezTo>
                  <a:pt x="2" y="70"/>
                  <a:pt x="1" y="69"/>
                  <a:pt x="0" y="69"/>
                </a:cubicBezTo>
                <a:close/>
                <a:moveTo>
                  <a:pt x="84" y="1"/>
                </a:moveTo>
                <a:cubicBezTo>
                  <a:pt x="75" y="1"/>
                  <a:pt x="75" y="1"/>
                  <a:pt x="75" y="1"/>
                </a:cubicBezTo>
                <a:cubicBezTo>
                  <a:pt x="48" y="71"/>
                  <a:pt x="48" y="71"/>
                  <a:pt x="48" y="71"/>
                </a:cubicBezTo>
                <a:cubicBezTo>
                  <a:pt x="57" y="71"/>
                  <a:pt x="57" y="71"/>
                  <a:pt x="57" y="71"/>
                </a:cubicBezTo>
                <a:cubicBezTo>
                  <a:pt x="64" y="52"/>
                  <a:pt x="64" y="52"/>
                  <a:pt x="64" y="52"/>
                </a:cubicBezTo>
                <a:cubicBezTo>
                  <a:pt x="94" y="52"/>
                  <a:pt x="94" y="52"/>
                  <a:pt x="94" y="52"/>
                </a:cubicBezTo>
                <a:cubicBezTo>
                  <a:pt x="101" y="71"/>
                  <a:pt x="101" y="71"/>
                  <a:pt x="101" y="71"/>
                </a:cubicBezTo>
                <a:cubicBezTo>
                  <a:pt x="111" y="71"/>
                  <a:pt x="111" y="71"/>
                  <a:pt x="111" y="71"/>
                </a:cubicBezTo>
                <a:lnTo>
                  <a:pt x="84" y="1"/>
                </a:lnTo>
                <a:close/>
                <a:moveTo>
                  <a:pt x="67" y="44"/>
                </a:moveTo>
                <a:cubicBezTo>
                  <a:pt x="78" y="14"/>
                  <a:pt x="78" y="14"/>
                  <a:pt x="78" y="14"/>
                </a:cubicBezTo>
                <a:cubicBezTo>
                  <a:pt x="78" y="13"/>
                  <a:pt x="79" y="12"/>
                  <a:pt x="79" y="10"/>
                </a:cubicBezTo>
                <a:cubicBezTo>
                  <a:pt x="79" y="10"/>
                  <a:pt x="79" y="10"/>
                  <a:pt x="79" y="10"/>
                </a:cubicBezTo>
                <a:cubicBezTo>
                  <a:pt x="80" y="12"/>
                  <a:pt x="80" y="14"/>
                  <a:pt x="80" y="14"/>
                </a:cubicBezTo>
                <a:cubicBezTo>
                  <a:pt x="91" y="44"/>
                  <a:pt x="91" y="44"/>
                  <a:pt x="91" y="44"/>
                </a:cubicBezTo>
                <a:lnTo>
                  <a:pt x="67" y="44"/>
                </a:lnTo>
                <a:close/>
                <a:moveTo>
                  <a:pt x="157" y="71"/>
                </a:moveTo>
                <a:cubicBezTo>
                  <a:pt x="121" y="71"/>
                  <a:pt x="121" y="71"/>
                  <a:pt x="121" y="71"/>
                </a:cubicBezTo>
                <a:cubicBezTo>
                  <a:pt x="121" y="1"/>
                  <a:pt x="121" y="1"/>
                  <a:pt x="121" y="1"/>
                </a:cubicBezTo>
                <a:cubicBezTo>
                  <a:pt x="129" y="1"/>
                  <a:pt x="129" y="1"/>
                  <a:pt x="129" y="1"/>
                </a:cubicBezTo>
                <a:cubicBezTo>
                  <a:pt x="129" y="64"/>
                  <a:pt x="129" y="64"/>
                  <a:pt x="129" y="64"/>
                </a:cubicBezTo>
                <a:cubicBezTo>
                  <a:pt x="157" y="64"/>
                  <a:pt x="157" y="64"/>
                  <a:pt x="157" y="64"/>
                </a:cubicBezTo>
                <a:lnTo>
                  <a:pt x="157" y="71"/>
                </a:lnTo>
                <a:close/>
                <a:moveTo>
                  <a:pt x="239" y="71"/>
                </a:moveTo>
                <a:cubicBezTo>
                  <a:pt x="231" y="71"/>
                  <a:pt x="231" y="71"/>
                  <a:pt x="231" y="71"/>
                </a:cubicBezTo>
                <a:cubicBezTo>
                  <a:pt x="231" y="24"/>
                  <a:pt x="231" y="24"/>
                  <a:pt x="231" y="24"/>
                </a:cubicBezTo>
                <a:cubicBezTo>
                  <a:pt x="231" y="21"/>
                  <a:pt x="231" y="16"/>
                  <a:pt x="232" y="11"/>
                </a:cubicBezTo>
                <a:cubicBezTo>
                  <a:pt x="232" y="11"/>
                  <a:pt x="232" y="11"/>
                  <a:pt x="232" y="11"/>
                </a:cubicBezTo>
                <a:cubicBezTo>
                  <a:pt x="231" y="14"/>
                  <a:pt x="230" y="16"/>
                  <a:pt x="230" y="18"/>
                </a:cubicBezTo>
                <a:cubicBezTo>
                  <a:pt x="206" y="71"/>
                  <a:pt x="206" y="71"/>
                  <a:pt x="206" y="71"/>
                </a:cubicBezTo>
                <a:cubicBezTo>
                  <a:pt x="202" y="71"/>
                  <a:pt x="202" y="71"/>
                  <a:pt x="202" y="71"/>
                </a:cubicBezTo>
                <a:cubicBezTo>
                  <a:pt x="178" y="18"/>
                  <a:pt x="178" y="18"/>
                  <a:pt x="178" y="18"/>
                </a:cubicBezTo>
                <a:cubicBezTo>
                  <a:pt x="177" y="16"/>
                  <a:pt x="176" y="14"/>
                  <a:pt x="176" y="11"/>
                </a:cubicBezTo>
                <a:cubicBezTo>
                  <a:pt x="176" y="11"/>
                  <a:pt x="176" y="11"/>
                  <a:pt x="176" y="11"/>
                </a:cubicBezTo>
                <a:cubicBezTo>
                  <a:pt x="176" y="14"/>
                  <a:pt x="176" y="18"/>
                  <a:pt x="176" y="24"/>
                </a:cubicBezTo>
                <a:cubicBezTo>
                  <a:pt x="176" y="71"/>
                  <a:pt x="176" y="71"/>
                  <a:pt x="176" y="71"/>
                </a:cubicBezTo>
                <a:cubicBezTo>
                  <a:pt x="168" y="71"/>
                  <a:pt x="168" y="71"/>
                  <a:pt x="168" y="71"/>
                </a:cubicBezTo>
                <a:cubicBezTo>
                  <a:pt x="168" y="1"/>
                  <a:pt x="168" y="1"/>
                  <a:pt x="168" y="1"/>
                </a:cubicBezTo>
                <a:cubicBezTo>
                  <a:pt x="179" y="1"/>
                  <a:pt x="179" y="1"/>
                  <a:pt x="179" y="1"/>
                </a:cubicBezTo>
                <a:cubicBezTo>
                  <a:pt x="200" y="50"/>
                  <a:pt x="200" y="50"/>
                  <a:pt x="200" y="50"/>
                </a:cubicBezTo>
                <a:cubicBezTo>
                  <a:pt x="202" y="54"/>
                  <a:pt x="203" y="57"/>
                  <a:pt x="204" y="59"/>
                </a:cubicBezTo>
                <a:cubicBezTo>
                  <a:pt x="204" y="59"/>
                  <a:pt x="204" y="59"/>
                  <a:pt x="204" y="59"/>
                </a:cubicBezTo>
                <a:cubicBezTo>
                  <a:pt x="205" y="55"/>
                  <a:pt x="206" y="52"/>
                  <a:pt x="207" y="50"/>
                </a:cubicBezTo>
                <a:cubicBezTo>
                  <a:pt x="229" y="1"/>
                  <a:pt x="229" y="1"/>
                  <a:pt x="229" y="1"/>
                </a:cubicBezTo>
                <a:cubicBezTo>
                  <a:pt x="239" y="1"/>
                  <a:pt x="239" y="1"/>
                  <a:pt x="239" y="1"/>
                </a:cubicBezTo>
                <a:lnTo>
                  <a:pt x="239" y="71"/>
                </a:lnTo>
                <a:close/>
                <a:moveTo>
                  <a:pt x="285" y="1"/>
                </a:moveTo>
                <a:cubicBezTo>
                  <a:pt x="277" y="1"/>
                  <a:pt x="277" y="1"/>
                  <a:pt x="277" y="1"/>
                </a:cubicBezTo>
                <a:cubicBezTo>
                  <a:pt x="250" y="71"/>
                  <a:pt x="250" y="71"/>
                  <a:pt x="250" y="71"/>
                </a:cubicBezTo>
                <a:cubicBezTo>
                  <a:pt x="259" y="71"/>
                  <a:pt x="259" y="71"/>
                  <a:pt x="259" y="71"/>
                </a:cubicBezTo>
                <a:cubicBezTo>
                  <a:pt x="266" y="52"/>
                  <a:pt x="266" y="52"/>
                  <a:pt x="266" y="52"/>
                </a:cubicBezTo>
                <a:cubicBezTo>
                  <a:pt x="296" y="52"/>
                  <a:pt x="296" y="52"/>
                  <a:pt x="296" y="52"/>
                </a:cubicBezTo>
                <a:cubicBezTo>
                  <a:pt x="303" y="71"/>
                  <a:pt x="303" y="71"/>
                  <a:pt x="303" y="71"/>
                </a:cubicBezTo>
                <a:cubicBezTo>
                  <a:pt x="312" y="71"/>
                  <a:pt x="312" y="71"/>
                  <a:pt x="312" y="71"/>
                </a:cubicBezTo>
                <a:lnTo>
                  <a:pt x="285" y="1"/>
                </a:lnTo>
                <a:close/>
                <a:moveTo>
                  <a:pt x="269" y="44"/>
                </a:moveTo>
                <a:cubicBezTo>
                  <a:pt x="279" y="14"/>
                  <a:pt x="279" y="14"/>
                  <a:pt x="279" y="14"/>
                </a:cubicBezTo>
                <a:cubicBezTo>
                  <a:pt x="280" y="13"/>
                  <a:pt x="280" y="12"/>
                  <a:pt x="281" y="10"/>
                </a:cubicBezTo>
                <a:cubicBezTo>
                  <a:pt x="281" y="10"/>
                  <a:pt x="281" y="10"/>
                  <a:pt x="281" y="10"/>
                </a:cubicBezTo>
                <a:cubicBezTo>
                  <a:pt x="281" y="12"/>
                  <a:pt x="282" y="14"/>
                  <a:pt x="282" y="14"/>
                </a:cubicBezTo>
                <a:cubicBezTo>
                  <a:pt x="293" y="44"/>
                  <a:pt x="293" y="44"/>
                  <a:pt x="293" y="44"/>
                </a:cubicBezTo>
                <a:lnTo>
                  <a:pt x="269" y="44"/>
                </a:lnTo>
                <a:close/>
                <a:moveTo>
                  <a:pt x="357" y="9"/>
                </a:moveTo>
                <a:cubicBezTo>
                  <a:pt x="336" y="9"/>
                  <a:pt x="336" y="9"/>
                  <a:pt x="336" y="9"/>
                </a:cubicBezTo>
                <a:cubicBezTo>
                  <a:pt x="336" y="71"/>
                  <a:pt x="336" y="71"/>
                  <a:pt x="336" y="71"/>
                </a:cubicBezTo>
                <a:cubicBezTo>
                  <a:pt x="328" y="71"/>
                  <a:pt x="328" y="71"/>
                  <a:pt x="328" y="71"/>
                </a:cubicBezTo>
                <a:cubicBezTo>
                  <a:pt x="328" y="9"/>
                  <a:pt x="328" y="9"/>
                  <a:pt x="328" y="9"/>
                </a:cubicBezTo>
                <a:cubicBezTo>
                  <a:pt x="308" y="9"/>
                  <a:pt x="308" y="9"/>
                  <a:pt x="308" y="9"/>
                </a:cubicBezTo>
                <a:cubicBezTo>
                  <a:pt x="308" y="1"/>
                  <a:pt x="308" y="1"/>
                  <a:pt x="308" y="1"/>
                </a:cubicBezTo>
                <a:cubicBezTo>
                  <a:pt x="357" y="1"/>
                  <a:pt x="357" y="1"/>
                  <a:pt x="357" y="1"/>
                </a:cubicBezTo>
                <a:lnTo>
                  <a:pt x="357" y="9"/>
                </a:lnTo>
                <a:close/>
                <a:moveTo>
                  <a:pt x="432" y="7"/>
                </a:moveTo>
                <a:cubicBezTo>
                  <a:pt x="428" y="3"/>
                  <a:pt x="422" y="1"/>
                  <a:pt x="414" y="1"/>
                </a:cubicBezTo>
                <a:cubicBezTo>
                  <a:pt x="395" y="1"/>
                  <a:pt x="395" y="1"/>
                  <a:pt x="395" y="1"/>
                </a:cubicBezTo>
                <a:cubicBezTo>
                  <a:pt x="395" y="71"/>
                  <a:pt x="395" y="71"/>
                  <a:pt x="395" y="71"/>
                </a:cubicBezTo>
                <a:cubicBezTo>
                  <a:pt x="403" y="71"/>
                  <a:pt x="403" y="71"/>
                  <a:pt x="403" y="71"/>
                </a:cubicBezTo>
                <a:cubicBezTo>
                  <a:pt x="403" y="45"/>
                  <a:pt x="403" y="45"/>
                  <a:pt x="403" y="45"/>
                </a:cubicBezTo>
                <a:cubicBezTo>
                  <a:pt x="412" y="45"/>
                  <a:pt x="412" y="45"/>
                  <a:pt x="412" y="45"/>
                </a:cubicBezTo>
                <a:cubicBezTo>
                  <a:pt x="420" y="45"/>
                  <a:pt x="426" y="43"/>
                  <a:pt x="431" y="39"/>
                </a:cubicBezTo>
                <a:cubicBezTo>
                  <a:pt x="436" y="34"/>
                  <a:pt x="438" y="29"/>
                  <a:pt x="438" y="22"/>
                </a:cubicBezTo>
                <a:cubicBezTo>
                  <a:pt x="438" y="16"/>
                  <a:pt x="436" y="10"/>
                  <a:pt x="432" y="7"/>
                </a:cubicBezTo>
                <a:close/>
                <a:moveTo>
                  <a:pt x="425" y="34"/>
                </a:moveTo>
                <a:cubicBezTo>
                  <a:pt x="422" y="36"/>
                  <a:pt x="417" y="37"/>
                  <a:pt x="412" y="37"/>
                </a:cubicBezTo>
                <a:cubicBezTo>
                  <a:pt x="403" y="37"/>
                  <a:pt x="403" y="37"/>
                  <a:pt x="403" y="37"/>
                </a:cubicBezTo>
                <a:cubicBezTo>
                  <a:pt x="403" y="9"/>
                  <a:pt x="403" y="9"/>
                  <a:pt x="403" y="9"/>
                </a:cubicBezTo>
                <a:cubicBezTo>
                  <a:pt x="413" y="9"/>
                  <a:pt x="413" y="9"/>
                  <a:pt x="413" y="9"/>
                </a:cubicBezTo>
                <a:cubicBezTo>
                  <a:pt x="424" y="9"/>
                  <a:pt x="429" y="13"/>
                  <a:pt x="429" y="23"/>
                </a:cubicBezTo>
                <a:cubicBezTo>
                  <a:pt x="429" y="27"/>
                  <a:pt x="428" y="31"/>
                  <a:pt x="425" y="34"/>
                </a:cubicBezTo>
                <a:close/>
                <a:moveTo>
                  <a:pt x="504" y="10"/>
                </a:moveTo>
                <a:cubicBezTo>
                  <a:pt x="498" y="3"/>
                  <a:pt x="490" y="0"/>
                  <a:pt x="480" y="0"/>
                </a:cubicBezTo>
                <a:cubicBezTo>
                  <a:pt x="470" y="0"/>
                  <a:pt x="462" y="3"/>
                  <a:pt x="456" y="10"/>
                </a:cubicBezTo>
                <a:cubicBezTo>
                  <a:pt x="450" y="17"/>
                  <a:pt x="446" y="26"/>
                  <a:pt x="446" y="37"/>
                </a:cubicBezTo>
                <a:cubicBezTo>
                  <a:pt x="446" y="48"/>
                  <a:pt x="449" y="56"/>
                  <a:pt x="455" y="63"/>
                </a:cubicBezTo>
                <a:cubicBezTo>
                  <a:pt x="461" y="69"/>
                  <a:pt x="469" y="73"/>
                  <a:pt x="479" y="73"/>
                </a:cubicBezTo>
                <a:cubicBezTo>
                  <a:pt x="489" y="73"/>
                  <a:pt x="498" y="69"/>
                  <a:pt x="504" y="63"/>
                </a:cubicBezTo>
                <a:cubicBezTo>
                  <a:pt x="510" y="56"/>
                  <a:pt x="513" y="47"/>
                  <a:pt x="513" y="35"/>
                </a:cubicBezTo>
                <a:cubicBezTo>
                  <a:pt x="513" y="25"/>
                  <a:pt x="510" y="16"/>
                  <a:pt x="504" y="10"/>
                </a:cubicBezTo>
                <a:close/>
                <a:moveTo>
                  <a:pt x="497" y="58"/>
                </a:moveTo>
                <a:cubicBezTo>
                  <a:pt x="493" y="63"/>
                  <a:pt x="487" y="65"/>
                  <a:pt x="479" y="65"/>
                </a:cubicBezTo>
                <a:cubicBezTo>
                  <a:pt x="472" y="65"/>
                  <a:pt x="466" y="63"/>
                  <a:pt x="462" y="57"/>
                </a:cubicBezTo>
                <a:cubicBezTo>
                  <a:pt x="457" y="52"/>
                  <a:pt x="455" y="45"/>
                  <a:pt x="455" y="36"/>
                </a:cubicBezTo>
                <a:cubicBezTo>
                  <a:pt x="455" y="28"/>
                  <a:pt x="457" y="21"/>
                  <a:pt x="462" y="16"/>
                </a:cubicBezTo>
                <a:cubicBezTo>
                  <a:pt x="467" y="10"/>
                  <a:pt x="473" y="8"/>
                  <a:pt x="480" y="8"/>
                </a:cubicBezTo>
                <a:cubicBezTo>
                  <a:pt x="487" y="8"/>
                  <a:pt x="493" y="10"/>
                  <a:pt x="498" y="15"/>
                </a:cubicBezTo>
                <a:cubicBezTo>
                  <a:pt x="502" y="20"/>
                  <a:pt x="504" y="27"/>
                  <a:pt x="504" y="37"/>
                </a:cubicBezTo>
                <a:cubicBezTo>
                  <a:pt x="504" y="46"/>
                  <a:pt x="502" y="53"/>
                  <a:pt x="497" y="5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5" name="Freeform 229">
            <a:extLst>
              <a:ext uri="{FF2B5EF4-FFF2-40B4-BE49-F238E27FC236}">
                <a16:creationId xmlns:a16="http://schemas.microsoft.com/office/drawing/2014/main" id="{F4F39099-A586-679A-CEA8-D08F6D8DF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9594955" y="3334053"/>
            <a:ext cx="162367" cy="1082779"/>
          </a:xfrm>
          <a:custGeom>
            <a:avLst/>
            <a:gdLst>
              <a:gd name="T0" fmla="*/ 0 w 69"/>
              <a:gd name="T1" fmla="*/ 33 h 459"/>
              <a:gd name="T2" fmla="*/ 33 w 69"/>
              <a:gd name="T3" fmla="*/ 0 h 459"/>
              <a:gd name="T4" fmla="*/ 69 w 69"/>
              <a:gd name="T5" fmla="*/ 35 h 459"/>
              <a:gd name="T6" fmla="*/ 52 w 69"/>
              <a:gd name="T7" fmla="*/ 52 h 459"/>
              <a:gd name="T8" fmla="*/ 50 w 69"/>
              <a:gd name="T9" fmla="*/ 21 h 459"/>
              <a:gd name="T10" fmla="*/ 19 w 69"/>
              <a:gd name="T11" fmla="*/ 21 h 459"/>
              <a:gd name="T12" fmla="*/ 17 w 69"/>
              <a:gd name="T13" fmla="*/ 52 h 459"/>
              <a:gd name="T14" fmla="*/ 1 w 69"/>
              <a:gd name="T15" fmla="*/ 121 h 459"/>
              <a:gd name="T16" fmla="*/ 55 w 69"/>
              <a:gd name="T17" fmla="*/ 106 h 459"/>
              <a:gd name="T18" fmla="*/ 1 w 69"/>
              <a:gd name="T19" fmla="*/ 78 h 459"/>
              <a:gd name="T20" fmla="*/ 68 w 69"/>
              <a:gd name="T21" fmla="*/ 63 h 459"/>
              <a:gd name="T22" fmla="*/ 1 w 69"/>
              <a:gd name="T23" fmla="*/ 121 h 459"/>
              <a:gd name="T24" fmla="*/ 1 w 69"/>
              <a:gd name="T25" fmla="*/ 146 h 459"/>
              <a:gd name="T26" fmla="*/ 16 w 69"/>
              <a:gd name="T27" fmla="*/ 174 h 459"/>
              <a:gd name="T28" fmla="*/ 1 w 69"/>
              <a:gd name="T29" fmla="*/ 195 h 459"/>
              <a:gd name="T30" fmla="*/ 68 w 69"/>
              <a:gd name="T31" fmla="*/ 154 h 459"/>
              <a:gd name="T32" fmla="*/ 56 w 69"/>
              <a:gd name="T33" fmla="*/ 162 h 459"/>
              <a:gd name="T34" fmla="*/ 27 w 69"/>
              <a:gd name="T35" fmla="*/ 171 h 459"/>
              <a:gd name="T36" fmla="*/ 50 w 69"/>
              <a:gd name="T37" fmla="*/ 161 h 459"/>
              <a:gd name="T38" fmla="*/ 3 w 69"/>
              <a:gd name="T39" fmla="*/ 250 h 459"/>
              <a:gd name="T40" fmla="*/ 9 w 69"/>
              <a:gd name="T41" fmla="*/ 207 h 459"/>
              <a:gd name="T42" fmla="*/ 59 w 69"/>
              <a:gd name="T43" fmla="*/ 208 h 459"/>
              <a:gd name="T44" fmla="*/ 67 w 69"/>
              <a:gd name="T45" fmla="*/ 250 h 459"/>
              <a:gd name="T46" fmla="*/ 56 w 69"/>
              <a:gd name="T47" fmla="*/ 235 h 459"/>
              <a:gd name="T48" fmla="*/ 34 w 69"/>
              <a:gd name="T49" fmla="*/ 214 h 459"/>
              <a:gd name="T50" fmla="*/ 13 w 69"/>
              <a:gd name="T51" fmla="*/ 234 h 459"/>
              <a:gd name="T52" fmla="*/ 3 w 69"/>
              <a:gd name="T53" fmla="*/ 250 h 459"/>
              <a:gd name="T54" fmla="*/ 1 w 69"/>
              <a:gd name="T55" fmla="*/ 308 h 459"/>
              <a:gd name="T56" fmla="*/ 49 w 69"/>
              <a:gd name="T57" fmla="*/ 308 h 459"/>
              <a:gd name="T58" fmla="*/ 43 w 69"/>
              <a:gd name="T59" fmla="*/ 305 h 459"/>
              <a:gd name="T60" fmla="*/ 1 w 69"/>
              <a:gd name="T61" fmla="*/ 262 h 459"/>
              <a:gd name="T62" fmla="*/ 68 w 69"/>
              <a:gd name="T63" fmla="*/ 276 h 459"/>
              <a:gd name="T64" fmla="*/ 22 w 69"/>
              <a:gd name="T65" fmla="*/ 276 h 459"/>
              <a:gd name="T66" fmla="*/ 27 w 69"/>
              <a:gd name="T67" fmla="*/ 280 h 459"/>
              <a:gd name="T68" fmla="*/ 68 w 69"/>
              <a:gd name="T69" fmla="*/ 322 h 459"/>
              <a:gd name="T70" fmla="*/ 1 w 69"/>
              <a:gd name="T71" fmla="*/ 337 h 459"/>
              <a:gd name="T72" fmla="*/ 7 w 69"/>
              <a:gd name="T73" fmla="*/ 382 h 459"/>
              <a:gd name="T74" fmla="*/ 36 w 69"/>
              <a:gd name="T75" fmla="*/ 382 h 459"/>
              <a:gd name="T76" fmla="*/ 41 w 69"/>
              <a:gd name="T77" fmla="*/ 352 h 459"/>
              <a:gd name="T78" fmla="*/ 56 w 69"/>
              <a:gd name="T79" fmla="*/ 380 h 459"/>
              <a:gd name="T80" fmla="*/ 68 w 69"/>
              <a:gd name="T81" fmla="*/ 337 h 459"/>
              <a:gd name="T82" fmla="*/ 30 w 69"/>
              <a:gd name="T83" fmla="*/ 362 h 459"/>
              <a:gd name="T84" fmla="*/ 12 w 69"/>
              <a:gd name="T85" fmla="*/ 361 h 459"/>
              <a:gd name="T86" fmla="*/ 30 w 69"/>
              <a:gd name="T87" fmla="*/ 352 h 459"/>
              <a:gd name="T88" fmla="*/ 59 w 69"/>
              <a:gd name="T89" fmla="*/ 403 h 459"/>
              <a:gd name="T90" fmla="*/ 9 w 69"/>
              <a:gd name="T91" fmla="*/ 403 h 459"/>
              <a:gd name="T92" fmla="*/ 10 w 69"/>
              <a:gd name="T93" fmla="*/ 450 h 459"/>
              <a:gd name="T94" fmla="*/ 60 w 69"/>
              <a:gd name="T95" fmla="*/ 450 h 459"/>
              <a:gd name="T96" fmla="*/ 59 w 69"/>
              <a:gd name="T97" fmla="*/ 403 h 459"/>
              <a:gd name="T98" fmla="*/ 34 w 69"/>
              <a:gd name="T99" fmla="*/ 443 h 459"/>
              <a:gd name="T100" fmla="*/ 13 w 69"/>
              <a:gd name="T101" fmla="*/ 426 h 459"/>
              <a:gd name="T102" fmla="*/ 34 w 69"/>
              <a:gd name="T103" fmla="*/ 409 h 459"/>
              <a:gd name="T104" fmla="*/ 56 w 69"/>
              <a:gd name="T105" fmla="*/ 427 h 4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69" h="459">
                <a:moveTo>
                  <a:pt x="3" y="52"/>
                </a:moveTo>
                <a:cubicBezTo>
                  <a:pt x="1" y="47"/>
                  <a:pt x="0" y="41"/>
                  <a:pt x="0" y="33"/>
                </a:cubicBezTo>
                <a:cubicBezTo>
                  <a:pt x="0" y="22"/>
                  <a:pt x="3" y="14"/>
                  <a:pt x="9" y="9"/>
                </a:cubicBezTo>
                <a:cubicBezTo>
                  <a:pt x="15" y="3"/>
                  <a:pt x="23" y="0"/>
                  <a:pt x="33" y="0"/>
                </a:cubicBezTo>
                <a:cubicBezTo>
                  <a:pt x="44" y="0"/>
                  <a:pt x="52" y="3"/>
                  <a:pt x="59" y="10"/>
                </a:cubicBezTo>
                <a:cubicBezTo>
                  <a:pt x="66" y="16"/>
                  <a:pt x="69" y="25"/>
                  <a:pt x="69" y="35"/>
                </a:cubicBezTo>
                <a:cubicBezTo>
                  <a:pt x="69" y="42"/>
                  <a:pt x="68" y="47"/>
                  <a:pt x="67" y="52"/>
                </a:cubicBezTo>
                <a:cubicBezTo>
                  <a:pt x="52" y="52"/>
                  <a:pt x="52" y="52"/>
                  <a:pt x="52" y="52"/>
                </a:cubicBezTo>
                <a:cubicBezTo>
                  <a:pt x="55" y="47"/>
                  <a:pt x="56" y="42"/>
                  <a:pt x="56" y="37"/>
                </a:cubicBezTo>
                <a:cubicBezTo>
                  <a:pt x="56" y="30"/>
                  <a:pt x="54" y="25"/>
                  <a:pt x="50" y="21"/>
                </a:cubicBezTo>
                <a:cubicBezTo>
                  <a:pt x="46" y="18"/>
                  <a:pt x="41" y="16"/>
                  <a:pt x="34" y="16"/>
                </a:cubicBezTo>
                <a:cubicBezTo>
                  <a:pt x="28" y="16"/>
                  <a:pt x="22" y="17"/>
                  <a:pt x="19" y="21"/>
                </a:cubicBezTo>
                <a:cubicBezTo>
                  <a:pt x="15" y="25"/>
                  <a:pt x="13" y="30"/>
                  <a:pt x="13" y="36"/>
                </a:cubicBezTo>
                <a:cubicBezTo>
                  <a:pt x="13" y="42"/>
                  <a:pt x="14" y="47"/>
                  <a:pt x="17" y="52"/>
                </a:cubicBezTo>
                <a:lnTo>
                  <a:pt x="3" y="52"/>
                </a:lnTo>
                <a:close/>
                <a:moveTo>
                  <a:pt x="1" y="121"/>
                </a:moveTo>
                <a:cubicBezTo>
                  <a:pt x="1" y="106"/>
                  <a:pt x="1" y="106"/>
                  <a:pt x="1" y="106"/>
                </a:cubicBezTo>
                <a:cubicBezTo>
                  <a:pt x="55" y="106"/>
                  <a:pt x="55" y="106"/>
                  <a:pt x="55" y="106"/>
                </a:cubicBezTo>
                <a:cubicBezTo>
                  <a:pt x="55" y="78"/>
                  <a:pt x="55" y="78"/>
                  <a:pt x="55" y="78"/>
                </a:cubicBezTo>
                <a:cubicBezTo>
                  <a:pt x="1" y="78"/>
                  <a:pt x="1" y="78"/>
                  <a:pt x="1" y="78"/>
                </a:cubicBezTo>
                <a:cubicBezTo>
                  <a:pt x="1" y="63"/>
                  <a:pt x="1" y="63"/>
                  <a:pt x="1" y="63"/>
                </a:cubicBezTo>
                <a:cubicBezTo>
                  <a:pt x="68" y="63"/>
                  <a:pt x="68" y="63"/>
                  <a:pt x="68" y="63"/>
                </a:cubicBezTo>
                <a:cubicBezTo>
                  <a:pt x="68" y="121"/>
                  <a:pt x="68" y="121"/>
                  <a:pt x="68" y="121"/>
                </a:cubicBezTo>
                <a:lnTo>
                  <a:pt x="1" y="121"/>
                </a:lnTo>
                <a:close/>
                <a:moveTo>
                  <a:pt x="1" y="129"/>
                </a:moveTo>
                <a:cubicBezTo>
                  <a:pt x="1" y="146"/>
                  <a:pt x="1" y="146"/>
                  <a:pt x="1" y="146"/>
                </a:cubicBezTo>
                <a:cubicBezTo>
                  <a:pt x="16" y="150"/>
                  <a:pt x="16" y="150"/>
                  <a:pt x="16" y="150"/>
                </a:cubicBezTo>
                <a:cubicBezTo>
                  <a:pt x="16" y="174"/>
                  <a:pt x="16" y="174"/>
                  <a:pt x="16" y="174"/>
                </a:cubicBezTo>
                <a:cubicBezTo>
                  <a:pt x="1" y="179"/>
                  <a:pt x="1" y="179"/>
                  <a:pt x="1" y="179"/>
                </a:cubicBezTo>
                <a:cubicBezTo>
                  <a:pt x="1" y="195"/>
                  <a:pt x="1" y="195"/>
                  <a:pt x="1" y="195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68" y="154"/>
                  <a:pt x="68" y="154"/>
                  <a:pt x="68" y="154"/>
                </a:cubicBezTo>
                <a:lnTo>
                  <a:pt x="1" y="129"/>
                </a:lnTo>
                <a:close/>
                <a:moveTo>
                  <a:pt x="56" y="162"/>
                </a:moveTo>
                <a:cubicBezTo>
                  <a:pt x="54" y="162"/>
                  <a:pt x="52" y="163"/>
                  <a:pt x="50" y="163"/>
                </a:cubicBezTo>
                <a:cubicBezTo>
                  <a:pt x="27" y="171"/>
                  <a:pt x="27" y="171"/>
                  <a:pt x="27" y="171"/>
                </a:cubicBezTo>
                <a:cubicBezTo>
                  <a:pt x="27" y="153"/>
                  <a:pt x="27" y="153"/>
                  <a:pt x="27" y="153"/>
                </a:cubicBezTo>
                <a:cubicBezTo>
                  <a:pt x="50" y="161"/>
                  <a:pt x="50" y="161"/>
                  <a:pt x="50" y="161"/>
                </a:cubicBezTo>
                <a:cubicBezTo>
                  <a:pt x="52" y="161"/>
                  <a:pt x="54" y="162"/>
                  <a:pt x="56" y="162"/>
                </a:cubicBezTo>
                <a:close/>
                <a:moveTo>
                  <a:pt x="3" y="250"/>
                </a:moveTo>
                <a:cubicBezTo>
                  <a:pt x="1" y="246"/>
                  <a:pt x="0" y="239"/>
                  <a:pt x="0" y="231"/>
                </a:cubicBezTo>
                <a:cubicBezTo>
                  <a:pt x="0" y="221"/>
                  <a:pt x="3" y="213"/>
                  <a:pt x="9" y="207"/>
                </a:cubicBezTo>
                <a:cubicBezTo>
                  <a:pt x="15" y="201"/>
                  <a:pt x="23" y="198"/>
                  <a:pt x="33" y="198"/>
                </a:cubicBezTo>
                <a:cubicBezTo>
                  <a:pt x="44" y="198"/>
                  <a:pt x="52" y="202"/>
                  <a:pt x="59" y="208"/>
                </a:cubicBezTo>
                <a:cubicBezTo>
                  <a:pt x="66" y="215"/>
                  <a:pt x="69" y="223"/>
                  <a:pt x="69" y="234"/>
                </a:cubicBezTo>
                <a:cubicBezTo>
                  <a:pt x="69" y="240"/>
                  <a:pt x="68" y="246"/>
                  <a:pt x="67" y="250"/>
                </a:cubicBezTo>
                <a:cubicBezTo>
                  <a:pt x="52" y="250"/>
                  <a:pt x="52" y="250"/>
                  <a:pt x="52" y="250"/>
                </a:cubicBezTo>
                <a:cubicBezTo>
                  <a:pt x="55" y="246"/>
                  <a:pt x="56" y="241"/>
                  <a:pt x="56" y="235"/>
                </a:cubicBezTo>
                <a:cubicBezTo>
                  <a:pt x="56" y="229"/>
                  <a:pt x="54" y="224"/>
                  <a:pt x="50" y="220"/>
                </a:cubicBezTo>
                <a:cubicBezTo>
                  <a:pt x="46" y="216"/>
                  <a:pt x="41" y="214"/>
                  <a:pt x="34" y="214"/>
                </a:cubicBezTo>
                <a:cubicBezTo>
                  <a:pt x="28" y="214"/>
                  <a:pt x="22" y="216"/>
                  <a:pt x="19" y="220"/>
                </a:cubicBezTo>
                <a:cubicBezTo>
                  <a:pt x="15" y="223"/>
                  <a:pt x="13" y="228"/>
                  <a:pt x="13" y="234"/>
                </a:cubicBezTo>
                <a:cubicBezTo>
                  <a:pt x="13" y="240"/>
                  <a:pt x="14" y="246"/>
                  <a:pt x="17" y="250"/>
                </a:cubicBezTo>
                <a:lnTo>
                  <a:pt x="3" y="250"/>
                </a:lnTo>
                <a:close/>
                <a:moveTo>
                  <a:pt x="1" y="322"/>
                </a:moveTo>
                <a:cubicBezTo>
                  <a:pt x="1" y="308"/>
                  <a:pt x="1" y="308"/>
                  <a:pt x="1" y="308"/>
                </a:cubicBezTo>
                <a:cubicBezTo>
                  <a:pt x="38" y="308"/>
                  <a:pt x="38" y="308"/>
                  <a:pt x="38" y="308"/>
                </a:cubicBezTo>
                <a:cubicBezTo>
                  <a:pt x="42" y="308"/>
                  <a:pt x="46" y="308"/>
                  <a:pt x="49" y="308"/>
                </a:cubicBezTo>
                <a:cubicBezTo>
                  <a:pt x="49" y="308"/>
                  <a:pt x="49" y="308"/>
                  <a:pt x="49" y="308"/>
                </a:cubicBezTo>
                <a:cubicBezTo>
                  <a:pt x="47" y="307"/>
                  <a:pt x="45" y="306"/>
                  <a:pt x="43" y="305"/>
                </a:cubicBezTo>
                <a:cubicBezTo>
                  <a:pt x="1" y="277"/>
                  <a:pt x="1" y="277"/>
                  <a:pt x="1" y="277"/>
                </a:cubicBezTo>
                <a:cubicBezTo>
                  <a:pt x="1" y="262"/>
                  <a:pt x="1" y="262"/>
                  <a:pt x="1" y="262"/>
                </a:cubicBezTo>
                <a:cubicBezTo>
                  <a:pt x="68" y="262"/>
                  <a:pt x="68" y="262"/>
                  <a:pt x="68" y="262"/>
                </a:cubicBezTo>
                <a:cubicBezTo>
                  <a:pt x="68" y="276"/>
                  <a:pt x="68" y="276"/>
                  <a:pt x="68" y="276"/>
                </a:cubicBezTo>
                <a:cubicBezTo>
                  <a:pt x="31" y="276"/>
                  <a:pt x="31" y="276"/>
                  <a:pt x="31" y="276"/>
                </a:cubicBezTo>
                <a:cubicBezTo>
                  <a:pt x="26" y="276"/>
                  <a:pt x="23" y="276"/>
                  <a:pt x="22" y="276"/>
                </a:cubicBezTo>
                <a:cubicBezTo>
                  <a:pt x="22" y="276"/>
                  <a:pt x="22" y="276"/>
                  <a:pt x="22" y="276"/>
                </a:cubicBezTo>
                <a:cubicBezTo>
                  <a:pt x="22" y="276"/>
                  <a:pt x="24" y="277"/>
                  <a:pt x="27" y="280"/>
                </a:cubicBezTo>
                <a:cubicBezTo>
                  <a:pt x="68" y="306"/>
                  <a:pt x="68" y="306"/>
                  <a:pt x="68" y="306"/>
                </a:cubicBezTo>
                <a:cubicBezTo>
                  <a:pt x="68" y="322"/>
                  <a:pt x="68" y="322"/>
                  <a:pt x="68" y="322"/>
                </a:cubicBezTo>
                <a:lnTo>
                  <a:pt x="1" y="322"/>
                </a:lnTo>
                <a:close/>
                <a:moveTo>
                  <a:pt x="1" y="337"/>
                </a:moveTo>
                <a:cubicBezTo>
                  <a:pt x="1" y="364"/>
                  <a:pt x="1" y="364"/>
                  <a:pt x="1" y="364"/>
                </a:cubicBezTo>
                <a:cubicBezTo>
                  <a:pt x="1" y="372"/>
                  <a:pt x="3" y="377"/>
                  <a:pt x="7" y="382"/>
                </a:cubicBezTo>
                <a:cubicBezTo>
                  <a:pt x="10" y="386"/>
                  <a:pt x="16" y="388"/>
                  <a:pt x="22" y="388"/>
                </a:cubicBezTo>
                <a:cubicBezTo>
                  <a:pt x="28" y="388"/>
                  <a:pt x="33" y="386"/>
                  <a:pt x="36" y="382"/>
                </a:cubicBezTo>
                <a:cubicBezTo>
                  <a:pt x="39" y="378"/>
                  <a:pt x="41" y="373"/>
                  <a:pt x="41" y="365"/>
                </a:cubicBezTo>
                <a:cubicBezTo>
                  <a:pt x="41" y="352"/>
                  <a:pt x="41" y="352"/>
                  <a:pt x="41" y="352"/>
                </a:cubicBezTo>
                <a:cubicBezTo>
                  <a:pt x="56" y="352"/>
                  <a:pt x="56" y="352"/>
                  <a:pt x="56" y="352"/>
                </a:cubicBezTo>
                <a:cubicBezTo>
                  <a:pt x="56" y="380"/>
                  <a:pt x="56" y="380"/>
                  <a:pt x="56" y="380"/>
                </a:cubicBezTo>
                <a:cubicBezTo>
                  <a:pt x="68" y="380"/>
                  <a:pt x="68" y="380"/>
                  <a:pt x="68" y="380"/>
                </a:cubicBezTo>
                <a:cubicBezTo>
                  <a:pt x="68" y="337"/>
                  <a:pt x="68" y="337"/>
                  <a:pt x="68" y="337"/>
                </a:cubicBezTo>
                <a:lnTo>
                  <a:pt x="1" y="337"/>
                </a:lnTo>
                <a:close/>
                <a:moveTo>
                  <a:pt x="30" y="362"/>
                </a:moveTo>
                <a:cubicBezTo>
                  <a:pt x="30" y="368"/>
                  <a:pt x="27" y="372"/>
                  <a:pt x="21" y="372"/>
                </a:cubicBezTo>
                <a:cubicBezTo>
                  <a:pt x="15" y="372"/>
                  <a:pt x="12" y="368"/>
                  <a:pt x="12" y="361"/>
                </a:cubicBezTo>
                <a:cubicBezTo>
                  <a:pt x="12" y="352"/>
                  <a:pt x="12" y="352"/>
                  <a:pt x="12" y="352"/>
                </a:cubicBezTo>
                <a:cubicBezTo>
                  <a:pt x="30" y="352"/>
                  <a:pt x="30" y="352"/>
                  <a:pt x="30" y="352"/>
                </a:cubicBezTo>
                <a:lnTo>
                  <a:pt x="30" y="362"/>
                </a:lnTo>
                <a:close/>
                <a:moveTo>
                  <a:pt x="59" y="403"/>
                </a:moveTo>
                <a:cubicBezTo>
                  <a:pt x="53" y="397"/>
                  <a:pt x="44" y="394"/>
                  <a:pt x="34" y="394"/>
                </a:cubicBezTo>
                <a:cubicBezTo>
                  <a:pt x="24" y="394"/>
                  <a:pt x="15" y="397"/>
                  <a:pt x="9" y="403"/>
                </a:cubicBezTo>
                <a:cubicBezTo>
                  <a:pt x="3" y="409"/>
                  <a:pt x="0" y="416"/>
                  <a:pt x="0" y="426"/>
                </a:cubicBezTo>
                <a:cubicBezTo>
                  <a:pt x="0" y="436"/>
                  <a:pt x="3" y="444"/>
                  <a:pt x="10" y="450"/>
                </a:cubicBezTo>
                <a:cubicBezTo>
                  <a:pt x="16" y="456"/>
                  <a:pt x="24" y="459"/>
                  <a:pt x="35" y="459"/>
                </a:cubicBezTo>
                <a:cubicBezTo>
                  <a:pt x="45" y="459"/>
                  <a:pt x="53" y="456"/>
                  <a:pt x="60" y="450"/>
                </a:cubicBezTo>
                <a:cubicBezTo>
                  <a:pt x="66" y="444"/>
                  <a:pt x="69" y="437"/>
                  <a:pt x="69" y="427"/>
                </a:cubicBezTo>
                <a:cubicBezTo>
                  <a:pt x="69" y="417"/>
                  <a:pt x="66" y="409"/>
                  <a:pt x="59" y="403"/>
                </a:cubicBezTo>
                <a:close/>
                <a:moveTo>
                  <a:pt x="50" y="439"/>
                </a:moveTo>
                <a:cubicBezTo>
                  <a:pt x="46" y="442"/>
                  <a:pt x="41" y="443"/>
                  <a:pt x="34" y="443"/>
                </a:cubicBezTo>
                <a:cubicBezTo>
                  <a:pt x="27" y="443"/>
                  <a:pt x="22" y="442"/>
                  <a:pt x="19" y="439"/>
                </a:cubicBezTo>
                <a:cubicBezTo>
                  <a:pt x="15" y="436"/>
                  <a:pt x="13" y="432"/>
                  <a:pt x="13" y="426"/>
                </a:cubicBezTo>
                <a:cubicBezTo>
                  <a:pt x="13" y="421"/>
                  <a:pt x="15" y="417"/>
                  <a:pt x="19" y="414"/>
                </a:cubicBezTo>
                <a:cubicBezTo>
                  <a:pt x="23" y="411"/>
                  <a:pt x="28" y="409"/>
                  <a:pt x="34" y="409"/>
                </a:cubicBezTo>
                <a:cubicBezTo>
                  <a:pt x="41" y="409"/>
                  <a:pt x="46" y="411"/>
                  <a:pt x="50" y="414"/>
                </a:cubicBezTo>
                <a:cubicBezTo>
                  <a:pt x="54" y="417"/>
                  <a:pt x="56" y="421"/>
                  <a:pt x="56" y="427"/>
                </a:cubicBezTo>
                <a:cubicBezTo>
                  <a:pt x="56" y="432"/>
                  <a:pt x="54" y="436"/>
                  <a:pt x="50" y="4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6" name="Freeform 230">
            <a:extLst>
              <a:ext uri="{FF2B5EF4-FFF2-40B4-BE49-F238E27FC236}">
                <a16:creationId xmlns:a16="http://schemas.microsoft.com/office/drawing/2014/main" id="{99EEA745-9A4E-64E7-483C-BA11CE112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116212" y="1833507"/>
            <a:ext cx="1045498" cy="495776"/>
          </a:xfrm>
          <a:custGeom>
            <a:avLst/>
            <a:gdLst>
              <a:gd name="T0" fmla="*/ 38 w 344"/>
              <a:gd name="T1" fmla="*/ 56 h 163"/>
              <a:gd name="T2" fmla="*/ 50 w 344"/>
              <a:gd name="T3" fmla="*/ 114 h 163"/>
              <a:gd name="T4" fmla="*/ 20 w 344"/>
              <a:gd name="T5" fmla="*/ 136 h 163"/>
              <a:gd name="T6" fmla="*/ 0 w 344"/>
              <a:gd name="T7" fmla="*/ 54 h 163"/>
              <a:gd name="T8" fmla="*/ 38 w 344"/>
              <a:gd name="T9" fmla="*/ 29 h 163"/>
              <a:gd name="T10" fmla="*/ 16 w 344"/>
              <a:gd name="T11" fmla="*/ 7 h 163"/>
              <a:gd name="T12" fmla="*/ 93 w 344"/>
              <a:gd name="T13" fmla="*/ 23 h 163"/>
              <a:gd name="T14" fmla="*/ 76 w 344"/>
              <a:gd name="T15" fmla="*/ 14 h 163"/>
              <a:gd name="T16" fmla="*/ 45 w 344"/>
              <a:gd name="T17" fmla="*/ 97 h 163"/>
              <a:gd name="T18" fmla="*/ 61 w 344"/>
              <a:gd name="T19" fmla="*/ 136 h 163"/>
              <a:gd name="T20" fmla="*/ 94 w 344"/>
              <a:gd name="T21" fmla="*/ 107 h 163"/>
              <a:gd name="T22" fmla="*/ 71 w 344"/>
              <a:gd name="T23" fmla="*/ 150 h 163"/>
              <a:gd name="T24" fmla="*/ 94 w 344"/>
              <a:gd name="T25" fmla="*/ 161 h 163"/>
              <a:gd name="T26" fmla="*/ 107 w 344"/>
              <a:gd name="T27" fmla="*/ 23 h 163"/>
              <a:gd name="T28" fmla="*/ 94 w 344"/>
              <a:gd name="T29" fmla="*/ 98 h 163"/>
              <a:gd name="T30" fmla="*/ 94 w 344"/>
              <a:gd name="T31" fmla="*/ 73 h 163"/>
              <a:gd name="T32" fmla="*/ 94 w 344"/>
              <a:gd name="T33" fmla="*/ 47 h 163"/>
              <a:gd name="T34" fmla="*/ 137 w 344"/>
              <a:gd name="T35" fmla="*/ 2 h 163"/>
              <a:gd name="T36" fmla="*/ 146 w 344"/>
              <a:gd name="T37" fmla="*/ 46 h 163"/>
              <a:gd name="T38" fmla="*/ 163 w 344"/>
              <a:gd name="T39" fmla="*/ 52 h 163"/>
              <a:gd name="T40" fmla="*/ 132 w 344"/>
              <a:gd name="T41" fmla="*/ 162 h 163"/>
              <a:gd name="T42" fmla="*/ 113 w 344"/>
              <a:gd name="T43" fmla="*/ 145 h 163"/>
              <a:gd name="T44" fmla="*/ 126 w 344"/>
              <a:gd name="T45" fmla="*/ 52 h 163"/>
              <a:gd name="T46" fmla="*/ 123 w 344"/>
              <a:gd name="T47" fmla="*/ 85 h 163"/>
              <a:gd name="T48" fmla="*/ 122 w 344"/>
              <a:gd name="T49" fmla="*/ 110 h 163"/>
              <a:gd name="T50" fmla="*/ 113 w 344"/>
              <a:gd name="T51" fmla="*/ 70 h 163"/>
              <a:gd name="T52" fmla="*/ 217 w 344"/>
              <a:gd name="T53" fmla="*/ 56 h 163"/>
              <a:gd name="T54" fmla="*/ 229 w 344"/>
              <a:gd name="T55" fmla="*/ 114 h 163"/>
              <a:gd name="T56" fmla="*/ 199 w 344"/>
              <a:gd name="T57" fmla="*/ 136 h 163"/>
              <a:gd name="T58" fmla="*/ 179 w 344"/>
              <a:gd name="T59" fmla="*/ 54 h 163"/>
              <a:gd name="T60" fmla="*/ 217 w 344"/>
              <a:gd name="T61" fmla="*/ 29 h 163"/>
              <a:gd name="T62" fmla="*/ 195 w 344"/>
              <a:gd name="T63" fmla="*/ 7 h 163"/>
              <a:gd name="T64" fmla="*/ 272 w 344"/>
              <a:gd name="T65" fmla="*/ 23 h 163"/>
              <a:gd name="T66" fmla="*/ 255 w 344"/>
              <a:gd name="T67" fmla="*/ 14 h 163"/>
              <a:gd name="T68" fmla="*/ 224 w 344"/>
              <a:gd name="T69" fmla="*/ 97 h 163"/>
              <a:gd name="T70" fmla="*/ 240 w 344"/>
              <a:gd name="T71" fmla="*/ 136 h 163"/>
              <a:gd name="T72" fmla="*/ 273 w 344"/>
              <a:gd name="T73" fmla="*/ 107 h 163"/>
              <a:gd name="T74" fmla="*/ 250 w 344"/>
              <a:gd name="T75" fmla="*/ 150 h 163"/>
              <a:gd name="T76" fmla="*/ 273 w 344"/>
              <a:gd name="T77" fmla="*/ 161 h 163"/>
              <a:gd name="T78" fmla="*/ 286 w 344"/>
              <a:gd name="T79" fmla="*/ 23 h 163"/>
              <a:gd name="T80" fmla="*/ 273 w 344"/>
              <a:gd name="T81" fmla="*/ 98 h 163"/>
              <a:gd name="T82" fmla="*/ 273 w 344"/>
              <a:gd name="T83" fmla="*/ 73 h 163"/>
              <a:gd name="T84" fmla="*/ 273 w 344"/>
              <a:gd name="T85" fmla="*/ 47 h 163"/>
              <a:gd name="T86" fmla="*/ 316 w 344"/>
              <a:gd name="T87" fmla="*/ 2 h 163"/>
              <a:gd name="T88" fmla="*/ 325 w 344"/>
              <a:gd name="T89" fmla="*/ 46 h 163"/>
              <a:gd name="T90" fmla="*/ 342 w 344"/>
              <a:gd name="T91" fmla="*/ 52 h 163"/>
              <a:gd name="T92" fmla="*/ 311 w 344"/>
              <a:gd name="T93" fmla="*/ 162 h 163"/>
              <a:gd name="T94" fmla="*/ 292 w 344"/>
              <a:gd name="T95" fmla="*/ 145 h 163"/>
              <a:gd name="T96" fmla="*/ 305 w 344"/>
              <a:gd name="T97" fmla="*/ 52 h 163"/>
              <a:gd name="T98" fmla="*/ 302 w 344"/>
              <a:gd name="T99" fmla="*/ 85 h 163"/>
              <a:gd name="T100" fmla="*/ 301 w 344"/>
              <a:gd name="T101" fmla="*/ 110 h 163"/>
              <a:gd name="T102" fmla="*/ 292 w 344"/>
              <a:gd name="T103" fmla="*/ 70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344" h="163">
                <a:moveTo>
                  <a:pt x="0" y="54"/>
                </a:moveTo>
                <a:cubicBezTo>
                  <a:pt x="5" y="56"/>
                  <a:pt x="11" y="56"/>
                  <a:pt x="20" y="56"/>
                </a:cubicBezTo>
                <a:cubicBezTo>
                  <a:pt x="22" y="56"/>
                  <a:pt x="22" y="56"/>
                  <a:pt x="22" y="56"/>
                </a:cubicBezTo>
                <a:cubicBezTo>
                  <a:pt x="29" y="48"/>
                  <a:pt x="29" y="48"/>
                  <a:pt x="29" y="48"/>
                </a:cubicBezTo>
                <a:cubicBezTo>
                  <a:pt x="33" y="51"/>
                  <a:pt x="36" y="54"/>
                  <a:pt x="38" y="56"/>
                </a:cubicBezTo>
                <a:cubicBezTo>
                  <a:pt x="38" y="57"/>
                  <a:pt x="39" y="58"/>
                  <a:pt x="39" y="58"/>
                </a:cubicBezTo>
                <a:cubicBezTo>
                  <a:pt x="39" y="59"/>
                  <a:pt x="36" y="61"/>
                  <a:pt x="31" y="64"/>
                </a:cubicBezTo>
                <a:cubicBezTo>
                  <a:pt x="31" y="130"/>
                  <a:pt x="31" y="130"/>
                  <a:pt x="31" y="130"/>
                </a:cubicBezTo>
                <a:cubicBezTo>
                  <a:pt x="33" y="128"/>
                  <a:pt x="35" y="127"/>
                  <a:pt x="37" y="126"/>
                </a:cubicBezTo>
                <a:cubicBezTo>
                  <a:pt x="42" y="121"/>
                  <a:pt x="47" y="118"/>
                  <a:pt x="50" y="114"/>
                </a:cubicBezTo>
                <a:cubicBezTo>
                  <a:pt x="51" y="117"/>
                  <a:pt x="51" y="117"/>
                  <a:pt x="51" y="117"/>
                </a:cubicBezTo>
                <a:cubicBezTo>
                  <a:pt x="49" y="121"/>
                  <a:pt x="46" y="125"/>
                  <a:pt x="43" y="128"/>
                </a:cubicBezTo>
                <a:cubicBezTo>
                  <a:pt x="40" y="133"/>
                  <a:pt x="37" y="137"/>
                  <a:pt x="33" y="141"/>
                </a:cubicBezTo>
                <a:cubicBezTo>
                  <a:pt x="33" y="146"/>
                  <a:pt x="32" y="149"/>
                  <a:pt x="31" y="149"/>
                </a:cubicBezTo>
                <a:cubicBezTo>
                  <a:pt x="30" y="149"/>
                  <a:pt x="27" y="145"/>
                  <a:pt x="20" y="136"/>
                </a:cubicBezTo>
                <a:cubicBezTo>
                  <a:pt x="22" y="136"/>
                  <a:pt x="23" y="135"/>
                  <a:pt x="24" y="134"/>
                </a:cubicBezTo>
                <a:cubicBezTo>
                  <a:pt x="24" y="61"/>
                  <a:pt x="24" y="61"/>
                  <a:pt x="24" y="61"/>
                </a:cubicBezTo>
                <a:cubicBezTo>
                  <a:pt x="20" y="61"/>
                  <a:pt x="20" y="61"/>
                  <a:pt x="20" y="61"/>
                </a:cubicBezTo>
                <a:cubicBezTo>
                  <a:pt x="11" y="61"/>
                  <a:pt x="5" y="61"/>
                  <a:pt x="3" y="62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lose/>
                <a:moveTo>
                  <a:pt x="18" y="5"/>
                </a:moveTo>
                <a:cubicBezTo>
                  <a:pt x="23" y="7"/>
                  <a:pt x="27" y="11"/>
                  <a:pt x="30" y="15"/>
                </a:cubicBezTo>
                <a:cubicBezTo>
                  <a:pt x="33" y="18"/>
                  <a:pt x="35" y="20"/>
                  <a:pt x="36" y="23"/>
                </a:cubicBezTo>
                <a:cubicBezTo>
                  <a:pt x="37" y="25"/>
                  <a:pt x="38" y="27"/>
                  <a:pt x="38" y="29"/>
                </a:cubicBezTo>
                <a:cubicBezTo>
                  <a:pt x="38" y="33"/>
                  <a:pt x="36" y="34"/>
                  <a:pt x="33" y="34"/>
                </a:cubicBezTo>
                <a:cubicBezTo>
                  <a:pt x="32" y="34"/>
                  <a:pt x="31" y="34"/>
                  <a:pt x="31" y="34"/>
                </a:cubicBezTo>
                <a:cubicBezTo>
                  <a:pt x="31" y="33"/>
                  <a:pt x="30" y="32"/>
                  <a:pt x="29" y="29"/>
                </a:cubicBezTo>
                <a:cubicBezTo>
                  <a:pt x="27" y="25"/>
                  <a:pt x="26" y="20"/>
                  <a:pt x="24" y="17"/>
                </a:cubicBezTo>
                <a:cubicBezTo>
                  <a:pt x="22" y="14"/>
                  <a:pt x="19" y="11"/>
                  <a:pt x="16" y="7"/>
                </a:cubicBezTo>
                <a:cubicBezTo>
                  <a:pt x="18" y="5"/>
                  <a:pt x="18" y="5"/>
                  <a:pt x="18" y="5"/>
                </a:cubicBezTo>
                <a:cubicBezTo>
                  <a:pt x="18" y="5"/>
                  <a:pt x="18" y="5"/>
                  <a:pt x="18" y="5"/>
                </a:cubicBezTo>
                <a:close/>
                <a:moveTo>
                  <a:pt x="107" y="23"/>
                </a:moveTo>
                <a:cubicBezTo>
                  <a:pt x="106" y="20"/>
                  <a:pt x="103" y="18"/>
                  <a:pt x="98" y="16"/>
                </a:cubicBezTo>
                <a:cubicBezTo>
                  <a:pt x="98" y="16"/>
                  <a:pt x="98" y="16"/>
                  <a:pt x="93" y="23"/>
                </a:cubicBezTo>
                <a:cubicBezTo>
                  <a:pt x="93" y="23"/>
                  <a:pt x="93" y="23"/>
                  <a:pt x="76" y="23"/>
                </a:cubicBezTo>
                <a:cubicBezTo>
                  <a:pt x="80" y="19"/>
                  <a:pt x="83" y="14"/>
                  <a:pt x="85" y="9"/>
                </a:cubicBezTo>
                <a:cubicBezTo>
                  <a:pt x="90" y="9"/>
                  <a:pt x="94" y="9"/>
                  <a:pt x="94" y="7"/>
                </a:cubicBezTo>
                <a:cubicBezTo>
                  <a:pt x="94" y="5"/>
                  <a:pt x="88" y="3"/>
                  <a:pt x="77" y="0"/>
                </a:cubicBezTo>
                <a:cubicBezTo>
                  <a:pt x="77" y="6"/>
                  <a:pt x="76" y="10"/>
                  <a:pt x="76" y="14"/>
                </a:cubicBezTo>
                <a:cubicBezTo>
                  <a:pt x="75" y="16"/>
                  <a:pt x="74" y="20"/>
                  <a:pt x="73" y="23"/>
                </a:cubicBezTo>
                <a:cubicBezTo>
                  <a:pt x="73" y="23"/>
                  <a:pt x="73" y="23"/>
                  <a:pt x="70" y="23"/>
                </a:cubicBezTo>
                <a:cubicBezTo>
                  <a:pt x="70" y="23"/>
                  <a:pt x="70" y="23"/>
                  <a:pt x="60" y="18"/>
                </a:cubicBezTo>
                <a:cubicBezTo>
                  <a:pt x="60" y="18"/>
                  <a:pt x="60" y="18"/>
                  <a:pt x="60" y="98"/>
                </a:cubicBezTo>
                <a:cubicBezTo>
                  <a:pt x="54" y="98"/>
                  <a:pt x="49" y="98"/>
                  <a:pt x="45" y="97"/>
                </a:cubicBezTo>
                <a:cubicBezTo>
                  <a:pt x="45" y="97"/>
                  <a:pt x="45" y="97"/>
                  <a:pt x="48" y="105"/>
                </a:cubicBezTo>
                <a:cubicBezTo>
                  <a:pt x="50" y="104"/>
                  <a:pt x="56" y="104"/>
                  <a:pt x="65" y="104"/>
                </a:cubicBezTo>
                <a:cubicBezTo>
                  <a:pt x="65" y="104"/>
                  <a:pt x="65" y="104"/>
                  <a:pt x="87" y="104"/>
                </a:cubicBezTo>
                <a:cubicBezTo>
                  <a:pt x="83" y="111"/>
                  <a:pt x="79" y="116"/>
                  <a:pt x="75" y="122"/>
                </a:cubicBezTo>
                <a:cubicBezTo>
                  <a:pt x="71" y="127"/>
                  <a:pt x="66" y="132"/>
                  <a:pt x="61" y="136"/>
                </a:cubicBezTo>
                <a:cubicBezTo>
                  <a:pt x="56" y="142"/>
                  <a:pt x="49" y="148"/>
                  <a:pt x="40" y="154"/>
                </a:cubicBezTo>
                <a:cubicBezTo>
                  <a:pt x="40" y="154"/>
                  <a:pt x="40" y="154"/>
                  <a:pt x="42" y="156"/>
                </a:cubicBezTo>
                <a:cubicBezTo>
                  <a:pt x="51" y="151"/>
                  <a:pt x="60" y="145"/>
                  <a:pt x="66" y="141"/>
                </a:cubicBezTo>
                <a:cubicBezTo>
                  <a:pt x="72" y="135"/>
                  <a:pt x="78" y="129"/>
                  <a:pt x="84" y="123"/>
                </a:cubicBezTo>
                <a:cubicBezTo>
                  <a:pt x="87" y="119"/>
                  <a:pt x="91" y="113"/>
                  <a:pt x="94" y="107"/>
                </a:cubicBezTo>
                <a:cubicBezTo>
                  <a:pt x="94" y="107"/>
                  <a:pt x="94" y="107"/>
                  <a:pt x="94" y="143"/>
                </a:cubicBezTo>
                <a:cubicBezTo>
                  <a:pt x="94" y="145"/>
                  <a:pt x="94" y="148"/>
                  <a:pt x="92" y="148"/>
                </a:cubicBezTo>
                <a:cubicBezTo>
                  <a:pt x="92" y="149"/>
                  <a:pt x="89" y="149"/>
                  <a:pt x="87" y="149"/>
                </a:cubicBezTo>
                <a:cubicBezTo>
                  <a:pt x="82" y="149"/>
                  <a:pt x="77" y="148"/>
                  <a:pt x="71" y="146"/>
                </a:cubicBezTo>
                <a:cubicBezTo>
                  <a:pt x="71" y="146"/>
                  <a:pt x="71" y="146"/>
                  <a:pt x="71" y="150"/>
                </a:cubicBezTo>
                <a:cubicBezTo>
                  <a:pt x="75" y="151"/>
                  <a:pt x="78" y="152"/>
                  <a:pt x="81" y="153"/>
                </a:cubicBezTo>
                <a:cubicBezTo>
                  <a:pt x="83" y="154"/>
                  <a:pt x="85" y="155"/>
                  <a:pt x="87" y="156"/>
                </a:cubicBezTo>
                <a:cubicBezTo>
                  <a:pt x="87" y="157"/>
                  <a:pt x="87" y="158"/>
                  <a:pt x="87" y="159"/>
                </a:cubicBezTo>
                <a:cubicBezTo>
                  <a:pt x="87" y="159"/>
                  <a:pt x="87" y="159"/>
                  <a:pt x="88" y="163"/>
                </a:cubicBezTo>
                <a:cubicBezTo>
                  <a:pt x="89" y="163"/>
                  <a:pt x="92" y="162"/>
                  <a:pt x="94" y="161"/>
                </a:cubicBezTo>
                <a:cubicBezTo>
                  <a:pt x="96" y="159"/>
                  <a:pt x="98" y="158"/>
                  <a:pt x="99" y="156"/>
                </a:cubicBezTo>
                <a:cubicBezTo>
                  <a:pt x="101" y="154"/>
                  <a:pt x="102" y="151"/>
                  <a:pt x="102" y="147"/>
                </a:cubicBezTo>
                <a:cubicBezTo>
                  <a:pt x="102" y="147"/>
                  <a:pt x="102" y="147"/>
                  <a:pt x="102" y="31"/>
                </a:cubicBezTo>
                <a:cubicBezTo>
                  <a:pt x="107" y="28"/>
                  <a:pt x="109" y="26"/>
                  <a:pt x="109" y="25"/>
                </a:cubicBezTo>
                <a:cubicBezTo>
                  <a:pt x="109" y="25"/>
                  <a:pt x="109" y="24"/>
                  <a:pt x="107" y="23"/>
                </a:cubicBezTo>
                <a:close/>
                <a:moveTo>
                  <a:pt x="94" y="98"/>
                </a:moveTo>
                <a:cubicBezTo>
                  <a:pt x="94" y="98"/>
                  <a:pt x="94" y="98"/>
                  <a:pt x="68" y="98"/>
                </a:cubicBezTo>
                <a:cubicBezTo>
                  <a:pt x="68" y="78"/>
                  <a:pt x="68" y="78"/>
                  <a:pt x="68" y="78"/>
                </a:cubicBezTo>
                <a:cubicBezTo>
                  <a:pt x="68" y="78"/>
                  <a:pt x="68" y="78"/>
                  <a:pt x="94" y="78"/>
                </a:cubicBezTo>
                <a:cubicBezTo>
                  <a:pt x="94" y="78"/>
                  <a:pt x="94" y="78"/>
                  <a:pt x="94" y="98"/>
                </a:cubicBezTo>
                <a:close/>
                <a:moveTo>
                  <a:pt x="94" y="73"/>
                </a:moveTo>
                <a:cubicBezTo>
                  <a:pt x="94" y="73"/>
                  <a:pt x="94" y="73"/>
                  <a:pt x="68" y="73"/>
                </a:cubicBezTo>
                <a:cubicBezTo>
                  <a:pt x="68" y="52"/>
                  <a:pt x="68" y="52"/>
                  <a:pt x="68" y="52"/>
                </a:cubicBezTo>
                <a:cubicBezTo>
                  <a:pt x="68" y="52"/>
                  <a:pt x="68" y="52"/>
                  <a:pt x="94" y="52"/>
                </a:cubicBezTo>
                <a:cubicBezTo>
                  <a:pt x="94" y="52"/>
                  <a:pt x="94" y="52"/>
                  <a:pt x="94" y="73"/>
                </a:cubicBezTo>
                <a:close/>
                <a:moveTo>
                  <a:pt x="94" y="47"/>
                </a:moveTo>
                <a:cubicBezTo>
                  <a:pt x="94" y="47"/>
                  <a:pt x="94" y="47"/>
                  <a:pt x="68" y="47"/>
                </a:cubicBezTo>
                <a:cubicBezTo>
                  <a:pt x="68" y="28"/>
                  <a:pt x="68" y="28"/>
                  <a:pt x="68" y="28"/>
                </a:cubicBezTo>
                <a:cubicBezTo>
                  <a:pt x="68" y="28"/>
                  <a:pt x="68" y="28"/>
                  <a:pt x="94" y="28"/>
                </a:cubicBezTo>
                <a:cubicBezTo>
                  <a:pt x="94" y="28"/>
                  <a:pt x="94" y="28"/>
                  <a:pt x="94" y="47"/>
                </a:cubicBezTo>
                <a:close/>
                <a:moveTo>
                  <a:pt x="105" y="44"/>
                </a:moveTo>
                <a:cubicBezTo>
                  <a:pt x="110" y="45"/>
                  <a:pt x="117" y="46"/>
                  <a:pt x="126" y="46"/>
                </a:cubicBezTo>
                <a:cubicBezTo>
                  <a:pt x="138" y="46"/>
                  <a:pt x="138" y="46"/>
                  <a:pt x="138" y="46"/>
                </a:cubicBezTo>
                <a:cubicBezTo>
                  <a:pt x="138" y="16"/>
                  <a:pt x="138" y="16"/>
                  <a:pt x="138" y="16"/>
                </a:cubicBezTo>
                <a:cubicBezTo>
                  <a:pt x="138" y="9"/>
                  <a:pt x="137" y="5"/>
                  <a:pt x="137" y="2"/>
                </a:cubicBezTo>
                <a:cubicBezTo>
                  <a:pt x="143" y="3"/>
                  <a:pt x="149" y="5"/>
                  <a:pt x="154" y="7"/>
                </a:cubicBezTo>
                <a:cubicBezTo>
                  <a:pt x="155" y="7"/>
                  <a:pt x="156" y="7"/>
                  <a:pt x="156" y="8"/>
                </a:cubicBezTo>
                <a:cubicBezTo>
                  <a:pt x="156" y="9"/>
                  <a:pt x="155" y="10"/>
                  <a:pt x="154" y="11"/>
                </a:cubicBezTo>
                <a:cubicBezTo>
                  <a:pt x="151" y="12"/>
                  <a:pt x="149" y="12"/>
                  <a:pt x="146" y="13"/>
                </a:cubicBezTo>
                <a:cubicBezTo>
                  <a:pt x="146" y="46"/>
                  <a:pt x="146" y="46"/>
                  <a:pt x="146" y="46"/>
                </a:cubicBezTo>
                <a:cubicBezTo>
                  <a:pt x="147" y="46"/>
                  <a:pt x="147" y="46"/>
                  <a:pt x="147" y="46"/>
                </a:cubicBezTo>
                <a:cubicBezTo>
                  <a:pt x="154" y="38"/>
                  <a:pt x="154" y="38"/>
                  <a:pt x="154" y="38"/>
                </a:cubicBezTo>
                <a:cubicBezTo>
                  <a:pt x="158" y="41"/>
                  <a:pt x="161" y="44"/>
                  <a:pt x="164" y="47"/>
                </a:cubicBezTo>
                <a:cubicBezTo>
                  <a:pt x="165" y="47"/>
                  <a:pt x="165" y="47"/>
                  <a:pt x="165" y="48"/>
                </a:cubicBezTo>
                <a:cubicBezTo>
                  <a:pt x="165" y="50"/>
                  <a:pt x="165" y="52"/>
                  <a:pt x="163" y="52"/>
                </a:cubicBezTo>
                <a:cubicBezTo>
                  <a:pt x="146" y="52"/>
                  <a:pt x="146" y="52"/>
                  <a:pt x="146" y="52"/>
                </a:cubicBezTo>
                <a:cubicBezTo>
                  <a:pt x="146" y="146"/>
                  <a:pt x="146" y="146"/>
                  <a:pt x="146" y="146"/>
                </a:cubicBezTo>
                <a:cubicBezTo>
                  <a:pt x="146" y="150"/>
                  <a:pt x="145" y="153"/>
                  <a:pt x="143" y="155"/>
                </a:cubicBezTo>
                <a:cubicBezTo>
                  <a:pt x="142" y="157"/>
                  <a:pt x="141" y="159"/>
                  <a:pt x="138" y="160"/>
                </a:cubicBezTo>
                <a:cubicBezTo>
                  <a:pt x="136" y="161"/>
                  <a:pt x="134" y="162"/>
                  <a:pt x="132" y="162"/>
                </a:cubicBezTo>
                <a:cubicBezTo>
                  <a:pt x="132" y="159"/>
                  <a:pt x="132" y="159"/>
                  <a:pt x="132" y="159"/>
                </a:cubicBezTo>
                <a:cubicBezTo>
                  <a:pt x="132" y="157"/>
                  <a:pt x="131" y="156"/>
                  <a:pt x="130" y="156"/>
                </a:cubicBezTo>
                <a:cubicBezTo>
                  <a:pt x="130" y="154"/>
                  <a:pt x="127" y="153"/>
                  <a:pt x="124" y="152"/>
                </a:cubicBezTo>
                <a:cubicBezTo>
                  <a:pt x="121" y="151"/>
                  <a:pt x="117" y="150"/>
                  <a:pt x="113" y="150"/>
                </a:cubicBezTo>
                <a:cubicBezTo>
                  <a:pt x="113" y="145"/>
                  <a:pt x="113" y="145"/>
                  <a:pt x="113" y="145"/>
                </a:cubicBezTo>
                <a:cubicBezTo>
                  <a:pt x="119" y="148"/>
                  <a:pt x="125" y="148"/>
                  <a:pt x="131" y="148"/>
                </a:cubicBezTo>
                <a:cubicBezTo>
                  <a:pt x="134" y="148"/>
                  <a:pt x="135" y="148"/>
                  <a:pt x="136" y="148"/>
                </a:cubicBezTo>
                <a:cubicBezTo>
                  <a:pt x="137" y="147"/>
                  <a:pt x="138" y="145"/>
                  <a:pt x="138" y="142"/>
                </a:cubicBezTo>
                <a:cubicBezTo>
                  <a:pt x="138" y="52"/>
                  <a:pt x="138" y="52"/>
                  <a:pt x="138" y="52"/>
                </a:cubicBezTo>
                <a:cubicBezTo>
                  <a:pt x="126" y="52"/>
                  <a:pt x="126" y="52"/>
                  <a:pt x="126" y="52"/>
                </a:cubicBezTo>
                <a:cubicBezTo>
                  <a:pt x="118" y="52"/>
                  <a:pt x="112" y="52"/>
                  <a:pt x="109" y="52"/>
                </a:cubicBezTo>
                <a:cubicBezTo>
                  <a:pt x="105" y="44"/>
                  <a:pt x="105" y="44"/>
                  <a:pt x="105" y="44"/>
                </a:cubicBezTo>
                <a:cubicBezTo>
                  <a:pt x="105" y="44"/>
                  <a:pt x="105" y="44"/>
                  <a:pt x="105" y="44"/>
                </a:cubicBezTo>
                <a:close/>
                <a:moveTo>
                  <a:pt x="113" y="70"/>
                </a:moveTo>
                <a:cubicBezTo>
                  <a:pt x="117" y="75"/>
                  <a:pt x="121" y="80"/>
                  <a:pt x="123" y="85"/>
                </a:cubicBezTo>
                <a:cubicBezTo>
                  <a:pt x="125" y="88"/>
                  <a:pt x="127" y="92"/>
                  <a:pt x="127" y="96"/>
                </a:cubicBezTo>
                <a:cubicBezTo>
                  <a:pt x="129" y="99"/>
                  <a:pt x="130" y="101"/>
                  <a:pt x="130" y="104"/>
                </a:cubicBezTo>
                <a:cubicBezTo>
                  <a:pt x="130" y="105"/>
                  <a:pt x="129" y="107"/>
                  <a:pt x="128" y="108"/>
                </a:cubicBezTo>
                <a:cubicBezTo>
                  <a:pt x="127" y="110"/>
                  <a:pt x="126" y="110"/>
                  <a:pt x="125" y="110"/>
                </a:cubicBezTo>
                <a:cubicBezTo>
                  <a:pt x="124" y="110"/>
                  <a:pt x="123" y="110"/>
                  <a:pt x="122" y="110"/>
                </a:cubicBezTo>
                <a:cubicBezTo>
                  <a:pt x="121" y="108"/>
                  <a:pt x="121" y="107"/>
                  <a:pt x="121" y="105"/>
                </a:cubicBezTo>
                <a:cubicBezTo>
                  <a:pt x="120" y="97"/>
                  <a:pt x="119" y="91"/>
                  <a:pt x="118" y="87"/>
                </a:cubicBezTo>
                <a:cubicBezTo>
                  <a:pt x="116" y="83"/>
                  <a:pt x="114" y="78"/>
                  <a:pt x="111" y="72"/>
                </a:cubicBezTo>
                <a:cubicBezTo>
                  <a:pt x="113" y="70"/>
                  <a:pt x="113" y="70"/>
                  <a:pt x="113" y="70"/>
                </a:cubicBezTo>
                <a:cubicBezTo>
                  <a:pt x="113" y="70"/>
                  <a:pt x="113" y="70"/>
                  <a:pt x="113" y="70"/>
                </a:cubicBezTo>
                <a:close/>
                <a:moveTo>
                  <a:pt x="179" y="54"/>
                </a:moveTo>
                <a:cubicBezTo>
                  <a:pt x="184" y="56"/>
                  <a:pt x="190" y="56"/>
                  <a:pt x="199" y="56"/>
                </a:cubicBezTo>
                <a:cubicBezTo>
                  <a:pt x="201" y="56"/>
                  <a:pt x="201" y="56"/>
                  <a:pt x="201" y="56"/>
                </a:cubicBezTo>
                <a:cubicBezTo>
                  <a:pt x="208" y="48"/>
                  <a:pt x="208" y="48"/>
                  <a:pt x="208" y="48"/>
                </a:cubicBezTo>
                <a:cubicBezTo>
                  <a:pt x="212" y="51"/>
                  <a:pt x="215" y="54"/>
                  <a:pt x="217" y="56"/>
                </a:cubicBezTo>
                <a:cubicBezTo>
                  <a:pt x="217" y="57"/>
                  <a:pt x="218" y="58"/>
                  <a:pt x="218" y="58"/>
                </a:cubicBezTo>
                <a:cubicBezTo>
                  <a:pt x="218" y="59"/>
                  <a:pt x="215" y="61"/>
                  <a:pt x="210" y="64"/>
                </a:cubicBezTo>
                <a:cubicBezTo>
                  <a:pt x="210" y="130"/>
                  <a:pt x="210" y="130"/>
                  <a:pt x="210" y="130"/>
                </a:cubicBezTo>
                <a:cubicBezTo>
                  <a:pt x="213" y="128"/>
                  <a:pt x="214" y="127"/>
                  <a:pt x="215" y="126"/>
                </a:cubicBezTo>
                <a:cubicBezTo>
                  <a:pt x="222" y="121"/>
                  <a:pt x="226" y="118"/>
                  <a:pt x="229" y="114"/>
                </a:cubicBezTo>
                <a:cubicBezTo>
                  <a:pt x="230" y="117"/>
                  <a:pt x="230" y="117"/>
                  <a:pt x="230" y="117"/>
                </a:cubicBezTo>
                <a:cubicBezTo>
                  <a:pt x="228" y="121"/>
                  <a:pt x="225" y="125"/>
                  <a:pt x="222" y="128"/>
                </a:cubicBezTo>
                <a:cubicBezTo>
                  <a:pt x="219" y="133"/>
                  <a:pt x="215" y="137"/>
                  <a:pt x="212" y="141"/>
                </a:cubicBezTo>
                <a:cubicBezTo>
                  <a:pt x="212" y="146"/>
                  <a:pt x="211" y="149"/>
                  <a:pt x="210" y="149"/>
                </a:cubicBezTo>
                <a:cubicBezTo>
                  <a:pt x="209" y="149"/>
                  <a:pt x="206" y="145"/>
                  <a:pt x="199" y="136"/>
                </a:cubicBezTo>
                <a:cubicBezTo>
                  <a:pt x="201" y="136"/>
                  <a:pt x="202" y="135"/>
                  <a:pt x="203" y="134"/>
                </a:cubicBezTo>
                <a:cubicBezTo>
                  <a:pt x="203" y="61"/>
                  <a:pt x="203" y="61"/>
                  <a:pt x="203" y="61"/>
                </a:cubicBezTo>
                <a:cubicBezTo>
                  <a:pt x="199" y="61"/>
                  <a:pt x="199" y="61"/>
                  <a:pt x="199" y="61"/>
                </a:cubicBezTo>
                <a:cubicBezTo>
                  <a:pt x="190" y="61"/>
                  <a:pt x="184" y="61"/>
                  <a:pt x="182" y="62"/>
                </a:cubicBezTo>
                <a:cubicBezTo>
                  <a:pt x="179" y="54"/>
                  <a:pt x="179" y="54"/>
                  <a:pt x="179" y="54"/>
                </a:cubicBezTo>
                <a:cubicBezTo>
                  <a:pt x="179" y="54"/>
                  <a:pt x="179" y="54"/>
                  <a:pt x="179" y="54"/>
                </a:cubicBezTo>
                <a:close/>
                <a:moveTo>
                  <a:pt x="197" y="5"/>
                </a:moveTo>
                <a:cubicBezTo>
                  <a:pt x="202" y="7"/>
                  <a:pt x="206" y="11"/>
                  <a:pt x="209" y="15"/>
                </a:cubicBezTo>
                <a:cubicBezTo>
                  <a:pt x="212" y="18"/>
                  <a:pt x="214" y="20"/>
                  <a:pt x="215" y="23"/>
                </a:cubicBezTo>
                <a:cubicBezTo>
                  <a:pt x="216" y="25"/>
                  <a:pt x="217" y="27"/>
                  <a:pt x="217" y="29"/>
                </a:cubicBezTo>
                <a:cubicBezTo>
                  <a:pt x="217" y="33"/>
                  <a:pt x="215" y="34"/>
                  <a:pt x="212" y="34"/>
                </a:cubicBezTo>
                <a:cubicBezTo>
                  <a:pt x="211" y="34"/>
                  <a:pt x="210" y="34"/>
                  <a:pt x="210" y="34"/>
                </a:cubicBezTo>
                <a:cubicBezTo>
                  <a:pt x="209" y="33"/>
                  <a:pt x="209" y="32"/>
                  <a:pt x="208" y="29"/>
                </a:cubicBezTo>
                <a:cubicBezTo>
                  <a:pt x="206" y="25"/>
                  <a:pt x="205" y="20"/>
                  <a:pt x="203" y="17"/>
                </a:cubicBezTo>
                <a:cubicBezTo>
                  <a:pt x="201" y="14"/>
                  <a:pt x="198" y="11"/>
                  <a:pt x="195" y="7"/>
                </a:cubicBezTo>
                <a:cubicBezTo>
                  <a:pt x="197" y="5"/>
                  <a:pt x="197" y="5"/>
                  <a:pt x="197" y="5"/>
                </a:cubicBezTo>
                <a:cubicBezTo>
                  <a:pt x="197" y="5"/>
                  <a:pt x="197" y="5"/>
                  <a:pt x="197" y="5"/>
                </a:cubicBezTo>
                <a:close/>
                <a:moveTo>
                  <a:pt x="286" y="23"/>
                </a:moveTo>
                <a:cubicBezTo>
                  <a:pt x="285" y="20"/>
                  <a:pt x="282" y="18"/>
                  <a:pt x="277" y="16"/>
                </a:cubicBezTo>
                <a:cubicBezTo>
                  <a:pt x="277" y="16"/>
                  <a:pt x="277" y="16"/>
                  <a:pt x="272" y="23"/>
                </a:cubicBezTo>
                <a:cubicBezTo>
                  <a:pt x="272" y="23"/>
                  <a:pt x="272" y="23"/>
                  <a:pt x="255" y="23"/>
                </a:cubicBezTo>
                <a:cubicBezTo>
                  <a:pt x="259" y="19"/>
                  <a:pt x="261" y="14"/>
                  <a:pt x="263" y="9"/>
                </a:cubicBezTo>
                <a:cubicBezTo>
                  <a:pt x="269" y="9"/>
                  <a:pt x="273" y="9"/>
                  <a:pt x="273" y="7"/>
                </a:cubicBezTo>
                <a:cubicBezTo>
                  <a:pt x="273" y="5"/>
                  <a:pt x="267" y="3"/>
                  <a:pt x="256" y="0"/>
                </a:cubicBezTo>
                <a:cubicBezTo>
                  <a:pt x="256" y="6"/>
                  <a:pt x="255" y="10"/>
                  <a:pt x="255" y="14"/>
                </a:cubicBezTo>
                <a:cubicBezTo>
                  <a:pt x="254" y="16"/>
                  <a:pt x="253" y="20"/>
                  <a:pt x="251" y="23"/>
                </a:cubicBezTo>
                <a:cubicBezTo>
                  <a:pt x="251" y="23"/>
                  <a:pt x="251" y="23"/>
                  <a:pt x="249" y="23"/>
                </a:cubicBezTo>
                <a:cubicBezTo>
                  <a:pt x="249" y="23"/>
                  <a:pt x="249" y="23"/>
                  <a:pt x="239" y="18"/>
                </a:cubicBezTo>
                <a:cubicBezTo>
                  <a:pt x="239" y="18"/>
                  <a:pt x="239" y="18"/>
                  <a:pt x="239" y="98"/>
                </a:cubicBezTo>
                <a:cubicBezTo>
                  <a:pt x="233" y="98"/>
                  <a:pt x="228" y="98"/>
                  <a:pt x="224" y="97"/>
                </a:cubicBezTo>
                <a:cubicBezTo>
                  <a:pt x="224" y="97"/>
                  <a:pt x="224" y="97"/>
                  <a:pt x="227" y="105"/>
                </a:cubicBezTo>
                <a:cubicBezTo>
                  <a:pt x="229" y="104"/>
                  <a:pt x="235" y="104"/>
                  <a:pt x="244" y="104"/>
                </a:cubicBezTo>
                <a:cubicBezTo>
                  <a:pt x="244" y="104"/>
                  <a:pt x="244" y="104"/>
                  <a:pt x="266" y="104"/>
                </a:cubicBezTo>
                <a:cubicBezTo>
                  <a:pt x="262" y="111"/>
                  <a:pt x="258" y="116"/>
                  <a:pt x="254" y="122"/>
                </a:cubicBezTo>
                <a:cubicBezTo>
                  <a:pt x="250" y="127"/>
                  <a:pt x="245" y="132"/>
                  <a:pt x="240" y="136"/>
                </a:cubicBezTo>
                <a:cubicBezTo>
                  <a:pt x="235" y="142"/>
                  <a:pt x="228" y="148"/>
                  <a:pt x="219" y="154"/>
                </a:cubicBezTo>
                <a:cubicBezTo>
                  <a:pt x="219" y="154"/>
                  <a:pt x="219" y="154"/>
                  <a:pt x="221" y="156"/>
                </a:cubicBezTo>
                <a:cubicBezTo>
                  <a:pt x="230" y="151"/>
                  <a:pt x="239" y="145"/>
                  <a:pt x="245" y="141"/>
                </a:cubicBezTo>
                <a:cubicBezTo>
                  <a:pt x="251" y="135"/>
                  <a:pt x="257" y="129"/>
                  <a:pt x="262" y="123"/>
                </a:cubicBezTo>
                <a:cubicBezTo>
                  <a:pt x="266" y="119"/>
                  <a:pt x="270" y="113"/>
                  <a:pt x="273" y="107"/>
                </a:cubicBezTo>
                <a:cubicBezTo>
                  <a:pt x="273" y="107"/>
                  <a:pt x="273" y="107"/>
                  <a:pt x="273" y="143"/>
                </a:cubicBezTo>
                <a:cubicBezTo>
                  <a:pt x="273" y="145"/>
                  <a:pt x="273" y="148"/>
                  <a:pt x="271" y="148"/>
                </a:cubicBezTo>
                <a:cubicBezTo>
                  <a:pt x="271" y="149"/>
                  <a:pt x="268" y="149"/>
                  <a:pt x="266" y="149"/>
                </a:cubicBezTo>
                <a:cubicBezTo>
                  <a:pt x="261" y="149"/>
                  <a:pt x="255" y="148"/>
                  <a:pt x="250" y="146"/>
                </a:cubicBezTo>
                <a:cubicBezTo>
                  <a:pt x="250" y="146"/>
                  <a:pt x="250" y="146"/>
                  <a:pt x="250" y="150"/>
                </a:cubicBezTo>
                <a:cubicBezTo>
                  <a:pt x="254" y="151"/>
                  <a:pt x="257" y="152"/>
                  <a:pt x="260" y="153"/>
                </a:cubicBezTo>
                <a:cubicBezTo>
                  <a:pt x="262" y="154"/>
                  <a:pt x="264" y="155"/>
                  <a:pt x="266" y="156"/>
                </a:cubicBezTo>
                <a:cubicBezTo>
                  <a:pt x="266" y="157"/>
                  <a:pt x="266" y="158"/>
                  <a:pt x="266" y="159"/>
                </a:cubicBezTo>
                <a:cubicBezTo>
                  <a:pt x="266" y="159"/>
                  <a:pt x="266" y="159"/>
                  <a:pt x="267" y="163"/>
                </a:cubicBezTo>
                <a:cubicBezTo>
                  <a:pt x="268" y="163"/>
                  <a:pt x="271" y="162"/>
                  <a:pt x="273" y="161"/>
                </a:cubicBezTo>
                <a:cubicBezTo>
                  <a:pt x="275" y="159"/>
                  <a:pt x="277" y="158"/>
                  <a:pt x="278" y="156"/>
                </a:cubicBezTo>
                <a:cubicBezTo>
                  <a:pt x="280" y="154"/>
                  <a:pt x="281" y="151"/>
                  <a:pt x="281" y="147"/>
                </a:cubicBezTo>
                <a:cubicBezTo>
                  <a:pt x="281" y="147"/>
                  <a:pt x="281" y="147"/>
                  <a:pt x="281" y="31"/>
                </a:cubicBezTo>
                <a:cubicBezTo>
                  <a:pt x="286" y="28"/>
                  <a:pt x="288" y="26"/>
                  <a:pt x="288" y="25"/>
                </a:cubicBezTo>
                <a:cubicBezTo>
                  <a:pt x="288" y="25"/>
                  <a:pt x="288" y="24"/>
                  <a:pt x="286" y="23"/>
                </a:cubicBezTo>
                <a:close/>
                <a:moveTo>
                  <a:pt x="273" y="98"/>
                </a:moveTo>
                <a:cubicBezTo>
                  <a:pt x="273" y="98"/>
                  <a:pt x="273" y="98"/>
                  <a:pt x="247" y="98"/>
                </a:cubicBezTo>
                <a:cubicBezTo>
                  <a:pt x="247" y="78"/>
                  <a:pt x="247" y="78"/>
                  <a:pt x="247" y="78"/>
                </a:cubicBezTo>
                <a:cubicBezTo>
                  <a:pt x="247" y="78"/>
                  <a:pt x="247" y="78"/>
                  <a:pt x="273" y="78"/>
                </a:cubicBezTo>
                <a:cubicBezTo>
                  <a:pt x="273" y="78"/>
                  <a:pt x="273" y="78"/>
                  <a:pt x="273" y="98"/>
                </a:cubicBezTo>
                <a:close/>
                <a:moveTo>
                  <a:pt x="273" y="73"/>
                </a:moveTo>
                <a:cubicBezTo>
                  <a:pt x="273" y="73"/>
                  <a:pt x="273" y="73"/>
                  <a:pt x="247" y="73"/>
                </a:cubicBezTo>
                <a:cubicBezTo>
                  <a:pt x="247" y="52"/>
                  <a:pt x="247" y="52"/>
                  <a:pt x="247" y="52"/>
                </a:cubicBezTo>
                <a:cubicBezTo>
                  <a:pt x="247" y="52"/>
                  <a:pt x="247" y="52"/>
                  <a:pt x="273" y="52"/>
                </a:cubicBezTo>
                <a:cubicBezTo>
                  <a:pt x="273" y="52"/>
                  <a:pt x="273" y="52"/>
                  <a:pt x="273" y="73"/>
                </a:cubicBezTo>
                <a:close/>
                <a:moveTo>
                  <a:pt x="273" y="47"/>
                </a:moveTo>
                <a:cubicBezTo>
                  <a:pt x="273" y="47"/>
                  <a:pt x="273" y="47"/>
                  <a:pt x="247" y="47"/>
                </a:cubicBezTo>
                <a:cubicBezTo>
                  <a:pt x="247" y="28"/>
                  <a:pt x="247" y="28"/>
                  <a:pt x="247" y="28"/>
                </a:cubicBezTo>
                <a:cubicBezTo>
                  <a:pt x="247" y="28"/>
                  <a:pt x="247" y="28"/>
                  <a:pt x="273" y="28"/>
                </a:cubicBezTo>
                <a:cubicBezTo>
                  <a:pt x="273" y="28"/>
                  <a:pt x="273" y="28"/>
                  <a:pt x="273" y="47"/>
                </a:cubicBezTo>
                <a:close/>
                <a:moveTo>
                  <a:pt x="284" y="44"/>
                </a:moveTo>
                <a:cubicBezTo>
                  <a:pt x="289" y="45"/>
                  <a:pt x="296" y="46"/>
                  <a:pt x="305" y="46"/>
                </a:cubicBezTo>
                <a:cubicBezTo>
                  <a:pt x="317" y="46"/>
                  <a:pt x="317" y="46"/>
                  <a:pt x="317" y="46"/>
                </a:cubicBezTo>
                <a:cubicBezTo>
                  <a:pt x="317" y="16"/>
                  <a:pt x="317" y="16"/>
                  <a:pt x="317" y="16"/>
                </a:cubicBezTo>
                <a:cubicBezTo>
                  <a:pt x="317" y="9"/>
                  <a:pt x="316" y="5"/>
                  <a:pt x="316" y="2"/>
                </a:cubicBezTo>
                <a:cubicBezTo>
                  <a:pt x="322" y="3"/>
                  <a:pt x="328" y="5"/>
                  <a:pt x="333" y="7"/>
                </a:cubicBezTo>
                <a:cubicBezTo>
                  <a:pt x="334" y="7"/>
                  <a:pt x="335" y="7"/>
                  <a:pt x="335" y="8"/>
                </a:cubicBezTo>
                <a:cubicBezTo>
                  <a:pt x="335" y="9"/>
                  <a:pt x="334" y="10"/>
                  <a:pt x="333" y="11"/>
                </a:cubicBezTo>
                <a:cubicBezTo>
                  <a:pt x="330" y="12"/>
                  <a:pt x="328" y="12"/>
                  <a:pt x="325" y="13"/>
                </a:cubicBezTo>
                <a:cubicBezTo>
                  <a:pt x="325" y="46"/>
                  <a:pt x="325" y="46"/>
                  <a:pt x="325" y="46"/>
                </a:cubicBezTo>
                <a:cubicBezTo>
                  <a:pt x="326" y="46"/>
                  <a:pt x="326" y="46"/>
                  <a:pt x="326" y="46"/>
                </a:cubicBezTo>
                <a:cubicBezTo>
                  <a:pt x="333" y="38"/>
                  <a:pt x="333" y="38"/>
                  <a:pt x="333" y="38"/>
                </a:cubicBezTo>
                <a:cubicBezTo>
                  <a:pt x="336" y="41"/>
                  <a:pt x="340" y="44"/>
                  <a:pt x="343" y="47"/>
                </a:cubicBezTo>
                <a:cubicBezTo>
                  <a:pt x="344" y="47"/>
                  <a:pt x="344" y="47"/>
                  <a:pt x="344" y="48"/>
                </a:cubicBezTo>
                <a:cubicBezTo>
                  <a:pt x="344" y="50"/>
                  <a:pt x="344" y="52"/>
                  <a:pt x="342" y="52"/>
                </a:cubicBezTo>
                <a:cubicBezTo>
                  <a:pt x="325" y="52"/>
                  <a:pt x="325" y="52"/>
                  <a:pt x="325" y="52"/>
                </a:cubicBezTo>
                <a:cubicBezTo>
                  <a:pt x="325" y="146"/>
                  <a:pt x="325" y="146"/>
                  <a:pt x="325" y="146"/>
                </a:cubicBezTo>
                <a:cubicBezTo>
                  <a:pt x="325" y="150"/>
                  <a:pt x="324" y="153"/>
                  <a:pt x="322" y="155"/>
                </a:cubicBezTo>
                <a:cubicBezTo>
                  <a:pt x="321" y="157"/>
                  <a:pt x="320" y="159"/>
                  <a:pt x="317" y="160"/>
                </a:cubicBezTo>
                <a:cubicBezTo>
                  <a:pt x="315" y="161"/>
                  <a:pt x="313" y="162"/>
                  <a:pt x="311" y="162"/>
                </a:cubicBezTo>
                <a:cubicBezTo>
                  <a:pt x="311" y="159"/>
                  <a:pt x="311" y="159"/>
                  <a:pt x="311" y="159"/>
                </a:cubicBezTo>
                <a:cubicBezTo>
                  <a:pt x="311" y="157"/>
                  <a:pt x="310" y="156"/>
                  <a:pt x="309" y="156"/>
                </a:cubicBezTo>
                <a:cubicBezTo>
                  <a:pt x="308" y="154"/>
                  <a:pt x="306" y="153"/>
                  <a:pt x="303" y="152"/>
                </a:cubicBezTo>
                <a:cubicBezTo>
                  <a:pt x="300" y="151"/>
                  <a:pt x="296" y="150"/>
                  <a:pt x="292" y="150"/>
                </a:cubicBezTo>
                <a:cubicBezTo>
                  <a:pt x="292" y="145"/>
                  <a:pt x="292" y="145"/>
                  <a:pt x="292" y="145"/>
                </a:cubicBezTo>
                <a:cubicBezTo>
                  <a:pt x="298" y="148"/>
                  <a:pt x="304" y="148"/>
                  <a:pt x="309" y="148"/>
                </a:cubicBezTo>
                <a:cubicBezTo>
                  <a:pt x="313" y="148"/>
                  <a:pt x="314" y="148"/>
                  <a:pt x="315" y="148"/>
                </a:cubicBezTo>
                <a:cubicBezTo>
                  <a:pt x="316" y="147"/>
                  <a:pt x="317" y="145"/>
                  <a:pt x="317" y="142"/>
                </a:cubicBezTo>
                <a:cubicBezTo>
                  <a:pt x="317" y="52"/>
                  <a:pt x="317" y="52"/>
                  <a:pt x="317" y="52"/>
                </a:cubicBezTo>
                <a:cubicBezTo>
                  <a:pt x="305" y="52"/>
                  <a:pt x="305" y="52"/>
                  <a:pt x="305" y="52"/>
                </a:cubicBezTo>
                <a:cubicBezTo>
                  <a:pt x="297" y="52"/>
                  <a:pt x="291" y="52"/>
                  <a:pt x="288" y="52"/>
                </a:cubicBezTo>
                <a:cubicBezTo>
                  <a:pt x="284" y="44"/>
                  <a:pt x="284" y="44"/>
                  <a:pt x="284" y="44"/>
                </a:cubicBezTo>
                <a:cubicBezTo>
                  <a:pt x="284" y="44"/>
                  <a:pt x="284" y="44"/>
                  <a:pt x="284" y="44"/>
                </a:cubicBezTo>
                <a:close/>
                <a:moveTo>
                  <a:pt x="292" y="70"/>
                </a:moveTo>
                <a:cubicBezTo>
                  <a:pt x="296" y="75"/>
                  <a:pt x="300" y="80"/>
                  <a:pt x="302" y="85"/>
                </a:cubicBezTo>
                <a:cubicBezTo>
                  <a:pt x="304" y="88"/>
                  <a:pt x="306" y="92"/>
                  <a:pt x="306" y="96"/>
                </a:cubicBezTo>
                <a:cubicBezTo>
                  <a:pt x="308" y="99"/>
                  <a:pt x="308" y="101"/>
                  <a:pt x="308" y="104"/>
                </a:cubicBezTo>
                <a:cubicBezTo>
                  <a:pt x="308" y="105"/>
                  <a:pt x="308" y="107"/>
                  <a:pt x="307" y="108"/>
                </a:cubicBezTo>
                <a:cubicBezTo>
                  <a:pt x="306" y="110"/>
                  <a:pt x="305" y="110"/>
                  <a:pt x="304" y="110"/>
                </a:cubicBezTo>
                <a:cubicBezTo>
                  <a:pt x="303" y="110"/>
                  <a:pt x="302" y="110"/>
                  <a:pt x="301" y="110"/>
                </a:cubicBezTo>
                <a:cubicBezTo>
                  <a:pt x="300" y="108"/>
                  <a:pt x="300" y="107"/>
                  <a:pt x="300" y="105"/>
                </a:cubicBezTo>
                <a:cubicBezTo>
                  <a:pt x="299" y="97"/>
                  <a:pt x="298" y="91"/>
                  <a:pt x="297" y="87"/>
                </a:cubicBezTo>
                <a:cubicBezTo>
                  <a:pt x="295" y="83"/>
                  <a:pt x="293" y="78"/>
                  <a:pt x="290" y="72"/>
                </a:cubicBezTo>
                <a:cubicBezTo>
                  <a:pt x="292" y="70"/>
                  <a:pt x="292" y="70"/>
                  <a:pt x="292" y="70"/>
                </a:cubicBezTo>
                <a:cubicBezTo>
                  <a:pt x="292" y="70"/>
                  <a:pt x="292" y="70"/>
                  <a:pt x="292" y="7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7" name="Freeform 231">
            <a:extLst>
              <a:ext uri="{FF2B5EF4-FFF2-40B4-BE49-F238E27FC236}">
                <a16:creationId xmlns:a16="http://schemas.microsoft.com/office/drawing/2014/main" id="{4524B98C-5EF6-8A22-476C-0646DE994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134749" y="2706701"/>
            <a:ext cx="1791752" cy="319999"/>
          </a:xfrm>
          <a:custGeom>
            <a:avLst/>
            <a:gdLst>
              <a:gd name="T0" fmla="*/ 22 w 632"/>
              <a:gd name="T1" fmla="*/ 21 h 113"/>
              <a:gd name="T2" fmla="*/ 50 w 632"/>
              <a:gd name="T3" fmla="*/ 21 h 113"/>
              <a:gd name="T4" fmla="*/ 99 w 632"/>
              <a:gd name="T5" fmla="*/ 15 h 113"/>
              <a:gd name="T6" fmla="*/ 97 w 632"/>
              <a:gd name="T7" fmla="*/ 49 h 113"/>
              <a:gd name="T8" fmla="*/ 101 w 632"/>
              <a:gd name="T9" fmla="*/ 84 h 113"/>
              <a:gd name="T10" fmla="*/ 118 w 632"/>
              <a:gd name="T11" fmla="*/ 82 h 113"/>
              <a:gd name="T12" fmla="*/ 145 w 632"/>
              <a:gd name="T13" fmla="*/ 82 h 113"/>
              <a:gd name="T14" fmla="*/ 140 w 632"/>
              <a:gd name="T15" fmla="*/ 59 h 113"/>
              <a:gd name="T16" fmla="*/ 115 w 632"/>
              <a:gd name="T17" fmla="*/ 40 h 113"/>
              <a:gd name="T18" fmla="*/ 129 w 632"/>
              <a:gd name="T19" fmla="*/ 15 h 113"/>
              <a:gd name="T20" fmla="*/ 138 w 632"/>
              <a:gd name="T21" fmla="*/ 20 h 113"/>
              <a:gd name="T22" fmla="*/ 121 w 632"/>
              <a:gd name="T23" fmla="*/ 32 h 113"/>
              <a:gd name="T24" fmla="*/ 138 w 632"/>
              <a:gd name="T25" fmla="*/ 50 h 113"/>
              <a:gd name="T26" fmla="*/ 157 w 632"/>
              <a:gd name="T27" fmla="*/ 71 h 113"/>
              <a:gd name="T28" fmla="*/ 132 w 632"/>
              <a:gd name="T29" fmla="*/ 91 h 113"/>
              <a:gd name="T30" fmla="*/ 114 w 632"/>
              <a:gd name="T31" fmla="*/ 87 h 113"/>
              <a:gd name="T32" fmla="*/ 129 w 632"/>
              <a:gd name="T33" fmla="*/ 113 h 113"/>
              <a:gd name="T34" fmla="*/ 134 w 632"/>
              <a:gd name="T35" fmla="*/ 100 h 113"/>
              <a:gd name="T36" fmla="*/ 136 w 632"/>
              <a:gd name="T37" fmla="*/ 90 h 113"/>
              <a:gd name="T38" fmla="*/ 172 w 632"/>
              <a:gd name="T39" fmla="*/ 90 h 113"/>
              <a:gd name="T40" fmla="*/ 179 w 632"/>
              <a:gd name="T41" fmla="*/ 21 h 113"/>
              <a:gd name="T42" fmla="*/ 179 w 632"/>
              <a:gd name="T43" fmla="*/ 55 h 113"/>
              <a:gd name="T44" fmla="*/ 172 w 632"/>
              <a:gd name="T45" fmla="*/ 90 h 113"/>
              <a:gd name="T46" fmla="*/ 233 w 632"/>
              <a:gd name="T47" fmla="*/ 53 h 113"/>
              <a:gd name="T48" fmla="*/ 233 w 632"/>
              <a:gd name="T49" fmla="*/ 15 h 113"/>
              <a:gd name="T50" fmla="*/ 235 w 632"/>
              <a:gd name="T51" fmla="*/ 48 h 113"/>
              <a:gd name="T52" fmla="*/ 275 w 632"/>
              <a:gd name="T53" fmla="*/ 90 h 113"/>
              <a:gd name="T54" fmla="*/ 293 w 632"/>
              <a:gd name="T55" fmla="*/ 53 h 113"/>
              <a:gd name="T56" fmla="*/ 286 w 632"/>
              <a:gd name="T57" fmla="*/ 15 h 113"/>
              <a:gd name="T58" fmla="*/ 294 w 632"/>
              <a:gd name="T59" fmla="*/ 49 h 113"/>
              <a:gd name="T60" fmla="*/ 300 w 632"/>
              <a:gd name="T61" fmla="*/ 51 h 113"/>
              <a:gd name="T62" fmla="*/ 371 w 632"/>
              <a:gd name="T63" fmla="*/ 91 h 113"/>
              <a:gd name="T64" fmla="*/ 351 w 632"/>
              <a:gd name="T65" fmla="*/ 60 h 113"/>
              <a:gd name="T66" fmla="*/ 392 w 632"/>
              <a:gd name="T67" fmla="*/ 15 h 113"/>
              <a:gd name="T68" fmla="*/ 361 w 632"/>
              <a:gd name="T69" fmla="*/ 8 h 113"/>
              <a:gd name="T70" fmla="*/ 360 w 632"/>
              <a:gd name="T71" fmla="*/ 1 h 113"/>
              <a:gd name="T72" fmla="*/ 367 w 632"/>
              <a:gd name="T73" fmla="*/ 2 h 113"/>
              <a:gd name="T74" fmla="*/ 382 w 632"/>
              <a:gd name="T75" fmla="*/ 9 h 113"/>
              <a:gd name="T76" fmla="*/ 381 w 632"/>
              <a:gd name="T77" fmla="*/ 0 h 113"/>
              <a:gd name="T78" fmla="*/ 382 w 632"/>
              <a:gd name="T79" fmla="*/ 9 h 113"/>
              <a:gd name="T80" fmla="*/ 446 w 632"/>
              <a:gd name="T81" fmla="*/ 57 h 113"/>
              <a:gd name="T82" fmla="*/ 456 w 632"/>
              <a:gd name="T83" fmla="*/ 48 h 113"/>
              <a:gd name="T84" fmla="*/ 454 w 632"/>
              <a:gd name="T85" fmla="*/ 20 h 113"/>
              <a:gd name="T86" fmla="*/ 417 w 632"/>
              <a:gd name="T87" fmla="*/ 90 h 113"/>
              <a:gd name="T88" fmla="*/ 437 w 632"/>
              <a:gd name="T89" fmla="*/ 58 h 113"/>
              <a:gd name="T90" fmla="*/ 458 w 632"/>
              <a:gd name="T91" fmla="*/ 90 h 113"/>
              <a:gd name="T92" fmla="*/ 424 w 632"/>
              <a:gd name="T93" fmla="*/ 51 h 113"/>
              <a:gd name="T94" fmla="*/ 454 w 632"/>
              <a:gd name="T95" fmla="*/ 35 h 113"/>
              <a:gd name="T96" fmla="*/ 437 w 632"/>
              <a:gd name="T97" fmla="*/ 51 h 113"/>
              <a:gd name="T98" fmla="*/ 486 w 632"/>
              <a:gd name="T99" fmla="*/ 84 h 113"/>
              <a:gd name="T100" fmla="*/ 529 w 632"/>
              <a:gd name="T101" fmla="*/ 90 h 113"/>
              <a:gd name="T102" fmla="*/ 536 w 632"/>
              <a:gd name="T103" fmla="*/ 21 h 113"/>
              <a:gd name="T104" fmla="*/ 536 w 632"/>
              <a:gd name="T105" fmla="*/ 55 h 113"/>
              <a:gd name="T106" fmla="*/ 529 w 632"/>
              <a:gd name="T107" fmla="*/ 90 h 113"/>
              <a:gd name="T108" fmla="*/ 613 w 632"/>
              <a:gd name="T109" fmla="*/ 57 h 113"/>
              <a:gd name="T110" fmla="*/ 622 w 632"/>
              <a:gd name="T111" fmla="*/ 48 h 113"/>
              <a:gd name="T112" fmla="*/ 620 w 632"/>
              <a:gd name="T113" fmla="*/ 20 h 113"/>
              <a:gd name="T114" fmla="*/ 583 w 632"/>
              <a:gd name="T115" fmla="*/ 90 h 113"/>
              <a:gd name="T116" fmla="*/ 603 w 632"/>
              <a:gd name="T117" fmla="*/ 58 h 113"/>
              <a:gd name="T118" fmla="*/ 624 w 632"/>
              <a:gd name="T119" fmla="*/ 90 h 113"/>
              <a:gd name="T120" fmla="*/ 590 w 632"/>
              <a:gd name="T121" fmla="*/ 51 h 113"/>
              <a:gd name="T122" fmla="*/ 620 w 632"/>
              <a:gd name="T123" fmla="*/ 35 h 113"/>
              <a:gd name="T124" fmla="*/ 603 w 632"/>
              <a:gd name="T125" fmla="*/ 51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632" h="113">
                <a:moveTo>
                  <a:pt x="29" y="21"/>
                </a:moveTo>
                <a:cubicBezTo>
                  <a:pt x="29" y="90"/>
                  <a:pt x="29" y="90"/>
                  <a:pt x="29" y="90"/>
                </a:cubicBezTo>
                <a:cubicBezTo>
                  <a:pt x="22" y="90"/>
                  <a:pt x="22" y="90"/>
                  <a:pt x="22" y="90"/>
                </a:cubicBezTo>
                <a:cubicBezTo>
                  <a:pt x="22" y="21"/>
                  <a:pt x="22" y="21"/>
                  <a:pt x="22" y="21"/>
                </a:cubicBezTo>
                <a:cubicBezTo>
                  <a:pt x="0" y="21"/>
                  <a:pt x="0" y="21"/>
                  <a:pt x="0" y="21"/>
                </a:cubicBezTo>
                <a:cubicBezTo>
                  <a:pt x="0" y="15"/>
                  <a:pt x="0" y="15"/>
                  <a:pt x="0" y="15"/>
                </a:cubicBezTo>
                <a:cubicBezTo>
                  <a:pt x="50" y="15"/>
                  <a:pt x="50" y="15"/>
                  <a:pt x="50" y="15"/>
                </a:cubicBezTo>
                <a:cubicBezTo>
                  <a:pt x="50" y="21"/>
                  <a:pt x="50" y="21"/>
                  <a:pt x="50" y="21"/>
                </a:cubicBezTo>
                <a:lnTo>
                  <a:pt x="29" y="21"/>
                </a:lnTo>
                <a:close/>
                <a:moveTo>
                  <a:pt x="63" y="90"/>
                </a:moveTo>
                <a:cubicBezTo>
                  <a:pt x="63" y="15"/>
                  <a:pt x="63" y="15"/>
                  <a:pt x="63" y="15"/>
                </a:cubicBezTo>
                <a:cubicBezTo>
                  <a:pt x="99" y="15"/>
                  <a:pt x="99" y="15"/>
                  <a:pt x="99" y="15"/>
                </a:cubicBezTo>
                <a:cubicBezTo>
                  <a:pt x="99" y="21"/>
                  <a:pt x="99" y="21"/>
                  <a:pt x="99" y="21"/>
                </a:cubicBezTo>
                <a:cubicBezTo>
                  <a:pt x="70" y="21"/>
                  <a:pt x="70" y="21"/>
                  <a:pt x="70" y="21"/>
                </a:cubicBezTo>
                <a:cubicBezTo>
                  <a:pt x="70" y="49"/>
                  <a:pt x="70" y="49"/>
                  <a:pt x="70" y="49"/>
                </a:cubicBezTo>
                <a:cubicBezTo>
                  <a:pt x="97" y="49"/>
                  <a:pt x="97" y="49"/>
                  <a:pt x="97" y="49"/>
                </a:cubicBezTo>
                <a:cubicBezTo>
                  <a:pt x="97" y="55"/>
                  <a:pt x="97" y="55"/>
                  <a:pt x="97" y="55"/>
                </a:cubicBezTo>
                <a:cubicBezTo>
                  <a:pt x="70" y="55"/>
                  <a:pt x="70" y="55"/>
                  <a:pt x="70" y="55"/>
                </a:cubicBezTo>
                <a:cubicBezTo>
                  <a:pt x="70" y="84"/>
                  <a:pt x="70" y="84"/>
                  <a:pt x="70" y="84"/>
                </a:cubicBezTo>
                <a:cubicBezTo>
                  <a:pt x="101" y="84"/>
                  <a:pt x="101" y="84"/>
                  <a:pt x="101" y="84"/>
                </a:cubicBezTo>
                <a:cubicBezTo>
                  <a:pt x="101" y="90"/>
                  <a:pt x="101" y="90"/>
                  <a:pt x="101" y="90"/>
                </a:cubicBezTo>
                <a:lnTo>
                  <a:pt x="63" y="90"/>
                </a:lnTo>
                <a:close/>
                <a:moveTo>
                  <a:pt x="114" y="79"/>
                </a:moveTo>
                <a:cubicBezTo>
                  <a:pt x="115" y="80"/>
                  <a:pt x="117" y="81"/>
                  <a:pt x="118" y="82"/>
                </a:cubicBezTo>
                <a:cubicBezTo>
                  <a:pt x="120" y="82"/>
                  <a:pt x="121" y="83"/>
                  <a:pt x="123" y="84"/>
                </a:cubicBezTo>
                <a:cubicBezTo>
                  <a:pt x="124" y="84"/>
                  <a:pt x="126" y="84"/>
                  <a:pt x="128" y="85"/>
                </a:cubicBezTo>
                <a:cubicBezTo>
                  <a:pt x="129" y="85"/>
                  <a:pt x="131" y="85"/>
                  <a:pt x="132" y="85"/>
                </a:cubicBezTo>
                <a:cubicBezTo>
                  <a:pt x="138" y="85"/>
                  <a:pt x="142" y="84"/>
                  <a:pt x="145" y="82"/>
                </a:cubicBezTo>
                <a:cubicBezTo>
                  <a:pt x="148" y="80"/>
                  <a:pt x="149" y="76"/>
                  <a:pt x="149" y="72"/>
                </a:cubicBezTo>
                <a:cubicBezTo>
                  <a:pt x="149" y="70"/>
                  <a:pt x="149" y="68"/>
                  <a:pt x="148" y="67"/>
                </a:cubicBezTo>
                <a:cubicBezTo>
                  <a:pt x="148" y="66"/>
                  <a:pt x="147" y="64"/>
                  <a:pt x="145" y="63"/>
                </a:cubicBezTo>
                <a:cubicBezTo>
                  <a:pt x="144" y="62"/>
                  <a:pt x="142" y="60"/>
                  <a:pt x="140" y="59"/>
                </a:cubicBezTo>
                <a:cubicBezTo>
                  <a:pt x="138" y="58"/>
                  <a:pt x="135" y="56"/>
                  <a:pt x="132" y="55"/>
                </a:cubicBezTo>
                <a:cubicBezTo>
                  <a:pt x="129" y="53"/>
                  <a:pt x="126" y="51"/>
                  <a:pt x="124" y="50"/>
                </a:cubicBezTo>
                <a:cubicBezTo>
                  <a:pt x="122" y="48"/>
                  <a:pt x="120" y="47"/>
                  <a:pt x="118" y="45"/>
                </a:cubicBezTo>
                <a:cubicBezTo>
                  <a:pt x="117" y="43"/>
                  <a:pt x="116" y="42"/>
                  <a:pt x="115" y="40"/>
                </a:cubicBezTo>
                <a:cubicBezTo>
                  <a:pt x="115" y="38"/>
                  <a:pt x="114" y="36"/>
                  <a:pt x="114" y="33"/>
                </a:cubicBezTo>
                <a:cubicBezTo>
                  <a:pt x="114" y="30"/>
                  <a:pt x="115" y="27"/>
                  <a:pt x="116" y="25"/>
                </a:cubicBezTo>
                <a:cubicBezTo>
                  <a:pt x="117" y="23"/>
                  <a:pt x="119" y="20"/>
                  <a:pt x="121" y="19"/>
                </a:cubicBezTo>
                <a:cubicBezTo>
                  <a:pt x="124" y="17"/>
                  <a:pt x="126" y="16"/>
                  <a:pt x="129" y="15"/>
                </a:cubicBezTo>
                <a:cubicBezTo>
                  <a:pt x="132" y="14"/>
                  <a:pt x="135" y="14"/>
                  <a:pt x="139" y="14"/>
                </a:cubicBezTo>
                <a:cubicBezTo>
                  <a:pt x="145" y="14"/>
                  <a:pt x="149" y="14"/>
                  <a:pt x="153" y="16"/>
                </a:cubicBezTo>
                <a:cubicBezTo>
                  <a:pt x="153" y="24"/>
                  <a:pt x="153" y="24"/>
                  <a:pt x="153" y="24"/>
                </a:cubicBezTo>
                <a:cubicBezTo>
                  <a:pt x="149" y="21"/>
                  <a:pt x="144" y="20"/>
                  <a:pt x="138" y="20"/>
                </a:cubicBezTo>
                <a:cubicBezTo>
                  <a:pt x="136" y="20"/>
                  <a:pt x="133" y="20"/>
                  <a:pt x="132" y="21"/>
                </a:cubicBezTo>
                <a:cubicBezTo>
                  <a:pt x="130" y="21"/>
                  <a:pt x="128" y="22"/>
                  <a:pt x="126" y="23"/>
                </a:cubicBezTo>
                <a:cubicBezTo>
                  <a:pt x="125" y="24"/>
                  <a:pt x="124" y="25"/>
                  <a:pt x="123" y="27"/>
                </a:cubicBezTo>
                <a:cubicBezTo>
                  <a:pt x="122" y="29"/>
                  <a:pt x="121" y="30"/>
                  <a:pt x="121" y="32"/>
                </a:cubicBezTo>
                <a:cubicBezTo>
                  <a:pt x="121" y="34"/>
                  <a:pt x="122" y="36"/>
                  <a:pt x="122" y="37"/>
                </a:cubicBezTo>
                <a:cubicBezTo>
                  <a:pt x="123" y="39"/>
                  <a:pt x="124" y="40"/>
                  <a:pt x="125" y="42"/>
                </a:cubicBezTo>
                <a:cubicBezTo>
                  <a:pt x="126" y="43"/>
                  <a:pt x="128" y="44"/>
                  <a:pt x="130" y="45"/>
                </a:cubicBezTo>
                <a:cubicBezTo>
                  <a:pt x="132" y="47"/>
                  <a:pt x="135" y="48"/>
                  <a:pt x="138" y="50"/>
                </a:cubicBezTo>
                <a:cubicBezTo>
                  <a:pt x="141" y="51"/>
                  <a:pt x="144" y="53"/>
                  <a:pt x="146" y="54"/>
                </a:cubicBezTo>
                <a:cubicBezTo>
                  <a:pt x="148" y="56"/>
                  <a:pt x="150" y="58"/>
                  <a:pt x="152" y="59"/>
                </a:cubicBezTo>
                <a:cubicBezTo>
                  <a:pt x="153" y="61"/>
                  <a:pt x="155" y="63"/>
                  <a:pt x="155" y="65"/>
                </a:cubicBezTo>
                <a:cubicBezTo>
                  <a:pt x="156" y="67"/>
                  <a:pt x="157" y="69"/>
                  <a:pt x="157" y="71"/>
                </a:cubicBezTo>
                <a:cubicBezTo>
                  <a:pt x="157" y="75"/>
                  <a:pt x="156" y="78"/>
                  <a:pt x="155" y="80"/>
                </a:cubicBezTo>
                <a:cubicBezTo>
                  <a:pt x="154" y="83"/>
                  <a:pt x="152" y="85"/>
                  <a:pt x="150" y="86"/>
                </a:cubicBezTo>
                <a:cubicBezTo>
                  <a:pt x="147" y="88"/>
                  <a:pt x="145" y="89"/>
                  <a:pt x="142" y="90"/>
                </a:cubicBezTo>
                <a:cubicBezTo>
                  <a:pt x="139" y="91"/>
                  <a:pt x="135" y="91"/>
                  <a:pt x="132" y="91"/>
                </a:cubicBezTo>
                <a:cubicBezTo>
                  <a:pt x="130" y="91"/>
                  <a:pt x="129" y="91"/>
                  <a:pt x="127" y="91"/>
                </a:cubicBezTo>
                <a:cubicBezTo>
                  <a:pt x="126" y="91"/>
                  <a:pt x="124" y="91"/>
                  <a:pt x="122" y="90"/>
                </a:cubicBezTo>
                <a:cubicBezTo>
                  <a:pt x="121" y="90"/>
                  <a:pt x="119" y="89"/>
                  <a:pt x="118" y="89"/>
                </a:cubicBezTo>
                <a:cubicBezTo>
                  <a:pt x="116" y="88"/>
                  <a:pt x="115" y="88"/>
                  <a:pt x="114" y="87"/>
                </a:cubicBezTo>
                <a:lnTo>
                  <a:pt x="114" y="79"/>
                </a:lnTo>
                <a:close/>
                <a:moveTo>
                  <a:pt x="147" y="104"/>
                </a:moveTo>
                <a:cubicBezTo>
                  <a:pt x="147" y="110"/>
                  <a:pt x="142" y="113"/>
                  <a:pt x="133" y="113"/>
                </a:cubicBezTo>
                <a:cubicBezTo>
                  <a:pt x="131" y="113"/>
                  <a:pt x="130" y="113"/>
                  <a:pt x="129" y="113"/>
                </a:cubicBezTo>
                <a:cubicBezTo>
                  <a:pt x="129" y="108"/>
                  <a:pt x="129" y="108"/>
                  <a:pt x="129" y="108"/>
                </a:cubicBezTo>
                <a:cubicBezTo>
                  <a:pt x="131" y="109"/>
                  <a:pt x="132" y="109"/>
                  <a:pt x="133" y="109"/>
                </a:cubicBezTo>
                <a:cubicBezTo>
                  <a:pt x="138" y="109"/>
                  <a:pt x="141" y="107"/>
                  <a:pt x="141" y="104"/>
                </a:cubicBezTo>
                <a:cubicBezTo>
                  <a:pt x="141" y="101"/>
                  <a:pt x="139" y="100"/>
                  <a:pt x="134" y="100"/>
                </a:cubicBezTo>
                <a:cubicBezTo>
                  <a:pt x="133" y="100"/>
                  <a:pt x="133" y="100"/>
                  <a:pt x="132" y="100"/>
                </a:cubicBezTo>
                <a:cubicBezTo>
                  <a:pt x="132" y="100"/>
                  <a:pt x="132" y="100"/>
                  <a:pt x="131" y="100"/>
                </a:cubicBezTo>
                <a:cubicBezTo>
                  <a:pt x="131" y="90"/>
                  <a:pt x="131" y="90"/>
                  <a:pt x="131" y="90"/>
                </a:cubicBezTo>
                <a:cubicBezTo>
                  <a:pt x="136" y="90"/>
                  <a:pt x="136" y="90"/>
                  <a:pt x="136" y="90"/>
                </a:cubicBezTo>
                <a:cubicBezTo>
                  <a:pt x="136" y="96"/>
                  <a:pt x="136" y="96"/>
                  <a:pt x="136" y="96"/>
                </a:cubicBezTo>
                <a:cubicBezTo>
                  <a:pt x="139" y="96"/>
                  <a:pt x="142" y="97"/>
                  <a:pt x="144" y="98"/>
                </a:cubicBezTo>
                <a:cubicBezTo>
                  <a:pt x="146" y="99"/>
                  <a:pt x="147" y="101"/>
                  <a:pt x="147" y="104"/>
                </a:cubicBezTo>
                <a:close/>
                <a:moveTo>
                  <a:pt x="172" y="90"/>
                </a:moveTo>
                <a:cubicBezTo>
                  <a:pt x="172" y="15"/>
                  <a:pt x="172" y="15"/>
                  <a:pt x="172" y="15"/>
                </a:cubicBezTo>
                <a:cubicBezTo>
                  <a:pt x="209" y="15"/>
                  <a:pt x="209" y="15"/>
                  <a:pt x="209" y="15"/>
                </a:cubicBezTo>
                <a:cubicBezTo>
                  <a:pt x="209" y="21"/>
                  <a:pt x="209" y="21"/>
                  <a:pt x="209" y="21"/>
                </a:cubicBezTo>
                <a:cubicBezTo>
                  <a:pt x="179" y="21"/>
                  <a:pt x="179" y="21"/>
                  <a:pt x="179" y="21"/>
                </a:cubicBezTo>
                <a:cubicBezTo>
                  <a:pt x="179" y="49"/>
                  <a:pt x="179" y="49"/>
                  <a:pt x="179" y="49"/>
                </a:cubicBezTo>
                <a:cubicBezTo>
                  <a:pt x="207" y="49"/>
                  <a:pt x="207" y="49"/>
                  <a:pt x="207" y="49"/>
                </a:cubicBezTo>
                <a:cubicBezTo>
                  <a:pt x="207" y="55"/>
                  <a:pt x="207" y="55"/>
                  <a:pt x="207" y="55"/>
                </a:cubicBezTo>
                <a:cubicBezTo>
                  <a:pt x="179" y="55"/>
                  <a:pt x="179" y="55"/>
                  <a:pt x="179" y="55"/>
                </a:cubicBezTo>
                <a:cubicBezTo>
                  <a:pt x="179" y="84"/>
                  <a:pt x="179" y="84"/>
                  <a:pt x="179" y="84"/>
                </a:cubicBezTo>
                <a:cubicBezTo>
                  <a:pt x="211" y="84"/>
                  <a:pt x="211" y="84"/>
                  <a:pt x="211" y="84"/>
                </a:cubicBezTo>
                <a:cubicBezTo>
                  <a:pt x="211" y="90"/>
                  <a:pt x="211" y="90"/>
                  <a:pt x="211" y="90"/>
                </a:cubicBezTo>
                <a:lnTo>
                  <a:pt x="172" y="90"/>
                </a:lnTo>
                <a:close/>
                <a:moveTo>
                  <a:pt x="266" y="90"/>
                </a:moveTo>
                <a:cubicBezTo>
                  <a:pt x="235" y="55"/>
                  <a:pt x="235" y="55"/>
                  <a:pt x="235" y="55"/>
                </a:cubicBezTo>
                <a:cubicBezTo>
                  <a:pt x="234" y="54"/>
                  <a:pt x="234" y="53"/>
                  <a:pt x="233" y="53"/>
                </a:cubicBezTo>
                <a:cubicBezTo>
                  <a:pt x="233" y="53"/>
                  <a:pt x="233" y="53"/>
                  <a:pt x="233" y="53"/>
                </a:cubicBezTo>
                <a:cubicBezTo>
                  <a:pt x="233" y="90"/>
                  <a:pt x="233" y="90"/>
                  <a:pt x="233" y="90"/>
                </a:cubicBezTo>
                <a:cubicBezTo>
                  <a:pt x="226" y="90"/>
                  <a:pt x="226" y="90"/>
                  <a:pt x="226" y="90"/>
                </a:cubicBezTo>
                <a:cubicBezTo>
                  <a:pt x="226" y="15"/>
                  <a:pt x="226" y="15"/>
                  <a:pt x="226" y="15"/>
                </a:cubicBezTo>
                <a:cubicBezTo>
                  <a:pt x="233" y="15"/>
                  <a:pt x="233" y="15"/>
                  <a:pt x="233" y="15"/>
                </a:cubicBezTo>
                <a:cubicBezTo>
                  <a:pt x="233" y="50"/>
                  <a:pt x="233" y="50"/>
                  <a:pt x="233" y="50"/>
                </a:cubicBezTo>
                <a:cubicBezTo>
                  <a:pt x="233" y="50"/>
                  <a:pt x="233" y="50"/>
                  <a:pt x="233" y="50"/>
                </a:cubicBezTo>
                <a:cubicBezTo>
                  <a:pt x="234" y="50"/>
                  <a:pt x="234" y="49"/>
                  <a:pt x="234" y="49"/>
                </a:cubicBezTo>
                <a:cubicBezTo>
                  <a:pt x="235" y="49"/>
                  <a:pt x="235" y="48"/>
                  <a:pt x="235" y="48"/>
                </a:cubicBezTo>
                <a:cubicBezTo>
                  <a:pt x="264" y="15"/>
                  <a:pt x="264" y="15"/>
                  <a:pt x="264" y="15"/>
                </a:cubicBezTo>
                <a:cubicBezTo>
                  <a:pt x="273" y="15"/>
                  <a:pt x="273" y="15"/>
                  <a:pt x="273" y="15"/>
                </a:cubicBezTo>
                <a:cubicBezTo>
                  <a:pt x="241" y="51"/>
                  <a:pt x="241" y="51"/>
                  <a:pt x="241" y="51"/>
                </a:cubicBezTo>
                <a:cubicBezTo>
                  <a:pt x="275" y="90"/>
                  <a:pt x="275" y="90"/>
                  <a:pt x="275" y="90"/>
                </a:cubicBezTo>
                <a:lnTo>
                  <a:pt x="266" y="90"/>
                </a:lnTo>
                <a:close/>
                <a:moveTo>
                  <a:pt x="325" y="90"/>
                </a:moveTo>
                <a:cubicBezTo>
                  <a:pt x="295" y="55"/>
                  <a:pt x="295" y="55"/>
                  <a:pt x="295" y="55"/>
                </a:cubicBezTo>
                <a:cubicBezTo>
                  <a:pt x="294" y="54"/>
                  <a:pt x="293" y="53"/>
                  <a:pt x="293" y="53"/>
                </a:cubicBezTo>
                <a:cubicBezTo>
                  <a:pt x="293" y="53"/>
                  <a:pt x="293" y="53"/>
                  <a:pt x="293" y="53"/>
                </a:cubicBezTo>
                <a:cubicBezTo>
                  <a:pt x="293" y="90"/>
                  <a:pt x="293" y="90"/>
                  <a:pt x="293" y="90"/>
                </a:cubicBezTo>
                <a:cubicBezTo>
                  <a:pt x="286" y="90"/>
                  <a:pt x="286" y="90"/>
                  <a:pt x="286" y="90"/>
                </a:cubicBezTo>
                <a:cubicBezTo>
                  <a:pt x="286" y="15"/>
                  <a:pt x="286" y="15"/>
                  <a:pt x="286" y="15"/>
                </a:cubicBezTo>
                <a:cubicBezTo>
                  <a:pt x="293" y="15"/>
                  <a:pt x="293" y="15"/>
                  <a:pt x="293" y="15"/>
                </a:cubicBezTo>
                <a:cubicBezTo>
                  <a:pt x="293" y="50"/>
                  <a:pt x="293" y="50"/>
                  <a:pt x="293" y="50"/>
                </a:cubicBezTo>
                <a:cubicBezTo>
                  <a:pt x="293" y="50"/>
                  <a:pt x="293" y="50"/>
                  <a:pt x="293" y="50"/>
                </a:cubicBezTo>
                <a:cubicBezTo>
                  <a:pt x="293" y="50"/>
                  <a:pt x="293" y="49"/>
                  <a:pt x="294" y="49"/>
                </a:cubicBezTo>
                <a:cubicBezTo>
                  <a:pt x="294" y="49"/>
                  <a:pt x="294" y="48"/>
                  <a:pt x="295" y="48"/>
                </a:cubicBezTo>
                <a:cubicBezTo>
                  <a:pt x="324" y="15"/>
                  <a:pt x="324" y="15"/>
                  <a:pt x="324" y="15"/>
                </a:cubicBezTo>
                <a:cubicBezTo>
                  <a:pt x="333" y="15"/>
                  <a:pt x="333" y="15"/>
                  <a:pt x="333" y="15"/>
                </a:cubicBezTo>
                <a:cubicBezTo>
                  <a:pt x="300" y="51"/>
                  <a:pt x="300" y="51"/>
                  <a:pt x="300" y="51"/>
                </a:cubicBezTo>
                <a:cubicBezTo>
                  <a:pt x="335" y="90"/>
                  <a:pt x="335" y="90"/>
                  <a:pt x="335" y="90"/>
                </a:cubicBezTo>
                <a:lnTo>
                  <a:pt x="325" y="90"/>
                </a:lnTo>
                <a:close/>
                <a:moveTo>
                  <a:pt x="398" y="60"/>
                </a:moveTo>
                <a:cubicBezTo>
                  <a:pt x="398" y="81"/>
                  <a:pt x="389" y="91"/>
                  <a:pt x="371" y="91"/>
                </a:cubicBezTo>
                <a:cubicBezTo>
                  <a:pt x="353" y="91"/>
                  <a:pt x="344" y="81"/>
                  <a:pt x="344" y="61"/>
                </a:cubicBezTo>
                <a:cubicBezTo>
                  <a:pt x="344" y="15"/>
                  <a:pt x="344" y="15"/>
                  <a:pt x="344" y="15"/>
                </a:cubicBezTo>
                <a:cubicBezTo>
                  <a:pt x="351" y="15"/>
                  <a:pt x="351" y="15"/>
                  <a:pt x="351" y="15"/>
                </a:cubicBezTo>
                <a:cubicBezTo>
                  <a:pt x="351" y="60"/>
                  <a:pt x="351" y="60"/>
                  <a:pt x="351" y="60"/>
                </a:cubicBezTo>
                <a:cubicBezTo>
                  <a:pt x="351" y="69"/>
                  <a:pt x="353" y="75"/>
                  <a:pt x="356" y="79"/>
                </a:cubicBezTo>
                <a:cubicBezTo>
                  <a:pt x="360" y="83"/>
                  <a:pt x="365" y="85"/>
                  <a:pt x="372" y="85"/>
                </a:cubicBezTo>
                <a:cubicBezTo>
                  <a:pt x="385" y="85"/>
                  <a:pt x="392" y="77"/>
                  <a:pt x="392" y="61"/>
                </a:cubicBezTo>
                <a:cubicBezTo>
                  <a:pt x="392" y="15"/>
                  <a:pt x="392" y="15"/>
                  <a:pt x="392" y="15"/>
                </a:cubicBezTo>
                <a:cubicBezTo>
                  <a:pt x="398" y="15"/>
                  <a:pt x="398" y="15"/>
                  <a:pt x="398" y="15"/>
                </a:cubicBezTo>
                <a:lnTo>
                  <a:pt x="398" y="60"/>
                </a:lnTo>
                <a:close/>
                <a:moveTo>
                  <a:pt x="363" y="9"/>
                </a:moveTo>
                <a:cubicBezTo>
                  <a:pt x="362" y="9"/>
                  <a:pt x="362" y="9"/>
                  <a:pt x="361" y="8"/>
                </a:cubicBezTo>
                <a:cubicBezTo>
                  <a:pt x="360" y="8"/>
                  <a:pt x="360" y="8"/>
                  <a:pt x="360" y="7"/>
                </a:cubicBezTo>
                <a:cubicBezTo>
                  <a:pt x="359" y="7"/>
                  <a:pt x="359" y="6"/>
                  <a:pt x="359" y="6"/>
                </a:cubicBezTo>
                <a:cubicBezTo>
                  <a:pt x="358" y="5"/>
                  <a:pt x="358" y="5"/>
                  <a:pt x="358" y="4"/>
                </a:cubicBezTo>
                <a:cubicBezTo>
                  <a:pt x="358" y="3"/>
                  <a:pt x="359" y="2"/>
                  <a:pt x="360" y="1"/>
                </a:cubicBezTo>
                <a:cubicBezTo>
                  <a:pt x="360" y="0"/>
                  <a:pt x="361" y="0"/>
                  <a:pt x="363" y="0"/>
                </a:cubicBezTo>
                <a:cubicBezTo>
                  <a:pt x="363" y="0"/>
                  <a:pt x="364" y="0"/>
                  <a:pt x="364" y="0"/>
                </a:cubicBezTo>
                <a:cubicBezTo>
                  <a:pt x="365" y="0"/>
                  <a:pt x="365" y="1"/>
                  <a:pt x="366" y="1"/>
                </a:cubicBezTo>
                <a:cubicBezTo>
                  <a:pt x="366" y="1"/>
                  <a:pt x="367" y="2"/>
                  <a:pt x="367" y="2"/>
                </a:cubicBezTo>
                <a:cubicBezTo>
                  <a:pt x="367" y="3"/>
                  <a:pt x="367" y="4"/>
                  <a:pt x="367" y="4"/>
                </a:cubicBezTo>
                <a:cubicBezTo>
                  <a:pt x="367" y="5"/>
                  <a:pt x="367" y="6"/>
                  <a:pt x="366" y="7"/>
                </a:cubicBezTo>
                <a:cubicBezTo>
                  <a:pt x="365" y="8"/>
                  <a:pt x="364" y="9"/>
                  <a:pt x="363" y="9"/>
                </a:cubicBezTo>
                <a:close/>
                <a:moveTo>
                  <a:pt x="382" y="9"/>
                </a:moveTo>
                <a:cubicBezTo>
                  <a:pt x="380" y="9"/>
                  <a:pt x="379" y="8"/>
                  <a:pt x="379" y="7"/>
                </a:cubicBezTo>
                <a:cubicBezTo>
                  <a:pt x="378" y="7"/>
                  <a:pt x="377" y="5"/>
                  <a:pt x="377" y="4"/>
                </a:cubicBezTo>
                <a:cubicBezTo>
                  <a:pt x="377" y="3"/>
                  <a:pt x="378" y="2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5" y="1"/>
                </a:cubicBezTo>
                <a:cubicBezTo>
                  <a:pt x="386" y="2"/>
                  <a:pt x="386" y="3"/>
                  <a:pt x="386" y="4"/>
                </a:cubicBezTo>
                <a:cubicBezTo>
                  <a:pt x="386" y="5"/>
                  <a:pt x="386" y="6"/>
                  <a:pt x="385" y="7"/>
                </a:cubicBezTo>
                <a:cubicBezTo>
                  <a:pt x="384" y="8"/>
                  <a:pt x="383" y="9"/>
                  <a:pt x="382" y="9"/>
                </a:cubicBezTo>
                <a:close/>
                <a:moveTo>
                  <a:pt x="454" y="67"/>
                </a:moveTo>
                <a:cubicBezTo>
                  <a:pt x="453" y="65"/>
                  <a:pt x="452" y="64"/>
                  <a:pt x="451" y="63"/>
                </a:cubicBezTo>
                <a:cubicBezTo>
                  <a:pt x="450" y="61"/>
                  <a:pt x="450" y="60"/>
                  <a:pt x="449" y="59"/>
                </a:cubicBezTo>
                <a:cubicBezTo>
                  <a:pt x="448" y="58"/>
                  <a:pt x="447" y="58"/>
                  <a:pt x="446" y="57"/>
                </a:cubicBezTo>
                <a:cubicBezTo>
                  <a:pt x="446" y="56"/>
                  <a:pt x="445" y="56"/>
                  <a:pt x="444" y="55"/>
                </a:cubicBezTo>
                <a:cubicBezTo>
                  <a:pt x="444" y="55"/>
                  <a:pt x="444" y="55"/>
                  <a:pt x="444" y="55"/>
                </a:cubicBezTo>
                <a:cubicBezTo>
                  <a:pt x="446" y="54"/>
                  <a:pt x="449" y="54"/>
                  <a:pt x="451" y="52"/>
                </a:cubicBezTo>
                <a:cubicBezTo>
                  <a:pt x="453" y="51"/>
                  <a:pt x="455" y="50"/>
                  <a:pt x="456" y="48"/>
                </a:cubicBezTo>
                <a:cubicBezTo>
                  <a:pt x="458" y="46"/>
                  <a:pt x="459" y="44"/>
                  <a:pt x="460" y="42"/>
                </a:cubicBezTo>
                <a:cubicBezTo>
                  <a:pt x="460" y="40"/>
                  <a:pt x="461" y="37"/>
                  <a:pt x="461" y="35"/>
                </a:cubicBezTo>
                <a:cubicBezTo>
                  <a:pt x="461" y="31"/>
                  <a:pt x="460" y="28"/>
                  <a:pt x="459" y="26"/>
                </a:cubicBezTo>
                <a:cubicBezTo>
                  <a:pt x="458" y="23"/>
                  <a:pt x="456" y="21"/>
                  <a:pt x="454" y="20"/>
                </a:cubicBezTo>
                <a:cubicBezTo>
                  <a:pt x="452" y="18"/>
                  <a:pt x="450" y="17"/>
                  <a:pt x="447" y="16"/>
                </a:cubicBezTo>
                <a:cubicBezTo>
                  <a:pt x="444" y="15"/>
                  <a:pt x="442" y="15"/>
                  <a:pt x="439" y="15"/>
                </a:cubicBezTo>
                <a:cubicBezTo>
                  <a:pt x="417" y="15"/>
                  <a:pt x="417" y="15"/>
                  <a:pt x="417" y="15"/>
                </a:cubicBezTo>
                <a:cubicBezTo>
                  <a:pt x="417" y="90"/>
                  <a:pt x="417" y="90"/>
                  <a:pt x="417" y="90"/>
                </a:cubicBezTo>
                <a:cubicBezTo>
                  <a:pt x="424" y="90"/>
                  <a:pt x="424" y="90"/>
                  <a:pt x="424" y="90"/>
                </a:cubicBezTo>
                <a:cubicBezTo>
                  <a:pt x="424" y="57"/>
                  <a:pt x="424" y="57"/>
                  <a:pt x="424" y="57"/>
                </a:cubicBezTo>
                <a:cubicBezTo>
                  <a:pt x="432" y="57"/>
                  <a:pt x="432" y="57"/>
                  <a:pt x="432" y="57"/>
                </a:cubicBezTo>
                <a:cubicBezTo>
                  <a:pt x="434" y="57"/>
                  <a:pt x="435" y="57"/>
                  <a:pt x="437" y="58"/>
                </a:cubicBezTo>
                <a:cubicBezTo>
                  <a:pt x="438" y="58"/>
                  <a:pt x="439" y="59"/>
                  <a:pt x="440" y="60"/>
                </a:cubicBezTo>
                <a:cubicBezTo>
                  <a:pt x="441" y="61"/>
                  <a:pt x="442" y="62"/>
                  <a:pt x="443" y="63"/>
                </a:cubicBezTo>
                <a:cubicBezTo>
                  <a:pt x="445" y="65"/>
                  <a:pt x="446" y="66"/>
                  <a:pt x="447" y="69"/>
                </a:cubicBezTo>
                <a:cubicBezTo>
                  <a:pt x="458" y="90"/>
                  <a:pt x="458" y="90"/>
                  <a:pt x="458" y="90"/>
                </a:cubicBezTo>
                <a:cubicBezTo>
                  <a:pt x="466" y="90"/>
                  <a:pt x="466" y="90"/>
                  <a:pt x="466" y="90"/>
                </a:cubicBezTo>
                <a:lnTo>
                  <a:pt x="454" y="67"/>
                </a:lnTo>
                <a:close/>
                <a:moveTo>
                  <a:pt x="437" y="51"/>
                </a:moveTo>
                <a:cubicBezTo>
                  <a:pt x="424" y="51"/>
                  <a:pt x="424" y="51"/>
                  <a:pt x="424" y="51"/>
                </a:cubicBezTo>
                <a:cubicBezTo>
                  <a:pt x="424" y="21"/>
                  <a:pt x="424" y="21"/>
                  <a:pt x="424" y="21"/>
                </a:cubicBezTo>
                <a:cubicBezTo>
                  <a:pt x="437" y="21"/>
                  <a:pt x="437" y="21"/>
                  <a:pt x="437" y="21"/>
                </a:cubicBezTo>
                <a:cubicBezTo>
                  <a:pt x="442" y="21"/>
                  <a:pt x="447" y="22"/>
                  <a:pt x="449" y="25"/>
                </a:cubicBezTo>
                <a:cubicBezTo>
                  <a:pt x="452" y="27"/>
                  <a:pt x="454" y="31"/>
                  <a:pt x="454" y="35"/>
                </a:cubicBezTo>
                <a:cubicBezTo>
                  <a:pt x="454" y="38"/>
                  <a:pt x="453" y="40"/>
                  <a:pt x="452" y="42"/>
                </a:cubicBezTo>
                <a:cubicBezTo>
                  <a:pt x="452" y="44"/>
                  <a:pt x="450" y="45"/>
                  <a:pt x="449" y="47"/>
                </a:cubicBezTo>
                <a:cubicBezTo>
                  <a:pt x="447" y="48"/>
                  <a:pt x="446" y="49"/>
                  <a:pt x="443" y="50"/>
                </a:cubicBezTo>
                <a:cubicBezTo>
                  <a:pt x="441" y="51"/>
                  <a:pt x="439" y="51"/>
                  <a:pt x="437" y="51"/>
                </a:cubicBezTo>
                <a:close/>
                <a:moveTo>
                  <a:pt x="479" y="90"/>
                </a:moveTo>
                <a:cubicBezTo>
                  <a:pt x="479" y="15"/>
                  <a:pt x="479" y="15"/>
                  <a:pt x="479" y="15"/>
                </a:cubicBezTo>
                <a:cubicBezTo>
                  <a:pt x="486" y="15"/>
                  <a:pt x="486" y="15"/>
                  <a:pt x="486" y="15"/>
                </a:cubicBezTo>
                <a:cubicBezTo>
                  <a:pt x="486" y="84"/>
                  <a:pt x="486" y="84"/>
                  <a:pt x="486" y="84"/>
                </a:cubicBezTo>
                <a:cubicBezTo>
                  <a:pt x="516" y="84"/>
                  <a:pt x="516" y="84"/>
                  <a:pt x="516" y="84"/>
                </a:cubicBezTo>
                <a:cubicBezTo>
                  <a:pt x="516" y="90"/>
                  <a:pt x="516" y="90"/>
                  <a:pt x="516" y="90"/>
                </a:cubicBezTo>
                <a:lnTo>
                  <a:pt x="479" y="90"/>
                </a:lnTo>
                <a:close/>
                <a:moveTo>
                  <a:pt x="529" y="90"/>
                </a:moveTo>
                <a:cubicBezTo>
                  <a:pt x="529" y="15"/>
                  <a:pt x="529" y="15"/>
                  <a:pt x="529" y="15"/>
                </a:cubicBezTo>
                <a:cubicBezTo>
                  <a:pt x="566" y="15"/>
                  <a:pt x="566" y="15"/>
                  <a:pt x="566" y="15"/>
                </a:cubicBezTo>
                <a:cubicBezTo>
                  <a:pt x="566" y="21"/>
                  <a:pt x="566" y="21"/>
                  <a:pt x="566" y="21"/>
                </a:cubicBezTo>
                <a:cubicBezTo>
                  <a:pt x="536" y="21"/>
                  <a:pt x="536" y="21"/>
                  <a:pt x="536" y="21"/>
                </a:cubicBezTo>
                <a:cubicBezTo>
                  <a:pt x="536" y="49"/>
                  <a:pt x="536" y="49"/>
                  <a:pt x="536" y="49"/>
                </a:cubicBezTo>
                <a:cubicBezTo>
                  <a:pt x="564" y="49"/>
                  <a:pt x="564" y="49"/>
                  <a:pt x="564" y="49"/>
                </a:cubicBezTo>
                <a:cubicBezTo>
                  <a:pt x="564" y="55"/>
                  <a:pt x="564" y="55"/>
                  <a:pt x="564" y="55"/>
                </a:cubicBezTo>
                <a:cubicBezTo>
                  <a:pt x="536" y="55"/>
                  <a:pt x="536" y="55"/>
                  <a:pt x="536" y="55"/>
                </a:cubicBezTo>
                <a:cubicBezTo>
                  <a:pt x="536" y="84"/>
                  <a:pt x="536" y="84"/>
                  <a:pt x="536" y="84"/>
                </a:cubicBezTo>
                <a:cubicBezTo>
                  <a:pt x="567" y="84"/>
                  <a:pt x="567" y="84"/>
                  <a:pt x="567" y="84"/>
                </a:cubicBezTo>
                <a:cubicBezTo>
                  <a:pt x="567" y="90"/>
                  <a:pt x="567" y="90"/>
                  <a:pt x="567" y="90"/>
                </a:cubicBezTo>
                <a:lnTo>
                  <a:pt x="529" y="90"/>
                </a:lnTo>
                <a:close/>
                <a:moveTo>
                  <a:pt x="620" y="67"/>
                </a:moveTo>
                <a:cubicBezTo>
                  <a:pt x="619" y="65"/>
                  <a:pt x="618" y="64"/>
                  <a:pt x="617" y="63"/>
                </a:cubicBezTo>
                <a:cubicBezTo>
                  <a:pt x="617" y="61"/>
                  <a:pt x="616" y="60"/>
                  <a:pt x="615" y="59"/>
                </a:cubicBezTo>
                <a:cubicBezTo>
                  <a:pt x="614" y="58"/>
                  <a:pt x="613" y="58"/>
                  <a:pt x="613" y="57"/>
                </a:cubicBezTo>
                <a:cubicBezTo>
                  <a:pt x="612" y="56"/>
                  <a:pt x="611" y="56"/>
                  <a:pt x="610" y="55"/>
                </a:cubicBezTo>
                <a:cubicBezTo>
                  <a:pt x="610" y="55"/>
                  <a:pt x="610" y="55"/>
                  <a:pt x="610" y="55"/>
                </a:cubicBezTo>
                <a:cubicBezTo>
                  <a:pt x="612" y="54"/>
                  <a:pt x="615" y="54"/>
                  <a:pt x="617" y="52"/>
                </a:cubicBezTo>
                <a:cubicBezTo>
                  <a:pt x="619" y="51"/>
                  <a:pt x="621" y="50"/>
                  <a:pt x="622" y="48"/>
                </a:cubicBezTo>
                <a:cubicBezTo>
                  <a:pt x="624" y="46"/>
                  <a:pt x="625" y="44"/>
                  <a:pt x="626" y="42"/>
                </a:cubicBezTo>
                <a:cubicBezTo>
                  <a:pt x="627" y="40"/>
                  <a:pt x="627" y="37"/>
                  <a:pt x="627" y="35"/>
                </a:cubicBezTo>
                <a:cubicBezTo>
                  <a:pt x="627" y="31"/>
                  <a:pt x="626" y="28"/>
                  <a:pt x="625" y="26"/>
                </a:cubicBezTo>
                <a:cubicBezTo>
                  <a:pt x="624" y="23"/>
                  <a:pt x="622" y="21"/>
                  <a:pt x="620" y="20"/>
                </a:cubicBezTo>
                <a:cubicBezTo>
                  <a:pt x="618" y="18"/>
                  <a:pt x="616" y="17"/>
                  <a:pt x="613" y="16"/>
                </a:cubicBezTo>
                <a:cubicBezTo>
                  <a:pt x="610" y="15"/>
                  <a:pt x="608" y="15"/>
                  <a:pt x="605" y="15"/>
                </a:cubicBezTo>
                <a:cubicBezTo>
                  <a:pt x="583" y="15"/>
                  <a:pt x="583" y="15"/>
                  <a:pt x="583" y="15"/>
                </a:cubicBezTo>
                <a:cubicBezTo>
                  <a:pt x="583" y="90"/>
                  <a:pt x="583" y="90"/>
                  <a:pt x="583" y="90"/>
                </a:cubicBezTo>
                <a:cubicBezTo>
                  <a:pt x="590" y="90"/>
                  <a:pt x="590" y="90"/>
                  <a:pt x="590" y="90"/>
                </a:cubicBezTo>
                <a:cubicBezTo>
                  <a:pt x="590" y="57"/>
                  <a:pt x="590" y="57"/>
                  <a:pt x="590" y="57"/>
                </a:cubicBezTo>
                <a:cubicBezTo>
                  <a:pt x="598" y="57"/>
                  <a:pt x="598" y="57"/>
                  <a:pt x="598" y="57"/>
                </a:cubicBezTo>
                <a:cubicBezTo>
                  <a:pt x="600" y="57"/>
                  <a:pt x="601" y="57"/>
                  <a:pt x="603" y="58"/>
                </a:cubicBezTo>
                <a:cubicBezTo>
                  <a:pt x="604" y="58"/>
                  <a:pt x="605" y="59"/>
                  <a:pt x="606" y="60"/>
                </a:cubicBezTo>
                <a:cubicBezTo>
                  <a:pt x="607" y="61"/>
                  <a:pt x="609" y="62"/>
                  <a:pt x="610" y="63"/>
                </a:cubicBezTo>
                <a:cubicBezTo>
                  <a:pt x="611" y="65"/>
                  <a:pt x="612" y="66"/>
                  <a:pt x="613" y="69"/>
                </a:cubicBezTo>
                <a:cubicBezTo>
                  <a:pt x="624" y="90"/>
                  <a:pt x="624" y="90"/>
                  <a:pt x="624" y="90"/>
                </a:cubicBezTo>
                <a:cubicBezTo>
                  <a:pt x="632" y="90"/>
                  <a:pt x="632" y="90"/>
                  <a:pt x="632" y="90"/>
                </a:cubicBezTo>
                <a:lnTo>
                  <a:pt x="620" y="67"/>
                </a:lnTo>
                <a:close/>
                <a:moveTo>
                  <a:pt x="603" y="51"/>
                </a:moveTo>
                <a:cubicBezTo>
                  <a:pt x="590" y="51"/>
                  <a:pt x="590" y="51"/>
                  <a:pt x="590" y="51"/>
                </a:cubicBezTo>
                <a:cubicBezTo>
                  <a:pt x="590" y="21"/>
                  <a:pt x="590" y="21"/>
                  <a:pt x="590" y="21"/>
                </a:cubicBezTo>
                <a:cubicBezTo>
                  <a:pt x="603" y="21"/>
                  <a:pt x="603" y="21"/>
                  <a:pt x="603" y="21"/>
                </a:cubicBezTo>
                <a:cubicBezTo>
                  <a:pt x="609" y="21"/>
                  <a:pt x="613" y="22"/>
                  <a:pt x="615" y="25"/>
                </a:cubicBezTo>
                <a:cubicBezTo>
                  <a:pt x="618" y="27"/>
                  <a:pt x="620" y="31"/>
                  <a:pt x="620" y="35"/>
                </a:cubicBezTo>
                <a:cubicBezTo>
                  <a:pt x="620" y="38"/>
                  <a:pt x="619" y="40"/>
                  <a:pt x="618" y="42"/>
                </a:cubicBezTo>
                <a:cubicBezTo>
                  <a:pt x="618" y="44"/>
                  <a:pt x="616" y="45"/>
                  <a:pt x="615" y="47"/>
                </a:cubicBezTo>
                <a:cubicBezTo>
                  <a:pt x="613" y="48"/>
                  <a:pt x="612" y="49"/>
                  <a:pt x="610" y="50"/>
                </a:cubicBezTo>
                <a:cubicBezTo>
                  <a:pt x="607" y="51"/>
                  <a:pt x="605" y="51"/>
                  <a:pt x="603" y="5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8" name="Freeform 232">
            <a:extLst>
              <a:ext uri="{FF2B5EF4-FFF2-40B4-BE49-F238E27FC236}">
                <a16:creationId xmlns:a16="http://schemas.microsoft.com/office/drawing/2014/main" id="{262263AB-2E27-6154-1C59-321E5ACAB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815645" y="2421951"/>
            <a:ext cx="1950999" cy="233759"/>
          </a:xfrm>
          <a:custGeom>
            <a:avLst/>
            <a:gdLst>
              <a:gd name="T0" fmla="*/ 21 w 642"/>
              <a:gd name="T1" fmla="*/ 76 h 77"/>
              <a:gd name="T2" fmla="*/ 0 w 642"/>
              <a:gd name="T3" fmla="*/ 1 h 77"/>
              <a:gd name="T4" fmla="*/ 27 w 642"/>
              <a:gd name="T5" fmla="*/ 6 h 77"/>
              <a:gd name="T6" fmla="*/ 96 w 642"/>
              <a:gd name="T7" fmla="*/ 1 h 77"/>
              <a:gd name="T8" fmla="*/ 66 w 642"/>
              <a:gd name="T9" fmla="*/ 36 h 77"/>
              <a:gd name="T10" fmla="*/ 66 w 642"/>
              <a:gd name="T11" fmla="*/ 40 h 77"/>
              <a:gd name="T12" fmla="*/ 98 w 642"/>
              <a:gd name="T13" fmla="*/ 76 h 77"/>
              <a:gd name="T14" fmla="*/ 139 w 642"/>
              <a:gd name="T15" fmla="*/ 41 h 77"/>
              <a:gd name="T16" fmla="*/ 157 w 642"/>
              <a:gd name="T17" fmla="*/ 20 h 77"/>
              <a:gd name="T18" fmla="*/ 115 w 642"/>
              <a:gd name="T19" fmla="*/ 1 h 77"/>
              <a:gd name="T20" fmla="*/ 120 w 642"/>
              <a:gd name="T21" fmla="*/ 43 h 77"/>
              <a:gd name="T22" fmla="*/ 143 w 642"/>
              <a:gd name="T23" fmla="*/ 54 h 77"/>
              <a:gd name="T24" fmla="*/ 148 w 642"/>
              <a:gd name="T25" fmla="*/ 52 h 77"/>
              <a:gd name="T26" fmla="*/ 120 w 642"/>
              <a:gd name="T27" fmla="*/ 6 h 77"/>
              <a:gd name="T28" fmla="*/ 152 w 642"/>
              <a:gd name="T29" fmla="*/ 21 h 77"/>
              <a:gd name="T30" fmla="*/ 175 w 642"/>
              <a:gd name="T31" fmla="*/ 76 h 77"/>
              <a:gd name="T32" fmla="*/ 180 w 642"/>
              <a:gd name="T33" fmla="*/ 76 h 77"/>
              <a:gd name="T34" fmla="*/ 264 w 642"/>
              <a:gd name="T35" fmla="*/ 23 h 77"/>
              <a:gd name="T36" fmla="*/ 262 w 642"/>
              <a:gd name="T37" fmla="*/ 18 h 77"/>
              <a:gd name="T38" fmla="*/ 207 w 642"/>
              <a:gd name="T39" fmla="*/ 18 h 77"/>
              <a:gd name="T40" fmla="*/ 204 w 642"/>
              <a:gd name="T41" fmla="*/ 21 h 77"/>
              <a:gd name="T42" fmla="*/ 199 w 642"/>
              <a:gd name="T43" fmla="*/ 1 h 77"/>
              <a:gd name="T44" fmla="*/ 233 w 642"/>
              <a:gd name="T45" fmla="*/ 63 h 77"/>
              <a:gd name="T46" fmla="*/ 235 w 642"/>
              <a:gd name="T47" fmla="*/ 68 h 77"/>
              <a:gd name="T48" fmla="*/ 265 w 642"/>
              <a:gd name="T49" fmla="*/ 1 h 77"/>
              <a:gd name="T50" fmla="*/ 264 w 642"/>
              <a:gd name="T51" fmla="*/ 76 h 77"/>
              <a:gd name="T52" fmla="*/ 282 w 642"/>
              <a:gd name="T53" fmla="*/ 76 h 77"/>
              <a:gd name="T54" fmla="*/ 329 w 642"/>
              <a:gd name="T55" fmla="*/ 53 h 77"/>
              <a:gd name="T56" fmla="*/ 316 w 642"/>
              <a:gd name="T57" fmla="*/ 1 h 77"/>
              <a:gd name="T58" fmla="*/ 313 w 642"/>
              <a:gd name="T59" fmla="*/ 7 h 77"/>
              <a:gd name="T60" fmla="*/ 315 w 642"/>
              <a:gd name="T61" fmla="*/ 13 h 77"/>
              <a:gd name="T62" fmla="*/ 425 w 642"/>
              <a:gd name="T63" fmla="*/ 76 h 77"/>
              <a:gd name="T64" fmla="*/ 391 w 642"/>
              <a:gd name="T65" fmla="*/ 38 h 77"/>
              <a:gd name="T66" fmla="*/ 386 w 642"/>
              <a:gd name="T67" fmla="*/ 1 h 77"/>
              <a:gd name="T68" fmla="*/ 391 w 642"/>
              <a:gd name="T69" fmla="*/ 36 h 77"/>
              <a:gd name="T70" fmla="*/ 430 w 642"/>
              <a:gd name="T71" fmla="*/ 1 h 77"/>
              <a:gd name="T72" fmla="*/ 425 w 642"/>
              <a:gd name="T73" fmla="*/ 76 h 77"/>
              <a:gd name="T74" fmla="*/ 436 w 642"/>
              <a:gd name="T75" fmla="*/ 76 h 77"/>
              <a:gd name="T76" fmla="*/ 483 w 642"/>
              <a:gd name="T77" fmla="*/ 53 h 77"/>
              <a:gd name="T78" fmla="*/ 469 w 642"/>
              <a:gd name="T79" fmla="*/ 1 h 77"/>
              <a:gd name="T80" fmla="*/ 467 w 642"/>
              <a:gd name="T81" fmla="*/ 7 h 77"/>
              <a:gd name="T82" fmla="*/ 468 w 642"/>
              <a:gd name="T83" fmla="*/ 13 h 77"/>
              <a:gd name="T84" fmla="*/ 508 w 642"/>
              <a:gd name="T85" fmla="*/ 73 h 77"/>
              <a:gd name="T86" fmla="*/ 538 w 642"/>
              <a:gd name="T87" fmla="*/ 69 h 77"/>
              <a:gd name="T88" fmla="*/ 526 w 642"/>
              <a:gd name="T89" fmla="*/ 40 h 77"/>
              <a:gd name="T90" fmla="*/ 514 w 642"/>
              <a:gd name="T91" fmla="*/ 5 h 77"/>
              <a:gd name="T92" fmla="*/ 544 w 642"/>
              <a:gd name="T93" fmla="*/ 7 h 77"/>
              <a:gd name="T94" fmla="*/ 514 w 642"/>
              <a:gd name="T95" fmla="*/ 18 h 77"/>
              <a:gd name="T96" fmla="*/ 544 w 642"/>
              <a:gd name="T97" fmla="*/ 47 h 77"/>
              <a:gd name="T98" fmla="*/ 524 w 642"/>
              <a:gd name="T99" fmla="*/ 77 h 77"/>
              <a:gd name="T100" fmla="*/ 564 w 642"/>
              <a:gd name="T101" fmla="*/ 76 h 77"/>
              <a:gd name="T102" fmla="*/ 569 w 642"/>
              <a:gd name="T103" fmla="*/ 76 h 77"/>
              <a:gd name="T104" fmla="*/ 636 w 642"/>
              <a:gd name="T105" fmla="*/ 40 h 77"/>
              <a:gd name="T106" fmla="*/ 588 w 642"/>
              <a:gd name="T107" fmla="*/ 76 h 77"/>
              <a:gd name="T108" fmla="*/ 593 w 642"/>
              <a:gd name="T109" fmla="*/ 35 h 77"/>
              <a:gd name="T110" fmla="*/ 642 w 642"/>
              <a:gd name="T111" fmla="*/ 1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42" h="77">
                <a:moveTo>
                  <a:pt x="27" y="6"/>
                </a:moveTo>
                <a:cubicBezTo>
                  <a:pt x="27" y="76"/>
                  <a:pt x="27" y="76"/>
                  <a:pt x="27" y="76"/>
                </a:cubicBezTo>
                <a:cubicBezTo>
                  <a:pt x="21" y="76"/>
                  <a:pt x="21" y="76"/>
                  <a:pt x="21" y="76"/>
                </a:cubicBezTo>
                <a:cubicBezTo>
                  <a:pt x="21" y="6"/>
                  <a:pt x="21" y="6"/>
                  <a:pt x="21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1"/>
                  <a:pt x="0" y="1"/>
                  <a:pt x="0" y="1"/>
                </a:cubicBezTo>
                <a:cubicBezTo>
                  <a:pt x="48" y="1"/>
                  <a:pt x="48" y="1"/>
                  <a:pt x="48" y="1"/>
                </a:cubicBezTo>
                <a:cubicBezTo>
                  <a:pt x="48" y="6"/>
                  <a:pt x="48" y="6"/>
                  <a:pt x="48" y="6"/>
                </a:cubicBezTo>
                <a:lnTo>
                  <a:pt x="27" y="6"/>
                </a:lnTo>
                <a:close/>
                <a:moveTo>
                  <a:pt x="61" y="76"/>
                </a:moveTo>
                <a:cubicBezTo>
                  <a:pt x="61" y="1"/>
                  <a:pt x="61" y="1"/>
                  <a:pt x="61" y="1"/>
                </a:cubicBezTo>
                <a:cubicBezTo>
                  <a:pt x="96" y="1"/>
                  <a:pt x="96" y="1"/>
                  <a:pt x="96" y="1"/>
                </a:cubicBezTo>
                <a:cubicBezTo>
                  <a:pt x="96" y="6"/>
                  <a:pt x="96" y="6"/>
                  <a:pt x="96" y="6"/>
                </a:cubicBezTo>
                <a:cubicBezTo>
                  <a:pt x="66" y="6"/>
                  <a:pt x="66" y="6"/>
                  <a:pt x="66" y="6"/>
                </a:cubicBezTo>
                <a:cubicBezTo>
                  <a:pt x="66" y="36"/>
                  <a:pt x="66" y="36"/>
                  <a:pt x="66" y="36"/>
                </a:cubicBezTo>
                <a:cubicBezTo>
                  <a:pt x="94" y="36"/>
                  <a:pt x="94" y="36"/>
                  <a:pt x="94" y="36"/>
                </a:cubicBezTo>
                <a:cubicBezTo>
                  <a:pt x="94" y="40"/>
                  <a:pt x="94" y="40"/>
                  <a:pt x="94" y="40"/>
                </a:cubicBezTo>
                <a:cubicBezTo>
                  <a:pt x="66" y="40"/>
                  <a:pt x="66" y="40"/>
                  <a:pt x="66" y="40"/>
                </a:cubicBezTo>
                <a:cubicBezTo>
                  <a:pt x="66" y="71"/>
                  <a:pt x="66" y="71"/>
                  <a:pt x="66" y="71"/>
                </a:cubicBezTo>
                <a:cubicBezTo>
                  <a:pt x="98" y="71"/>
                  <a:pt x="98" y="71"/>
                  <a:pt x="98" y="71"/>
                </a:cubicBezTo>
                <a:cubicBezTo>
                  <a:pt x="98" y="76"/>
                  <a:pt x="98" y="76"/>
                  <a:pt x="98" y="76"/>
                </a:cubicBezTo>
                <a:lnTo>
                  <a:pt x="61" y="76"/>
                </a:lnTo>
                <a:close/>
                <a:moveTo>
                  <a:pt x="148" y="52"/>
                </a:moveTo>
                <a:cubicBezTo>
                  <a:pt x="145" y="46"/>
                  <a:pt x="142" y="42"/>
                  <a:pt x="139" y="41"/>
                </a:cubicBezTo>
                <a:cubicBezTo>
                  <a:pt x="139" y="41"/>
                  <a:pt x="139" y="41"/>
                  <a:pt x="139" y="41"/>
                </a:cubicBezTo>
                <a:cubicBezTo>
                  <a:pt x="145" y="40"/>
                  <a:pt x="149" y="38"/>
                  <a:pt x="152" y="34"/>
                </a:cubicBezTo>
                <a:cubicBezTo>
                  <a:pt x="156" y="30"/>
                  <a:pt x="157" y="26"/>
                  <a:pt x="157" y="20"/>
                </a:cubicBezTo>
                <a:cubicBezTo>
                  <a:pt x="157" y="14"/>
                  <a:pt x="155" y="10"/>
                  <a:pt x="151" y="6"/>
                </a:cubicBezTo>
                <a:cubicBezTo>
                  <a:pt x="148" y="3"/>
                  <a:pt x="142" y="1"/>
                  <a:pt x="136" y="1"/>
                </a:cubicBezTo>
                <a:cubicBezTo>
                  <a:pt x="115" y="1"/>
                  <a:pt x="115" y="1"/>
                  <a:pt x="115" y="1"/>
                </a:cubicBezTo>
                <a:cubicBezTo>
                  <a:pt x="115" y="76"/>
                  <a:pt x="115" y="76"/>
                  <a:pt x="115" y="76"/>
                </a:cubicBezTo>
                <a:cubicBezTo>
                  <a:pt x="120" y="76"/>
                  <a:pt x="120" y="76"/>
                  <a:pt x="120" y="76"/>
                </a:cubicBezTo>
                <a:cubicBezTo>
                  <a:pt x="120" y="43"/>
                  <a:pt x="120" y="43"/>
                  <a:pt x="120" y="43"/>
                </a:cubicBezTo>
                <a:cubicBezTo>
                  <a:pt x="129" y="43"/>
                  <a:pt x="129" y="43"/>
                  <a:pt x="129" y="43"/>
                </a:cubicBezTo>
                <a:cubicBezTo>
                  <a:pt x="133" y="43"/>
                  <a:pt x="135" y="43"/>
                  <a:pt x="137" y="45"/>
                </a:cubicBezTo>
                <a:cubicBezTo>
                  <a:pt x="139" y="46"/>
                  <a:pt x="141" y="49"/>
                  <a:pt x="143" y="54"/>
                </a:cubicBezTo>
                <a:cubicBezTo>
                  <a:pt x="153" y="76"/>
                  <a:pt x="153" y="76"/>
                  <a:pt x="153" y="76"/>
                </a:cubicBezTo>
                <a:cubicBezTo>
                  <a:pt x="159" y="76"/>
                  <a:pt x="159" y="76"/>
                  <a:pt x="159" y="76"/>
                </a:cubicBezTo>
                <a:lnTo>
                  <a:pt x="148" y="52"/>
                </a:lnTo>
                <a:close/>
                <a:moveTo>
                  <a:pt x="133" y="38"/>
                </a:moveTo>
                <a:cubicBezTo>
                  <a:pt x="120" y="38"/>
                  <a:pt x="120" y="38"/>
                  <a:pt x="120" y="38"/>
                </a:cubicBezTo>
                <a:cubicBezTo>
                  <a:pt x="120" y="6"/>
                  <a:pt x="120" y="6"/>
                  <a:pt x="120" y="6"/>
                </a:cubicBezTo>
                <a:cubicBezTo>
                  <a:pt x="134" y="6"/>
                  <a:pt x="134" y="6"/>
                  <a:pt x="134" y="6"/>
                </a:cubicBezTo>
                <a:cubicBezTo>
                  <a:pt x="140" y="6"/>
                  <a:pt x="144" y="7"/>
                  <a:pt x="147" y="10"/>
                </a:cubicBezTo>
                <a:cubicBezTo>
                  <a:pt x="150" y="12"/>
                  <a:pt x="152" y="16"/>
                  <a:pt x="152" y="21"/>
                </a:cubicBezTo>
                <a:cubicBezTo>
                  <a:pt x="152" y="26"/>
                  <a:pt x="150" y="30"/>
                  <a:pt x="147" y="33"/>
                </a:cubicBezTo>
                <a:cubicBezTo>
                  <a:pt x="143" y="36"/>
                  <a:pt x="139" y="38"/>
                  <a:pt x="133" y="38"/>
                </a:cubicBezTo>
                <a:close/>
                <a:moveTo>
                  <a:pt x="175" y="76"/>
                </a:moveTo>
                <a:cubicBezTo>
                  <a:pt x="175" y="1"/>
                  <a:pt x="175" y="1"/>
                  <a:pt x="175" y="1"/>
                </a:cubicBezTo>
                <a:cubicBezTo>
                  <a:pt x="180" y="1"/>
                  <a:pt x="180" y="1"/>
                  <a:pt x="180" y="1"/>
                </a:cubicBezTo>
                <a:cubicBezTo>
                  <a:pt x="180" y="76"/>
                  <a:pt x="180" y="76"/>
                  <a:pt x="180" y="76"/>
                </a:cubicBezTo>
                <a:lnTo>
                  <a:pt x="175" y="76"/>
                </a:lnTo>
                <a:close/>
                <a:moveTo>
                  <a:pt x="264" y="76"/>
                </a:moveTo>
                <a:cubicBezTo>
                  <a:pt x="264" y="23"/>
                  <a:pt x="264" y="23"/>
                  <a:pt x="264" y="23"/>
                </a:cubicBezTo>
                <a:cubicBezTo>
                  <a:pt x="264" y="21"/>
                  <a:pt x="265" y="18"/>
                  <a:pt x="265" y="12"/>
                </a:cubicBezTo>
                <a:cubicBezTo>
                  <a:pt x="265" y="12"/>
                  <a:pt x="265" y="12"/>
                  <a:pt x="265" y="12"/>
                </a:cubicBezTo>
                <a:cubicBezTo>
                  <a:pt x="264" y="14"/>
                  <a:pt x="263" y="17"/>
                  <a:pt x="262" y="18"/>
                </a:cubicBezTo>
                <a:cubicBezTo>
                  <a:pt x="235" y="76"/>
                  <a:pt x="235" y="76"/>
                  <a:pt x="235" y="76"/>
                </a:cubicBezTo>
                <a:cubicBezTo>
                  <a:pt x="234" y="76"/>
                  <a:pt x="234" y="76"/>
                  <a:pt x="234" y="76"/>
                </a:cubicBezTo>
                <a:cubicBezTo>
                  <a:pt x="207" y="18"/>
                  <a:pt x="207" y="18"/>
                  <a:pt x="207" y="18"/>
                </a:cubicBezTo>
                <a:cubicBezTo>
                  <a:pt x="206" y="17"/>
                  <a:pt x="205" y="14"/>
                  <a:pt x="204" y="11"/>
                </a:cubicBezTo>
                <a:cubicBezTo>
                  <a:pt x="204" y="11"/>
                  <a:pt x="204" y="11"/>
                  <a:pt x="204" y="11"/>
                </a:cubicBezTo>
                <a:cubicBezTo>
                  <a:pt x="204" y="15"/>
                  <a:pt x="204" y="18"/>
                  <a:pt x="204" y="21"/>
                </a:cubicBezTo>
                <a:cubicBezTo>
                  <a:pt x="204" y="76"/>
                  <a:pt x="204" y="76"/>
                  <a:pt x="204" y="76"/>
                </a:cubicBezTo>
                <a:cubicBezTo>
                  <a:pt x="199" y="76"/>
                  <a:pt x="199" y="76"/>
                  <a:pt x="199" y="76"/>
                </a:cubicBezTo>
                <a:cubicBezTo>
                  <a:pt x="199" y="1"/>
                  <a:pt x="199" y="1"/>
                  <a:pt x="199" y="1"/>
                </a:cubicBezTo>
                <a:cubicBezTo>
                  <a:pt x="204" y="1"/>
                  <a:pt x="204" y="1"/>
                  <a:pt x="204" y="1"/>
                </a:cubicBezTo>
                <a:cubicBezTo>
                  <a:pt x="232" y="61"/>
                  <a:pt x="232" y="61"/>
                  <a:pt x="232" y="61"/>
                </a:cubicBezTo>
                <a:cubicBezTo>
                  <a:pt x="232" y="62"/>
                  <a:pt x="232" y="62"/>
                  <a:pt x="233" y="63"/>
                </a:cubicBezTo>
                <a:cubicBezTo>
                  <a:pt x="233" y="63"/>
                  <a:pt x="233" y="64"/>
                  <a:pt x="233" y="65"/>
                </a:cubicBezTo>
                <a:cubicBezTo>
                  <a:pt x="234" y="66"/>
                  <a:pt x="234" y="67"/>
                  <a:pt x="234" y="68"/>
                </a:cubicBezTo>
                <a:cubicBezTo>
                  <a:pt x="235" y="68"/>
                  <a:pt x="235" y="68"/>
                  <a:pt x="235" y="68"/>
                </a:cubicBezTo>
                <a:cubicBezTo>
                  <a:pt x="235" y="66"/>
                  <a:pt x="235" y="66"/>
                  <a:pt x="235" y="66"/>
                </a:cubicBezTo>
                <a:cubicBezTo>
                  <a:pt x="235" y="66"/>
                  <a:pt x="236" y="64"/>
                  <a:pt x="237" y="61"/>
                </a:cubicBezTo>
                <a:cubicBezTo>
                  <a:pt x="265" y="1"/>
                  <a:pt x="265" y="1"/>
                  <a:pt x="265" y="1"/>
                </a:cubicBezTo>
                <a:cubicBezTo>
                  <a:pt x="269" y="1"/>
                  <a:pt x="269" y="1"/>
                  <a:pt x="269" y="1"/>
                </a:cubicBezTo>
                <a:cubicBezTo>
                  <a:pt x="269" y="76"/>
                  <a:pt x="269" y="76"/>
                  <a:pt x="269" y="76"/>
                </a:cubicBezTo>
                <a:lnTo>
                  <a:pt x="264" y="76"/>
                </a:lnTo>
                <a:close/>
                <a:moveTo>
                  <a:pt x="316" y="1"/>
                </a:moveTo>
                <a:cubicBezTo>
                  <a:pt x="311" y="1"/>
                  <a:pt x="311" y="1"/>
                  <a:pt x="311" y="1"/>
                </a:cubicBezTo>
                <a:cubicBezTo>
                  <a:pt x="282" y="76"/>
                  <a:pt x="282" y="76"/>
                  <a:pt x="282" y="76"/>
                </a:cubicBezTo>
                <a:cubicBezTo>
                  <a:pt x="288" y="76"/>
                  <a:pt x="288" y="76"/>
                  <a:pt x="288" y="76"/>
                </a:cubicBezTo>
                <a:cubicBezTo>
                  <a:pt x="297" y="53"/>
                  <a:pt x="297" y="53"/>
                  <a:pt x="297" y="53"/>
                </a:cubicBezTo>
                <a:cubicBezTo>
                  <a:pt x="329" y="53"/>
                  <a:pt x="329" y="53"/>
                  <a:pt x="329" y="53"/>
                </a:cubicBezTo>
                <a:cubicBezTo>
                  <a:pt x="338" y="76"/>
                  <a:pt x="338" y="76"/>
                  <a:pt x="338" y="76"/>
                </a:cubicBezTo>
                <a:cubicBezTo>
                  <a:pt x="344" y="76"/>
                  <a:pt x="344" y="76"/>
                  <a:pt x="344" y="76"/>
                </a:cubicBezTo>
                <a:lnTo>
                  <a:pt x="316" y="1"/>
                </a:lnTo>
                <a:close/>
                <a:moveTo>
                  <a:pt x="298" y="48"/>
                </a:moveTo>
                <a:cubicBezTo>
                  <a:pt x="311" y="13"/>
                  <a:pt x="311" y="13"/>
                  <a:pt x="311" y="13"/>
                </a:cubicBezTo>
                <a:cubicBezTo>
                  <a:pt x="312" y="12"/>
                  <a:pt x="312" y="10"/>
                  <a:pt x="313" y="7"/>
                </a:cubicBezTo>
                <a:cubicBezTo>
                  <a:pt x="313" y="7"/>
                  <a:pt x="313" y="7"/>
                  <a:pt x="313" y="7"/>
                </a:cubicBezTo>
                <a:cubicBezTo>
                  <a:pt x="313" y="8"/>
                  <a:pt x="313" y="9"/>
                  <a:pt x="314" y="10"/>
                </a:cubicBezTo>
                <a:cubicBezTo>
                  <a:pt x="314" y="11"/>
                  <a:pt x="314" y="12"/>
                  <a:pt x="315" y="13"/>
                </a:cubicBezTo>
                <a:cubicBezTo>
                  <a:pt x="327" y="48"/>
                  <a:pt x="327" y="48"/>
                  <a:pt x="327" y="48"/>
                </a:cubicBezTo>
                <a:lnTo>
                  <a:pt x="298" y="48"/>
                </a:lnTo>
                <a:close/>
                <a:moveTo>
                  <a:pt x="425" y="76"/>
                </a:moveTo>
                <a:cubicBezTo>
                  <a:pt x="393" y="40"/>
                  <a:pt x="393" y="40"/>
                  <a:pt x="393" y="40"/>
                </a:cubicBezTo>
                <a:cubicBezTo>
                  <a:pt x="392" y="39"/>
                  <a:pt x="391" y="39"/>
                  <a:pt x="391" y="38"/>
                </a:cubicBezTo>
                <a:cubicBezTo>
                  <a:pt x="391" y="38"/>
                  <a:pt x="391" y="38"/>
                  <a:pt x="391" y="38"/>
                </a:cubicBezTo>
                <a:cubicBezTo>
                  <a:pt x="391" y="76"/>
                  <a:pt x="391" y="76"/>
                  <a:pt x="391" y="76"/>
                </a:cubicBezTo>
                <a:cubicBezTo>
                  <a:pt x="386" y="76"/>
                  <a:pt x="386" y="76"/>
                  <a:pt x="386" y="76"/>
                </a:cubicBezTo>
                <a:cubicBezTo>
                  <a:pt x="386" y="1"/>
                  <a:pt x="386" y="1"/>
                  <a:pt x="386" y="1"/>
                </a:cubicBezTo>
                <a:cubicBezTo>
                  <a:pt x="391" y="1"/>
                  <a:pt x="391" y="1"/>
                  <a:pt x="391" y="1"/>
                </a:cubicBezTo>
                <a:cubicBezTo>
                  <a:pt x="391" y="36"/>
                  <a:pt x="391" y="36"/>
                  <a:pt x="391" y="36"/>
                </a:cubicBezTo>
                <a:cubicBezTo>
                  <a:pt x="391" y="36"/>
                  <a:pt x="391" y="36"/>
                  <a:pt x="391" y="36"/>
                </a:cubicBezTo>
                <a:cubicBezTo>
                  <a:pt x="392" y="36"/>
                  <a:pt x="392" y="35"/>
                  <a:pt x="393" y="34"/>
                </a:cubicBezTo>
                <a:cubicBezTo>
                  <a:pt x="423" y="1"/>
                  <a:pt x="423" y="1"/>
                  <a:pt x="423" y="1"/>
                </a:cubicBezTo>
                <a:cubicBezTo>
                  <a:pt x="430" y="1"/>
                  <a:pt x="430" y="1"/>
                  <a:pt x="430" y="1"/>
                </a:cubicBezTo>
                <a:cubicBezTo>
                  <a:pt x="397" y="37"/>
                  <a:pt x="397" y="37"/>
                  <a:pt x="397" y="37"/>
                </a:cubicBezTo>
                <a:cubicBezTo>
                  <a:pt x="432" y="76"/>
                  <a:pt x="432" y="76"/>
                  <a:pt x="432" y="76"/>
                </a:cubicBezTo>
                <a:lnTo>
                  <a:pt x="425" y="76"/>
                </a:lnTo>
                <a:close/>
                <a:moveTo>
                  <a:pt x="469" y="1"/>
                </a:moveTo>
                <a:cubicBezTo>
                  <a:pt x="464" y="1"/>
                  <a:pt x="464" y="1"/>
                  <a:pt x="464" y="1"/>
                </a:cubicBezTo>
                <a:cubicBezTo>
                  <a:pt x="436" y="76"/>
                  <a:pt x="436" y="76"/>
                  <a:pt x="436" y="76"/>
                </a:cubicBezTo>
                <a:cubicBezTo>
                  <a:pt x="442" y="76"/>
                  <a:pt x="442" y="76"/>
                  <a:pt x="442" y="76"/>
                </a:cubicBezTo>
                <a:cubicBezTo>
                  <a:pt x="450" y="53"/>
                  <a:pt x="450" y="53"/>
                  <a:pt x="450" y="53"/>
                </a:cubicBezTo>
                <a:cubicBezTo>
                  <a:pt x="483" y="53"/>
                  <a:pt x="483" y="53"/>
                  <a:pt x="483" y="53"/>
                </a:cubicBezTo>
                <a:cubicBezTo>
                  <a:pt x="492" y="76"/>
                  <a:pt x="492" y="76"/>
                  <a:pt x="492" y="76"/>
                </a:cubicBezTo>
                <a:cubicBezTo>
                  <a:pt x="497" y="76"/>
                  <a:pt x="497" y="76"/>
                  <a:pt x="497" y="76"/>
                </a:cubicBezTo>
                <a:lnTo>
                  <a:pt x="469" y="1"/>
                </a:lnTo>
                <a:close/>
                <a:moveTo>
                  <a:pt x="452" y="48"/>
                </a:moveTo>
                <a:cubicBezTo>
                  <a:pt x="465" y="13"/>
                  <a:pt x="465" y="13"/>
                  <a:pt x="465" y="13"/>
                </a:cubicBezTo>
                <a:cubicBezTo>
                  <a:pt x="465" y="12"/>
                  <a:pt x="466" y="10"/>
                  <a:pt x="467" y="7"/>
                </a:cubicBezTo>
                <a:cubicBezTo>
                  <a:pt x="467" y="7"/>
                  <a:pt x="467" y="7"/>
                  <a:pt x="467" y="7"/>
                </a:cubicBezTo>
                <a:cubicBezTo>
                  <a:pt x="467" y="8"/>
                  <a:pt x="467" y="9"/>
                  <a:pt x="468" y="10"/>
                </a:cubicBezTo>
                <a:cubicBezTo>
                  <a:pt x="468" y="11"/>
                  <a:pt x="468" y="12"/>
                  <a:pt x="468" y="13"/>
                </a:cubicBezTo>
                <a:cubicBezTo>
                  <a:pt x="481" y="48"/>
                  <a:pt x="481" y="48"/>
                  <a:pt x="481" y="48"/>
                </a:cubicBezTo>
                <a:lnTo>
                  <a:pt x="452" y="48"/>
                </a:lnTo>
                <a:close/>
                <a:moveTo>
                  <a:pt x="508" y="73"/>
                </a:moveTo>
                <a:cubicBezTo>
                  <a:pt x="508" y="67"/>
                  <a:pt x="508" y="67"/>
                  <a:pt x="508" y="67"/>
                </a:cubicBezTo>
                <a:cubicBezTo>
                  <a:pt x="513" y="71"/>
                  <a:pt x="519" y="73"/>
                  <a:pt x="524" y="73"/>
                </a:cubicBezTo>
                <a:cubicBezTo>
                  <a:pt x="530" y="73"/>
                  <a:pt x="535" y="71"/>
                  <a:pt x="538" y="69"/>
                </a:cubicBezTo>
                <a:cubicBezTo>
                  <a:pt x="541" y="67"/>
                  <a:pt x="542" y="63"/>
                  <a:pt x="542" y="59"/>
                </a:cubicBezTo>
                <a:cubicBezTo>
                  <a:pt x="542" y="55"/>
                  <a:pt x="541" y="52"/>
                  <a:pt x="539" y="50"/>
                </a:cubicBezTo>
                <a:cubicBezTo>
                  <a:pt x="537" y="47"/>
                  <a:pt x="533" y="44"/>
                  <a:pt x="526" y="40"/>
                </a:cubicBezTo>
                <a:cubicBezTo>
                  <a:pt x="518" y="36"/>
                  <a:pt x="513" y="32"/>
                  <a:pt x="511" y="29"/>
                </a:cubicBezTo>
                <a:cubicBezTo>
                  <a:pt x="509" y="26"/>
                  <a:pt x="508" y="23"/>
                  <a:pt x="508" y="19"/>
                </a:cubicBezTo>
                <a:cubicBezTo>
                  <a:pt x="508" y="13"/>
                  <a:pt x="510" y="9"/>
                  <a:pt x="514" y="5"/>
                </a:cubicBezTo>
                <a:cubicBezTo>
                  <a:pt x="519" y="1"/>
                  <a:pt x="524" y="0"/>
                  <a:pt x="531" y="0"/>
                </a:cubicBezTo>
                <a:cubicBezTo>
                  <a:pt x="535" y="0"/>
                  <a:pt x="540" y="0"/>
                  <a:pt x="544" y="2"/>
                </a:cubicBezTo>
                <a:cubicBezTo>
                  <a:pt x="544" y="7"/>
                  <a:pt x="544" y="7"/>
                  <a:pt x="544" y="7"/>
                </a:cubicBezTo>
                <a:cubicBezTo>
                  <a:pt x="540" y="5"/>
                  <a:pt x="535" y="4"/>
                  <a:pt x="530" y="4"/>
                </a:cubicBezTo>
                <a:cubicBezTo>
                  <a:pt x="525" y="4"/>
                  <a:pt x="521" y="6"/>
                  <a:pt x="518" y="8"/>
                </a:cubicBezTo>
                <a:cubicBezTo>
                  <a:pt x="515" y="11"/>
                  <a:pt x="514" y="14"/>
                  <a:pt x="514" y="18"/>
                </a:cubicBezTo>
                <a:cubicBezTo>
                  <a:pt x="514" y="22"/>
                  <a:pt x="515" y="25"/>
                  <a:pt x="517" y="27"/>
                </a:cubicBezTo>
                <a:cubicBezTo>
                  <a:pt x="519" y="29"/>
                  <a:pt x="523" y="33"/>
                  <a:pt x="530" y="36"/>
                </a:cubicBezTo>
                <a:cubicBezTo>
                  <a:pt x="537" y="40"/>
                  <a:pt x="542" y="44"/>
                  <a:pt x="544" y="47"/>
                </a:cubicBezTo>
                <a:cubicBezTo>
                  <a:pt x="546" y="50"/>
                  <a:pt x="547" y="54"/>
                  <a:pt x="547" y="58"/>
                </a:cubicBezTo>
                <a:cubicBezTo>
                  <a:pt x="547" y="64"/>
                  <a:pt x="545" y="68"/>
                  <a:pt x="541" y="72"/>
                </a:cubicBezTo>
                <a:cubicBezTo>
                  <a:pt x="537" y="76"/>
                  <a:pt x="532" y="77"/>
                  <a:pt x="524" y="77"/>
                </a:cubicBezTo>
                <a:cubicBezTo>
                  <a:pt x="522" y="77"/>
                  <a:pt x="519" y="77"/>
                  <a:pt x="516" y="76"/>
                </a:cubicBezTo>
                <a:cubicBezTo>
                  <a:pt x="512" y="75"/>
                  <a:pt x="510" y="74"/>
                  <a:pt x="508" y="73"/>
                </a:cubicBezTo>
                <a:close/>
                <a:moveTo>
                  <a:pt x="564" y="76"/>
                </a:moveTo>
                <a:cubicBezTo>
                  <a:pt x="564" y="1"/>
                  <a:pt x="564" y="1"/>
                  <a:pt x="564" y="1"/>
                </a:cubicBezTo>
                <a:cubicBezTo>
                  <a:pt x="569" y="1"/>
                  <a:pt x="569" y="1"/>
                  <a:pt x="569" y="1"/>
                </a:cubicBezTo>
                <a:cubicBezTo>
                  <a:pt x="569" y="76"/>
                  <a:pt x="569" y="76"/>
                  <a:pt x="569" y="76"/>
                </a:cubicBezTo>
                <a:lnTo>
                  <a:pt x="564" y="76"/>
                </a:lnTo>
                <a:close/>
                <a:moveTo>
                  <a:pt x="636" y="76"/>
                </a:moveTo>
                <a:cubicBezTo>
                  <a:pt x="636" y="40"/>
                  <a:pt x="636" y="40"/>
                  <a:pt x="636" y="40"/>
                </a:cubicBezTo>
                <a:cubicBezTo>
                  <a:pt x="593" y="40"/>
                  <a:pt x="593" y="40"/>
                  <a:pt x="593" y="40"/>
                </a:cubicBezTo>
                <a:cubicBezTo>
                  <a:pt x="593" y="76"/>
                  <a:pt x="593" y="76"/>
                  <a:pt x="593" y="76"/>
                </a:cubicBezTo>
                <a:cubicBezTo>
                  <a:pt x="588" y="76"/>
                  <a:pt x="588" y="76"/>
                  <a:pt x="588" y="76"/>
                </a:cubicBezTo>
                <a:cubicBezTo>
                  <a:pt x="588" y="1"/>
                  <a:pt x="588" y="1"/>
                  <a:pt x="588" y="1"/>
                </a:cubicBezTo>
                <a:cubicBezTo>
                  <a:pt x="593" y="1"/>
                  <a:pt x="593" y="1"/>
                  <a:pt x="593" y="1"/>
                </a:cubicBezTo>
                <a:cubicBezTo>
                  <a:pt x="593" y="35"/>
                  <a:pt x="593" y="35"/>
                  <a:pt x="593" y="35"/>
                </a:cubicBezTo>
                <a:cubicBezTo>
                  <a:pt x="636" y="35"/>
                  <a:pt x="636" y="35"/>
                  <a:pt x="636" y="35"/>
                </a:cubicBezTo>
                <a:cubicBezTo>
                  <a:pt x="636" y="1"/>
                  <a:pt x="636" y="1"/>
                  <a:pt x="636" y="1"/>
                </a:cubicBezTo>
                <a:cubicBezTo>
                  <a:pt x="642" y="1"/>
                  <a:pt x="642" y="1"/>
                  <a:pt x="642" y="1"/>
                </a:cubicBezTo>
                <a:cubicBezTo>
                  <a:pt x="642" y="76"/>
                  <a:pt x="642" y="76"/>
                  <a:pt x="642" y="76"/>
                </a:cubicBezTo>
                <a:lnTo>
                  <a:pt x="636" y="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19" name="Freeform 233">
            <a:extLst>
              <a:ext uri="{FF2B5EF4-FFF2-40B4-BE49-F238E27FC236}">
                <a16:creationId xmlns:a16="http://schemas.microsoft.com/office/drawing/2014/main" id="{FFBA04E6-AE57-73C1-6C8A-3F044E2B2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020893" y="4999159"/>
            <a:ext cx="1408983" cy="237614"/>
          </a:xfrm>
          <a:custGeom>
            <a:avLst/>
            <a:gdLst>
              <a:gd name="T0" fmla="*/ 53 w 464"/>
              <a:gd name="T1" fmla="*/ 9 h 78"/>
              <a:gd name="T2" fmla="*/ 51 w 464"/>
              <a:gd name="T3" fmla="*/ 14 h 78"/>
              <a:gd name="T4" fmla="*/ 7 w 464"/>
              <a:gd name="T5" fmla="*/ 15 h 78"/>
              <a:gd name="T6" fmla="*/ 5 w 464"/>
              <a:gd name="T7" fmla="*/ 13 h 78"/>
              <a:gd name="T8" fmla="*/ 0 w 464"/>
              <a:gd name="T9" fmla="*/ 60 h 78"/>
              <a:gd name="T10" fmla="*/ 27 w 464"/>
              <a:gd name="T11" fmla="*/ 45 h 78"/>
              <a:gd name="T12" fmla="*/ 29 w 464"/>
              <a:gd name="T13" fmla="*/ 51 h 78"/>
              <a:gd name="T14" fmla="*/ 52 w 464"/>
              <a:gd name="T15" fmla="*/ 1 h 78"/>
              <a:gd name="T16" fmla="*/ 53 w 464"/>
              <a:gd name="T17" fmla="*/ 60 h 78"/>
              <a:gd name="T18" fmla="*/ 73 w 464"/>
              <a:gd name="T19" fmla="*/ 37 h 78"/>
              <a:gd name="T20" fmla="*/ 78 w 464"/>
              <a:gd name="T21" fmla="*/ 37 h 78"/>
              <a:gd name="T22" fmla="*/ 110 w 464"/>
              <a:gd name="T23" fmla="*/ 37 h 78"/>
              <a:gd name="T24" fmla="*/ 115 w 464"/>
              <a:gd name="T25" fmla="*/ 36 h 78"/>
              <a:gd name="T26" fmla="*/ 135 w 464"/>
              <a:gd name="T27" fmla="*/ 1 h 78"/>
              <a:gd name="T28" fmla="*/ 159 w 464"/>
              <a:gd name="T29" fmla="*/ 60 h 78"/>
              <a:gd name="T30" fmla="*/ 182 w 464"/>
              <a:gd name="T31" fmla="*/ 60 h 78"/>
              <a:gd name="T32" fmla="*/ 159 w 464"/>
              <a:gd name="T33" fmla="*/ 6 h 78"/>
              <a:gd name="T34" fmla="*/ 199 w 464"/>
              <a:gd name="T35" fmla="*/ 6 h 78"/>
              <a:gd name="T36" fmla="*/ 178 w 464"/>
              <a:gd name="T37" fmla="*/ 78 h 78"/>
              <a:gd name="T38" fmla="*/ 178 w 464"/>
              <a:gd name="T39" fmla="*/ 75 h 78"/>
              <a:gd name="T40" fmla="*/ 178 w 464"/>
              <a:gd name="T41" fmla="*/ 68 h 78"/>
              <a:gd name="T42" fmla="*/ 180 w 464"/>
              <a:gd name="T43" fmla="*/ 60 h 78"/>
              <a:gd name="T44" fmla="*/ 189 w 464"/>
              <a:gd name="T45" fmla="*/ 71 h 78"/>
              <a:gd name="T46" fmla="*/ 208 w 464"/>
              <a:gd name="T47" fmla="*/ 37 h 78"/>
              <a:gd name="T48" fmla="*/ 213 w 464"/>
              <a:gd name="T49" fmla="*/ 37 h 78"/>
              <a:gd name="T50" fmla="*/ 245 w 464"/>
              <a:gd name="T51" fmla="*/ 37 h 78"/>
              <a:gd name="T52" fmla="*/ 250 w 464"/>
              <a:gd name="T53" fmla="*/ 36 h 78"/>
              <a:gd name="T54" fmla="*/ 318 w 464"/>
              <a:gd name="T55" fmla="*/ 9 h 78"/>
              <a:gd name="T56" fmla="*/ 316 w 464"/>
              <a:gd name="T57" fmla="*/ 14 h 78"/>
              <a:gd name="T58" fmla="*/ 272 w 464"/>
              <a:gd name="T59" fmla="*/ 15 h 78"/>
              <a:gd name="T60" fmla="*/ 270 w 464"/>
              <a:gd name="T61" fmla="*/ 13 h 78"/>
              <a:gd name="T62" fmla="*/ 265 w 464"/>
              <a:gd name="T63" fmla="*/ 60 h 78"/>
              <a:gd name="T64" fmla="*/ 292 w 464"/>
              <a:gd name="T65" fmla="*/ 45 h 78"/>
              <a:gd name="T66" fmla="*/ 294 w 464"/>
              <a:gd name="T67" fmla="*/ 51 h 78"/>
              <a:gd name="T68" fmla="*/ 317 w 464"/>
              <a:gd name="T69" fmla="*/ 1 h 78"/>
              <a:gd name="T70" fmla="*/ 317 w 464"/>
              <a:gd name="T71" fmla="*/ 60 h 78"/>
              <a:gd name="T72" fmla="*/ 367 w 464"/>
              <a:gd name="T73" fmla="*/ 1 h 78"/>
              <a:gd name="T74" fmla="*/ 344 w 464"/>
              <a:gd name="T75" fmla="*/ 27 h 78"/>
              <a:gd name="T76" fmla="*/ 344 w 464"/>
              <a:gd name="T77" fmla="*/ 32 h 78"/>
              <a:gd name="T78" fmla="*/ 368 w 464"/>
              <a:gd name="T79" fmla="*/ 60 h 78"/>
              <a:gd name="T80" fmla="*/ 382 w 464"/>
              <a:gd name="T81" fmla="*/ 53 h 78"/>
              <a:gd name="T82" fmla="*/ 393 w 464"/>
              <a:gd name="T83" fmla="*/ 56 h 78"/>
              <a:gd name="T84" fmla="*/ 406 w 464"/>
              <a:gd name="T85" fmla="*/ 42 h 78"/>
              <a:gd name="T86" fmla="*/ 393 w 464"/>
              <a:gd name="T87" fmla="*/ 32 h 78"/>
              <a:gd name="T88" fmla="*/ 380 w 464"/>
              <a:gd name="T89" fmla="*/ 20 h 78"/>
              <a:gd name="T90" fmla="*/ 384 w 464"/>
              <a:gd name="T91" fmla="*/ 4 h 78"/>
              <a:gd name="T92" fmla="*/ 410 w 464"/>
              <a:gd name="T93" fmla="*/ 2 h 78"/>
              <a:gd name="T94" fmla="*/ 392 w 464"/>
              <a:gd name="T95" fmla="*/ 5 h 78"/>
              <a:gd name="T96" fmla="*/ 384 w 464"/>
              <a:gd name="T97" fmla="*/ 15 h 78"/>
              <a:gd name="T98" fmla="*/ 391 w 464"/>
              <a:gd name="T99" fmla="*/ 25 h 78"/>
              <a:gd name="T100" fmla="*/ 408 w 464"/>
              <a:gd name="T101" fmla="*/ 36 h 78"/>
              <a:gd name="T102" fmla="*/ 411 w 464"/>
              <a:gd name="T103" fmla="*/ 52 h 78"/>
              <a:gd name="T104" fmla="*/ 393 w 464"/>
              <a:gd name="T105" fmla="*/ 61 h 78"/>
              <a:gd name="T106" fmla="*/ 381 w 464"/>
              <a:gd name="T107" fmla="*/ 59 h 78"/>
              <a:gd name="T108" fmla="*/ 464 w 464"/>
              <a:gd name="T109" fmla="*/ 58 h 78"/>
              <a:gd name="T110" fmla="*/ 428 w 464"/>
              <a:gd name="T111" fmla="*/ 53 h 78"/>
              <a:gd name="T112" fmla="*/ 423 w 464"/>
              <a:gd name="T113" fmla="*/ 19 h 78"/>
              <a:gd name="T114" fmla="*/ 451 w 464"/>
              <a:gd name="T115" fmla="*/ 0 h 78"/>
              <a:gd name="T116" fmla="*/ 451 w 464"/>
              <a:gd name="T117" fmla="*/ 5 h 78"/>
              <a:gd name="T118" fmla="*/ 428 w 464"/>
              <a:gd name="T119" fmla="*/ 21 h 78"/>
              <a:gd name="T120" fmla="*/ 432 w 464"/>
              <a:gd name="T121" fmla="*/ 49 h 78"/>
              <a:gd name="T122" fmla="*/ 464 w 464"/>
              <a:gd name="T123" fmla="*/ 52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64" h="78">
                <a:moveTo>
                  <a:pt x="53" y="60"/>
                </a:moveTo>
                <a:cubicBezTo>
                  <a:pt x="53" y="19"/>
                  <a:pt x="53" y="19"/>
                  <a:pt x="53" y="19"/>
                </a:cubicBezTo>
                <a:cubicBezTo>
                  <a:pt x="53" y="17"/>
                  <a:pt x="53" y="14"/>
                  <a:pt x="53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53" y="10"/>
                  <a:pt x="52" y="11"/>
                  <a:pt x="52" y="12"/>
                </a:cubicBezTo>
                <a:cubicBezTo>
                  <a:pt x="52" y="13"/>
                  <a:pt x="51" y="14"/>
                  <a:pt x="51" y="14"/>
                </a:cubicBezTo>
                <a:cubicBezTo>
                  <a:pt x="30" y="60"/>
                  <a:pt x="30" y="60"/>
                  <a:pt x="30" y="60"/>
                </a:cubicBezTo>
                <a:cubicBezTo>
                  <a:pt x="28" y="60"/>
                  <a:pt x="28" y="60"/>
                  <a:pt x="28" y="60"/>
                </a:cubicBezTo>
                <a:cubicBezTo>
                  <a:pt x="7" y="15"/>
                  <a:pt x="7" y="15"/>
                  <a:pt x="7" y="15"/>
                </a:cubicBezTo>
                <a:cubicBezTo>
                  <a:pt x="7" y="13"/>
                  <a:pt x="6" y="11"/>
                  <a:pt x="5" y="9"/>
                </a:cubicBezTo>
                <a:cubicBezTo>
                  <a:pt x="5" y="9"/>
                  <a:pt x="5" y="9"/>
                  <a:pt x="5" y="9"/>
                </a:cubicBezTo>
                <a:cubicBezTo>
                  <a:pt x="5" y="10"/>
                  <a:pt x="5" y="12"/>
                  <a:pt x="5" y="13"/>
                </a:cubicBezTo>
                <a:cubicBezTo>
                  <a:pt x="6" y="15"/>
                  <a:pt x="6" y="17"/>
                  <a:pt x="6" y="19"/>
                </a:cubicBezTo>
                <a:cubicBezTo>
                  <a:pt x="6" y="60"/>
                  <a:pt x="6" y="60"/>
                  <a:pt x="6" y="60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1"/>
                  <a:pt x="0" y="1"/>
                  <a:pt x="0" y="1"/>
                </a:cubicBezTo>
                <a:cubicBezTo>
                  <a:pt x="7" y="1"/>
                  <a:pt x="7" y="1"/>
                  <a:pt x="7" y="1"/>
                </a:cubicBezTo>
                <a:cubicBezTo>
                  <a:pt x="27" y="45"/>
                  <a:pt x="27" y="45"/>
                  <a:pt x="27" y="45"/>
                </a:cubicBezTo>
                <a:cubicBezTo>
                  <a:pt x="27" y="46"/>
                  <a:pt x="28" y="47"/>
                  <a:pt x="28" y="48"/>
                </a:cubicBezTo>
                <a:cubicBezTo>
                  <a:pt x="28" y="49"/>
                  <a:pt x="29" y="50"/>
                  <a:pt x="29" y="51"/>
                </a:cubicBezTo>
                <a:cubicBezTo>
                  <a:pt x="29" y="51"/>
                  <a:pt x="29" y="51"/>
                  <a:pt x="29" y="51"/>
                </a:cubicBezTo>
                <a:cubicBezTo>
                  <a:pt x="30" y="50"/>
                  <a:pt x="30" y="49"/>
                  <a:pt x="30" y="48"/>
                </a:cubicBezTo>
                <a:cubicBezTo>
                  <a:pt x="31" y="47"/>
                  <a:pt x="31" y="46"/>
                  <a:pt x="32" y="45"/>
                </a:cubicBezTo>
                <a:cubicBezTo>
                  <a:pt x="52" y="1"/>
                  <a:pt x="52" y="1"/>
                  <a:pt x="52" y="1"/>
                </a:cubicBezTo>
                <a:cubicBezTo>
                  <a:pt x="58" y="1"/>
                  <a:pt x="58" y="1"/>
                  <a:pt x="58" y="1"/>
                </a:cubicBezTo>
                <a:cubicBezTo>
                  <a:pt x="58" y="60"/>
                  <a:pt x="58" y="60"/>
                  <a:pt x="58" y="60"/>
                </a:cubicBezTo>
                <a:lnTo>
                  <a:pt x="53" y="60"/>
                </a:lnTo>
                <a:close/>
                <a:moveTo>
                  <a:pt x="115" y="36"/>
                </a:moveTo>
                <a:cubicBezTo>
                  <a:pt x="115" y="53"/>
                  <a:pt x="108" y="61"/>
                  <a:pt x="94" y="61"/>
                </a:cubicBezTo>
                <a:cubicBezTo>
                  <a:pt x="80" y="61"/>
                  <a:pt x="73" y="53"/>
                  <a:pt x="73" y="37"/>
                </a:cubicBezTo>
                <a:cubicBezTo>
                  <a:pt x="73" y="1"/>
                  <a:pt x="73" y="1"/>
                  <a:pt x="73" y="1"/>
                </a:cubicBezTo>
                <a:cubicBezTo>
                  <a:pt x="78" y="1"/>
                  <a:pt x="78" y="1"/>
                  <a:pt x="78" y="1"/>
                </a:cubicBezTo>
                <a:cubicBezTo>
                  <a:pt x="78" y="37"/>
                  <a:pt x="78" y="37"/>
                  <a:pt x="78" y="37"/>
                </a:cubicBezTo>
                <a:cubicBezTo>
                  <a:pt x="78" y="43"/>
                  <a:pt x="80" y="48"/>
                  <a:pt x="82" y="51"/>
                </a:cubicBezTo>
                <a:cubicBezTo>
                  <a:pt x="85" y="54"/>
                  <a:pt x="89" y="56"/>
                  <a:pt x="94" y="56"/>
                </a:cubicBezTo>
                <a:cubicBezTo>
                  <a:pt x="105" y="56"/>
                  <a:pt x="110" y="50"/>
                  <a:pt x="110" y="37"/>
                </a:cubicBezTo>
                <a:cubicBezTo>
                  <a:pt x="110" y="1"/>
                  <a:pt x="110" y="1"/>
                  <a:pt x="110" y="1"/>
                </a:cubicBezTo>
                <a:cubicBezTo>
                  <a:pt x="115" y="1"/>
                  <a:pt x="115" y="1"/>
                  <a:pt x="115" y="1"/>
                </a:cubicBezTo>
                <a:lnTo>
                  <a:pt x="115" y="36"/>
                </a:lnTo>
                <a:close/>
                <a:moveTo>
                  <a:pt x="130" y="60"/>
                </a:moveTo>
                <a:cubicBezTo>
                  <a:pt x="130" y="1"/>
                  <a:pt x="130" y="1"/>
                  <a:pt x="130" y="1"/>
                </a:cubicBezTo>
                <a:cubicBezTo>
                  <a:pt x="135" y="1"/>
                  <a:pt x="135" y="1"/>
                  <a:pt x="135" y="1"/>
                </a:cubicBezTo>
                <a:cubicBezTo>
                  <a:pt x="135" y="55"/>
                  <a:pt x="135" y="55"/>
                  <a:pt x="135" y="55"/>
                </a:cubicBezTo>
                <a:cubicBezTo>
                  <a:pt x="159" y="55"/>
                  <a:pt x="159" y="55"/>
                  <a:pt x="159" y="55"/>
                </a:cubicBezTo>
                <a:cubicBezTo>
                  <a:pt x="159" y="60"/>
                  <a:pt x="159" y="60"/>
                  <a:pt x="159" y="60"/>
                </a:cubicBezTo>
                <a:lnTo>
                  <a:pt x="130" y="60"/>
                </a:lnTo>
                <a:close/>
                <a:moveTo>
                  <a:pt x="182" y="6"/>
                </a:moveTo>
                <a:cubicBezTo>
                  <a:pt x="182" y="60"/>
                  <a:pt x="182" y="60"/>
                  <a:pt x="182" y="60"/>
                </a:cubicBezTo>
                <a:cubicBezTo>
                  <a:pt x="176" y="60"/>
                  <a:pt x="176" y="60"/>
                  <a:pt x="176" y="60"/>
                </a:cubicBezTo>
                <a:cubicBezTo>
                  <a:pt x="176" y="6"/>
                  <a:pt x="176" y="6"/>
                  <a:pt x="176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1"/>
                  <a:pt x="159" y="1"/>
                  <a:pt x="159" y="1"/>
                </a:cubicBezTo>
                <a:cubicBezTo>
                  <a:pt x="199" y="1"/>
                  <a:pt x="199" y="1"/>
                  <a:pt x="199" y="1"/>
                </a:cubicBezTo>
                <a:cubicBezTo>
                  <a:pt x="199" y="6"/>
                  <a:pt x="199" y="6"/>
                  <a:pt x="199" y="6"/>
                </a:cubicBezTo>
                <a:lnTo>
                  <a:pt x="182" y="6"/>
                </a:lnTo>
                <a:close/>
                <a:moveTo>
                  <a:pt x="189" y="71"/>
                </a:moveTo>
                <a:cubicBezTo>
                  <a:pt x="189" y="76"/>
                  <a:pt x="185" y="78"/>
                  <a:pt x="178" y="78"/>
                </a:cubicBezTo>
                <a:cubicBezTo>
                  <a:pt x="177" y="78"/>
                  <a:pt x="176" y="78"/>
                  <a:pt x="175" y="78"/>
                </a:cubicBezTo>
                <a:cubicBezTo>
                  <a:pt x="175" y="74"/>
                  <a:pt x="175" y="74"/>
                  <a:pt x="175" y="74"/>
                </a:cubicBezTo>
                <a:cubicBezTo>
                  <a:pt x="176" y="75"/>
                  <a:pt x="177" y="75"/>
                  <a:pt x="178" y="75"/>
                </a:cubicBezTo>
                <a:cubicBezTo>
                  <a:pt x="182" y="75"/>
                  <a:pt x="184" y="73"/>
                  <a:pt x="184" y="71"/>
                </a:cubicBezTo>
                <a:cubicBezTo>
                  <a:pt x="184" y="69"/>
                  <a:pt x="182" y="67"/>
                  <a:pt x="179" y="67"/>
                </a:cubicBezTo>
                <a:cubicBezTo>
                  <a:pt x="178" y="67"/>
                  <a:pt x="178" y="67"/>
                  <a:pt x="178" y="68"/>
                </a:cubicBezTo>
                <a:cubicBezTo>
                  <a:pt x="177" y="68"/>
                  <a:pt x="177" y="68"/>
                  <a:pt x="176" y="68"/>
                </a:cubicBezTo>
                <a:cubicBezTo>
                  <a:pt x="176" y="60"/>
                  <a:pt x="176" y="60"/>
                  <a:pt x="176" y="60"/>
                </a:cubicBezTo>
                <a:cubicBezTo>
                  <a:pt x="180" y="60"/>
                  <a:pt x="180" y="60"/>
                  <a:pt x="180" y="60"/>
                </a:cubicBezTo>
                <a:cubicBezTo>
                  <a:pt x="180" y="65"/>
                  <a:pt x="180" y="65"/>
                  <a:pt x="180" y="65"/>
                </a:cubicBezTo>
                <a:cubicBezTo>
                  <a:pt x="183" y="65"/>
                  <a:pt x="185" y="65"/>
                  <a:pt x="187" y="66"/>
                </a:cubicBezTo>
                <a:cubicBezTo>
                  <a:pt x="188" y="67"/>
                  <a:pt x="189" y="69"/>
                  <a:pt x="189" y="71"/>
                </a:cubicBezTo>
                <a:close/>
                <a:moveTo>
                  <a:pt x="250" y="36"/>
                </a:moveTo>
                <a:cubicBezTo>
                  <a:pt x="250" y="53"/>
                  <a:pt x="243" y="61"/>
                  <a:pt x="229" y="61"/>
                </a:cubicBezTo>
                <a:cubicBezTo>
                  <a:pt x="215" y="61"/>
                  <a:pt x="208" y="53"/>
                  <a:pt x="208" y="37"/>
                </a:cubicBezTo>
                <a:cubicBezTo>
                  <a:pt x="208" y="1"/>
                  <a:pt x="208" y="1"/>
                  <a:pt x="208" y="1"/>
                </a:cubicBezTo>
                <a:cubicBezTo>
                  <a:pt x="213" y="1"/>
                  <a:pt x="213" y="1"/>
                  <a:pt x="213" y="1"/>
                </a:cubicBezTo>
                <a:cubicBezTo>
                  <a:pt x="213" y="37"/>
                  <a:pt x="213" y="37"/>
                  <a:pt x="213" y="37"/>
                </a:cubicBezTo>
                <a:cubicBezTo>
                  <a:pt x="213" y="43"/>
                  <a:pt x="215" y="48"/>
                  <a:pt x="217" y="51"/>
                </a:cubicBezTo>
                <a:cubicBezTo>
                  <a:pt x="220" y="54"/>
                  <a:pt x="224" y="56"/>
                  <a:pt x="229" y="56"/>
                </a:cubicBezTo>
                <a:cubicBezTo>
                  <a:pt x="240" y="56"/>
                  <a:pt x="245" y="50"/>
                  <a:pt x="245" y="37"/>
                </a:cubicBezTo>
                <a:cubicBezTo>
                  <a:pt x="245" y="1"/>
                  <a:pt x="245" y="1"/>
                  <a:pt x="245" y="1"/>
                </a:cubicBezTo>
                <a:cubicBezTo>
                  <a:pt x="250" y="1"/>
                  <a:pt x="250" y="1"/>
                  <a:pt x="250" y="1"/>
                </a:cubicBezTo>
                <a:lnTo>
                  <a:pt x="250" y="36"/>
                </a:lnTo>
                <a:close/>
                <a:moveTo>
                  <a:pt x="317" y="60"/>
                </a:moveTo>
                <a:cubicBezTo>
                  <a:pt x="317" y="19"/>
                  <a:pt x="317" y="19"/>
                  <a:pt x="317" y="19"/>
                </a:cubicBezTo>
                <a:cubicBezTo>
                  <a:pt x="317" y="17"/>
                  <a:pt x="318" y="14"/>
                  <a:pt x="318" y="9"/>
                </a:cubicBezTo>
                <a:cubicBezTo>
                  <a:pt x="318" y="9"/>
                  <a:pt x="318" y="9"/>
                  <a:pt x="318" y="9"/>
                </a:cubicBezTo>
                <a:cubicBezTo>
                  <a:pt x="317" y="10"/>
                  <a:pt x="317" y="11"/>
                  <a:pt x="317" y="12"/>
                </a:cubicBezTo>
                <a:cubicBezTo>
                  <a:pt x="316" y="13"/>
                  <a:pt x="316" y="14"/>
                  <a:pt x="316" y="14"/>
                </a:cubicBezTo>
                <a:cubicBezTo>
                  <a:pt x="295" y="60"/>
                  <a:pt x="295" y="60"/>
                  <a:pt x="295" y="60"/>
                </a:cubicBezTo>
                <a:cubicBezTo>
                  <a:pt x="293" y="60"/>
                  <a:pt x="293" y="60"/>
                  <a:pt x="293" y="60"/>
                </a:cubicBezTo>
                <a:cubicBezTo>
                  <a:pt x="272" y="15"/>
                  <a:pt x="272" y="15"/>
                  <a:pt x="272" y="15"/>
                </a:cubicBezTo>
                <a:cubicBezTo>
                  <a:pt x="271" y="13"/>
                  <a:pt x="271" y="11"/>
                  <a:pt x="270" y="9"/>
                </a:cubicBezTo>
                <a:cubicBezTo>
                  <a:pt x="270" y="9"/>
                  <a:pt x="270" y="9"/>
                  <a:pt x="270" y="9"/>
                </a:cubicBezTo>
                <a:cubicBezTo>
                  <a:pt x="270" y="10"/>
                  <a:pt x="270" y="12"/>
                  <a:pt x="270" y="13"/>
                </a:cubicBezTo>
                <a:cubicBezTo>
                  <a:pt x="270" y="15"/>
                  <a:pt x="270" y="17"/>
                  <a:pt x="270" y="19"/>
                </a:cubicBezTo>
                <a:cubicBezTo>
                  <a:pt x="270" y="60"/>
                  <a:pt x="270" y="60"/>
                  <a:pt x="270" y="60"/>
                </a:cubicBezTo>
                <a:cubicBezTo>
                  <a:pt x="265" y="60"/>
                  <a:pt x="265" y="60"/>
                  <a:pt x="265" y="60"/>
                </a:cubicBezTo>
                <a:cubicBezTo>
                  <a:pt x="265" y="1"/>
                  <a:pt x="265" y="1"/>
                  <a:pt x="265" y="1"/>
                </a:cubicBezTo>
                <a:cubicBezTo>
                  <a:pt x="271" y="1"/>
                  <a:pt x="271" y="1"/>
                  <a:pt x="271" y="1"/>
                </a:cubicBezTo>
                <a:cubicBezTo>
                  <a:pt x="292" y="45"/>
                  <a:pt x="292" y="45"/>
                  <a:pt x="292" y="45"/>
                </a:cubicBezTo>
                <a:cubicBezTo>
                  <a:pt x="292" y="46"/>
                  <a:pt x="292" y="47"/>
                  <a:pt x="293" y="48"/>
                </a:cubicBezTo>
                <a:cubicBezTo>
                  <a:pt x="293" y="49"/>
                  <a:pt x="294" y="50"/>
                  <a:pt x="294" y="51"/>
                </a:cubicBezTo>
                <a:cubicBezTo>
                  <a:pt x="294" y="51"/>
                  <a:pt x="294" y="51"/>
                  <a:pt x="294" y="51"/>
                </a:cubicBezTo>
                <a:cubicBezTo>
                  <a:pt x="295" y="50"/>
                  <a:pt x="295" y="49"/>
                  <a:pt x="295" y="48"/>
                </a:cubicBezTo>
                <a:cubicBezTo>
                  <a:pt x="296" y="47"/>
                  <a:pt x="296" y="46"/>
                  <a:pt x="296" y="45"/>
                </a:cubicBezTo>
                <a:cubicBezTo>
                  <a:pt x="317" y="1"/>
                  <a:pt x="317" y="1"/>
                  <a:pt x="317" y="1"/>
                </a:cubicBezTo>
                <a:cubicBezTo>
                  <a:pt x="323" y="1"/>
                  <a:pt x="323" y="1"/>
                  <a:pt x="323" y="1"/>
                </a:cubicBezTo>
                <a:cubicBezTo>
                  <a:pt x="323" y="60"/>
                  <a:pt x="323" y="60"/>
                  <a:pt x="323" y="60"/>
                </a:cubicBezTo>
                <a:lnTo>
                  <a:pt x="317" y="60"/>
                </a:lnTo>
                <a:close/>
                <a:moveTo>
                  <a:pt x="338" y="60"/>
                </a:moveTo>
                <a:cubicBezTo>
                  <a:pt x="338" y="1"/>
                  <a:pt x="338" y="1"/>
                  <a:pt x="338" y="1"/>
                </a:cubicBezTo>
                <a:cubicBezTo>
                  <a:pt x="367" y="1"/>
                  <a:pt x="367" y="1"/>
                  <a:pt x="367" y="1"/>
                </a:cubicBezTo>
                <a:cubicBezTo>
                  <a:pt x="367" y="6"/>
                  <a:pt x="367" y="6"/>
                  <a:pt x="367" y="6"/>
                </a:cubicBezTo>
                <a:cubicBezTo>
                  <a:pt x="344" y="6"/>
                  <a:pt x="344" y="6"/>
                  <a:pt x="344" y="6"/>
                </a:cubicBezTo>
                <a:cubicBezTo>
                  <a:pt x="344" y="27"/>
                  <a:pt x="344" y="27"/>
                  <a:pt x="344" y="27"/>
                </a:cubicBezTo>
                <a:cubicBezTo>
                  <a:pt x="365" y="27"/>
                  <a:pt x="365" y="27"/>
                  <a:pt x="365" y="27"/>
                </a:cubicBezTo>
                <a:cubicBezTo>
                  <a:pt x="365" y="32"/>
                  <a:pt x="365" y="32"/>
                  <a:pt x="365" y="32"/>
                </a:cubicBezTo>
                <a:cubicBezTo>
                  <a:pt x="344" y="32"/>
                  <a:pt x="344" y="32"/>
                  <a:pt x="344" y="32"/>
                </a:cubicBezTo>
                <a:cubicBezTo>
                  <a:pt x="344" y="55"/>
                  <a:pt x="344" y="55"/>
                  <a:pt x="344" y="55"/>
                </a:cubicBezTo>
                <a:cubicBezTo>
                  <a:pt x="368" y="55"/>
                  <a:pt x="368" y="55"/>
                  <a:pt x="368" y="55"/>
                </a:cubicBezTo>
                <a:cubicBezTo>
                  <a:pt x="368" y="60"/>
                  <a:pt x="368" y="60"/>
                  <a:pt x="368" y="60"/>
                </a:cubicBezTo>
                <a:lnTo>
                  <a:pt x="338" y="60"/>
                </a:lnTo>
                <a:close/>
                <a:moveTo>
                  <a:pt x="379" y="51"/>
                </a:moveTo>
                <a:cubicBezTo>
                  <a:pt x="380" y="52"/>
                  <a:pt x="381" y="53"/>
                  <a:pt x="382" y="53"/>
                </a:cubicBezTo>
                <a:cubicBezTo>
                  <a:pt x="383" y="54"/>
                  <a:pt x="384" y="54"/>
                  <a:pt x="386" y="55"/>
                </a:cubicBezTo>
                <a:cubicBezTo>
                  <a:pt x="387" y="55"/>
                  <a:pt x="388" y="56"/>
                  <a:pt x="389" y="56"/>
                </a:cubicBezTo>
                <a:cubicBezTo>
                  <a:pt x="391" y="56"/>
                  <a:pt x="392" y="56"/>
                  <a:pt x="393" y="56"/>
                </a:cubicBezTo>
                <a:cubicBezTo>
                  <a:pt x="397" y="56"/>
                  <a:pt x="401" y="55"/>
                  <a:pt x="403" y="53"/>
                </a:cubicBezTo>
                <a:cubicBezTo>
                  <a:pt x="405" y="52"/>
                  <a:pt x="406" y="49"/>
                  <a:pt x="406" y="46"/>
                </a:cubicBezTo>
                <a:cubicBezTo>
                  <a:pt x="406" y="44"/>
                  <a:pt x="406" y="43"/>
                  <a:pt x="406" y="42"/>
                </a:cubicBezTo>
                <a:cubicBezTo>
                  <a:pt x="405" y="41"/>
                  <a:pt x="404" y="40"/>
                  <a:pt x="403" y="39"/>
                </a:cubicBezTo>
                <a:cubicBezTo>
                  <a:pt x="402" y="38"/>
                  <a:pt x="401" y="37"/>
                  <a:pt x="399" y="35"/>
                </a:cubicBezTo>
                <a:cubicBezTo>
                  <a:pt x="397" y="34"/>
                  <a:pt x="395" y="33"/>
                  <a:pt x="393" y="32"/>
                </a:cubicBezTo>
                <a:cubicBezTo>
                  <a:pt x="390" y="31"/>
                  <a:pt x="388" y="29"/>
                  <a:pt x="386" y="28"/>
                </a:cubicBezTo>
                <a:cubicBezTo>
                  <a:pt x="385" y="27"/>
                  <a:pt x="383" y="26"/>
                  <a:pt x="382" y="24"/>
                </a:cubicBezTo>
                <a:cubicBezTo>
                  <a:pt x="381" y="23"/>
                  <a:pt x="380" y="22"/>
                  <a:pt x="380" y="20"/>
                </a:cubicBezTo>
                <a:cubicBezTo>
                  <a:pt x="379" y="19"/>
                  <a:pt x="379" y="17"/>
                  <a:pt x="379" y="15"/>
                </a:cubicBezTo>
                <a:cubicBezTo>
                  <a:pt x="379" y="13"/>
                  <a:pt x="379" y="11"/>
                  <a:pt x="380" y="9"/>
                </a:cubicBezTo>
                <a:cubicBezTo>
                  <a:pt x="381" y="7"/>
                  <a:pt x="383" y="5"/>
                  <a:pt x="384" y="4"/>
                </a:cubicBezTo>
                <a:cubicBezTo>
                  <a:pt x="386" y="3"/>
                  <a:pt x="388" y="1"/>
                  <a:pt x="391" y="1"/>
                </a:cubicBezTo>
                <a:cubicBezTo>
                  <a:pt x="393" y="0"/>
                  <a:pt x="395" y="0"/>
                  <a:pt x="398" y="0"/>
                </a:cubicBezTo>
                <a:cubicBezTo>
                  <a:pt x="403" y="0"/>
                  <a:pt x="407" y="0"/>
                  <a:pt x="410" y="2"/>
                </a:cubicBezTo>
                <a:cubicBezTo>
                  <a:pt x="410" y="8"/>
                  <a:pt x="410" y="8"/>
                  <a:pt x="410" y="8"/>
                </a:cubicBezTo>
                <a:cubicBezTo>
                  <a:pt x="406" y="6"/>
                  <a:pt x="402" y="5"/>
                  <a:pt x="397" y="5"/>
                </a:cubicBezTo>
                <a:cubicBezTo>
                  <a:pt x="396" y="5"/>
                  <a:pt x="394" y="5"/>
                  <a:pt x="392" y="5"/>
                </a:cubicBezTo>
                <a:cubicBezTo>
                  <a:pt x="391" y="6"/>
                  <a:pt x="389" y="6"/>
                  <a:pt x="388" y="7"/>
                </a:cubicBezTo>
                <a:cubicBezTo>
                  <a:pt x="387" y="8"/>
                  <a:pt x="386" y="9"/>
                  <a:pt x="386" y="10"/>
                </a:cubicBezTo>
                <a:cubicBezTo>
                  <a:pt x="385" y="12"/>
                  <a:pt x="384" y="13"/>
                  <a:pt x="384" y="15"/>
                </a:cubicBezTo>
                <a:cubicBezTo>
                  <a:pt x="384" y="16"/>
                  <a:pt x="385" y="17"/>
                  <a:pt x="385" y="19"/>
                </a:cubicBezTo>
                <a:cubicBezTo>
                  <a:pt x="386" y="20"/>
                  <a:pt x="386" y="21"/>
                  <a:pt x="387" y="22"/>
                </a:cubicBezTo>
                <a:cubicBezTo>
                  <a:pt x="388" y="23"/>
                  <a:pt x="390" y="24"/>
                  <a:pt x="391" y="25"/>
                </a:cubicBezTo>
                <a:cubicBezTo>
                  <a:pt x="393" y="26"/>
                  <a:pt x="395" y="27"/>
                  <a:pt x="397" y="28"/>
                </a:cubicBezTo>
                <a:cubicBezTo>
                  <a:pt x="400" y="29"/>
                  <a:pt x="402" y="31"/>
                  <a:pt x="404" y="32"/>
                </a:cubicBezTo>
                <a:cubicBezTo>
                  <a:pt x="406" y="33"/>
                  <a:pt x="407" y="35"/>
                  <a:pt x="408" y="36"/>
                </a:cubicBezTo>
                <a:cubicBezTo>
                  <a:pt x="410" y="37"/>
                  <a:pt x="411" y="39"/>
                  <a:pt x="411" y="40"/>
                </a:cubicBezTo>
                <a:cubicBezTo>
                  <a:pt x="412" y="42"/>
                  <a:pt x="412" y="43"/>
                  <a:pt x="412" y="45"/>
                </a:cubicBezTo>
                <a:cubicBezTo>
                  <a:pt x="412" y="48"/>
                  <a:pt x="412" y="50"/>
                  <a:pt x="411" y="52"/>
                </a:cubicBezTo>
                <a:cubicBezTo>
                  <a:pt x="410" y="54"/>
                  <a:pt x="408" y="56"/>
                  <a:pt x="407" y="57"/>
                </a:cubicBezTo>
                <a:cubicBezTo>
                  <a:pt x="405" y="58"/>
                  <a:pt x="403" y="59"/>
                  <a:pt x="400" y="60"/>
                </a:cubicBezTo>
                <a:cubicBezTo>
                  <a:pt x="398" y="61"/>
                  <a:pt x="395" y="61"/>
                  <a:pt x="393" y="61"/>
                </a:cubicBezTo>
                <a:cubicBezTo>
                  <a:pt x="392" y="61"/>
                  <a:pt x="390" y="61"/>
                  <a:pt x="389" y="61"/>
                </a:cubicBezTo>
                <a:cubicBezTo>
                  <a:pt x="388" y="61"/>
                  <a:pt x="387" y="60"/>
                  <a:pt x="385" y="60"/>
                </a:cubicBezTo>
                <a:cubicBezTo>
                  <a:pt x="384" y="60"/>
                  <a:pt x="383" y="59"/>
                  <a:pt x="381" y="59"/>
                </a:cubicBezTo>
                <a:cubicBezTo>
                  <a:pt x="380" y="59"/>
                  <a:pt x="379" y="58"/>
                  <a:pt x="379" y="58"/>
                </a:cubicBezTo>
                <a:lnTo>
                  <a:pt x="379" y="51"/>
                </a:lnTo>
                <a:close/>
                <a:moveTo>
                  <a:pt x="464" y="58"/>
                </a:moveTo>
                <a:cubicBezTo>
                  <a:pt x="460" y="60"/>
                  <a:pt x="454" y="61"/>
                  <a:pt x="449" y="61"/>
                </a:cubicBezTo>
                <a:cubicBezTo>
                  <a:pt x="444" y="61"/>
                  <a:pt x="441" y="60"/>
                  <a:pt x="437" y="59"/>
                </a:cubicBezTo>
                <a:cubicBezTo>
                  <a:pt x="434" y="57"/>
                  <a:pt x="431" y="55"/>
                  <a:pt x="428" y="53"/>
                </a:cubicBezTo>
                <a:cubicBezTo>
                  <a:pt x="426" y="50"/>
                  <a:pt x="424" y="47"/>
                  <a:pt x="423" y="43"/>
                </a:cubicBezTo>
                <a:cubicBezTo>
                  <a:pt x="422" y="40"/>
                  <a:pt x="421" y="36"/>
                  <a:pt x="421" y="32"/>
                </a:cubicBezTo>
                <a:cubicBezTo>
                  <a:pt x="421" y="27"/>
                  <a:pt x="422" y="23"/>
                  <a:pt x="423" y="19"/>
                </a:cubicBezTo>
                <a:cubicBezTo>
                  <a:pt x="424" y="15"/>
                  <a:pt x="426" y="12"/>
                  <a:pt x="429" y="9"/>
                </a:cubicBezTo>
                <a:cubicBezTo>
                  <a:pt x="432" y="6"/>
                  <a:pt x="435" y="4"/>
                  <a:pt x="438" y="2"/>
                </a:cubicBezTo>
                <a:cubicBezTo>
                  <a:pt x="442" y="1"/>
                  <a:pt x="446" y="0"/>
                  <a:pt x="451" y="0"/>
                </a:cubicBezTo>
                <a:cubicBezTo>
                  <a:pt x="456" y="0"/>
                  <a:pt x="460" y="0"/>
                  <a:pt x="464" y="2"/>
                </a:cubicBezTo>
                <a:cubicBezTo>
                  <a:pt x="464" y="8"/>
                  <a:pt x="464" y="8"/>
                  <a:pt x="464" y="8"/>
                </a:cubicBezTo>
                <a:cubicBezTo>
                  <a:pt x="460" y="6"/>
                  <a:pt x="455" y="5"/>
                  <a:pt x="451" y="5"/>
                </a:cubicBezTo>
                <a:cubicBezTo>
                  <a:pt x="447" y="5"/>
                  <a:pt x="443" y="5"/>
                  <a:pt x="440" y="7"/>
                </a:cubicBezTo>
                <a:cubicBezTo>
                  <a:pt x="437" y="8"/>
                  <a:pt x="435" y="10"/>
                  <a:pt x="433" y="12"/>
                </a:cubicBezTo>
                <a:cubicBezTo>
                  <a:pt x="431" y="15"/>
                  <a:pt x="429" y="17"/>
                  <a:pt x="428" y="21"/>
                </a:cubicBezTo>
                <a:cubicBezTo>
                  <a:pt x="427" y="24"/>
                  <a:pt x="427" y="27"/>
                  <a:pt x="427" y="31"/>
                </a:cubicBezTo>
                <a:cubicBezTo>
                  <a:pt x="427" y="35"/>
                  <a:pt x="427" y="38"/>
                  <a:pt x="428" y="41"/>
                </a:cubicBezTo>
                <a:cubicBezTo>
                  <a:pt x="429" y="44"/>
                  <a:pt x="430" y="46"/>
                  <a:pt x="432" y="49"/>
                </a:cubicBezTo>
                <a:cubicBezTo>
                  <a:pt x="434" y="51"/>
                  <a:pt x="437" y="53"/>
                  <a:pt x="439" y="54"/>
                </a:cubicBezTo>
                <a:cubicBezTo>
                  <a:pt x="442" y="55"/>
                  <a:pt x="445" y="56"/>
                  <a:pt x="449" y="56"/>
                </a:cubicBezTo>
                <a:cubicBezTo>
                  <a:pt x="455" y="56"/>
                  <a:pt x="460" y="55"/>
                  <a:pt x="464" y="52"/>
                </a:cubicBezTo>
                <a:lnTo>
                  <a:pt x="464" y="5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0" name="Freeform 236">
            <a:extLst>
              <a:ext uri="{FF2B5EF4-FFF2-40B4-BE49-F238E27FC236}">
                <a16:creationId xmlns:a16="http://schemas.microsoft.com/office/drawing/2014/main" id="{ACA3FD39-B4A7-7D5F-EB98-9EBB4EAF4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5307293" y="1022674"/>
            <a:ext cx="336945" cy="1680561"/>
          </a:xfrm>
          <a:custGeom>
            <a:avLst/>
            <a:gdLst>
              <a:gd name="T0" fmla="*/ 28 w 103"/>
              <a:gd name="T1" fmla="*/ 6 h 512"/>
              <a:gd name="T2" fmla="*/ 52 w 103"/>
              <a:gd name="T3" fmla="*/ 12 h 512"/>
              <a:gd name="T4" fmla="*/ 64 w 103"/>
              <a:gd name="T5" fmla="*/ 2 h 512"/>
              <a:gd name="T6" fmla="*/ 76 w 103"/>
              <a:gd name="T7" fmla="*/ 37 h 512"/>
              <a:gd name="T8" fmla="*/ 63 w 103"/>
              <a:gd name="T9" fmla="*/ 14 h 512"/>
              <a:gd name="T10" fmla="*/ 56 w 103"/>
              <a:gd name="T11" fmla="*/ 33 h 512"/>
              <a:gd name="T12" fmla="*/ 40 w 103"/>
              <a:gd name="T13" fmla="*/ 12 h 512"/>
              <a:gd name="T14" fmla="*/ 36 w 103"/>
              <a:gd name="T15" fmla="*/ 40 h 512"/>
              <a:gd name="T16" fmla="*/ 66 w 103"/>
              <a:gd name="T17" fmla="*/ 51 h 512"/>
              <a:gd name="T18" fmla="*/ 77 w 103"/>
              <a:gd name="T19" fmla="*/ 44 h 512"/>
              <a:gd name="T20" fmla="*/ 62 w 103"/>
              <a:gd name="T21" fmla="*/ 63 h 512"/>
              <a:gd name="T22" fmla="*/ 37 w 103"/>
              <a:gd name="T23" fmla="*/ 84 h 512"/>
              <a:gd name="T24" fmla="*/ 77 w 103"/>
              <a:gd name="T25" fmla="*/ 93 h 512"/>
              <a:gd name="T26" fmla="*/ 24 w 103"/>
              <a:gd name="T27" fmla="*/ 75 h 512"/>
              <a:gd name="T28" fmla="*/ 60 w 103"/>
              <a:gd name="T29" fmla="*/ 52 h 512"/>
              <a:gd name="T30" fmla="*/ 4 w 103"/>
              <a:gd name="T31" fmla="*/ 146 h 512"/>
              <a:gd name="T32" fmla="*/ 1 w 103"/>
              <a:gd name="T33" fmla="*/ 116 h 512"/>
              <a:gd name="T34" fmla="*/ 61 w 103"/>
              <a:gd name="T35" fmla="*/ 117 h 512"/>
              <a:gd name="T36" fmla="*/ 78 w 103"/>
              <a:gd name="T37" fmla="*/ 106 h 512"/>
              <a:gd name="T38" fmla="*/ 70 w 103"/>
              <a:gd name="T39" fmla="*/ 125 h 512"/>
              <a:gd name="T40" fmla="*/ 77 w 103"/>
              <a:gd name="T41" fmla="*/ 157 h 512"/>
              <a:gd name="T42" fmla="*/ 10 w 103"/>
              <a:gd name="T43" fmla="*/ 156 h 512"/>
              <a:gd name="T44" fmla="*/ 66 w 103"/>
              <a:gd name="T45" fmla="*/ 204 h 512"/>
              <a:gd name="T46" fmla="*/ 70 w 103"/>
              <a:gd name="T47" fmla="*/ 168 h 512"/>
              <a:gd name="T48" fmla="*/ 24 w 103"/>
              <a:gd name="T49" fmla="*/ 183 h 512"/>
              <a:gd name="T50" fmla="*/ 24 w 103"/>
              <a:gd name="T51" fmla="*/ 215 h 512"/>
              <a:gd name="T52" fmla="*/ 34 w 103"/>
              <a:gd name="T53" fmla="*/ 219 h 512"/>
              <a:gd name="T54" fmla="*/ 77 w 103"/>
              <a:gd name="T55" fmla="*/ 220 h 512"/>
              <a:gd name="T56" fmla="*/ 52 w 103"/>
              <a:gd name="T57" fmla="*/ 200 h 512"/>
              <a:gd name="T58" fmla="*/ 33 w 103"/>
              <a:gd name="T59" fmla="*/ 185 h 512"/>
              <a:gd name="T60" fmla="*/ 64 w 103"/>
              <a:gd name="T61" fmla="*/ 177 h 512"/>
              <a:gd name="T62" fmla="*/ 52 w 103"/>
              <a:gd name="T63" fmla="*/ 200 h 512"/>
              <a:gd name="T64" fmla="*/ 5 w 103"/>
              <a:gd name="T65" fmla="*/ 230 h 512"/>
              <a:gd name="T66" fmla="*/ 29 w 103"/>
              <a:gd name="T67" fmla="*/ 242 h 512"/>
              <a:gd name="T68" fmla="*/ 52 w 103"/>
              <a:gd name="T69" fmla="*/ 281 h 512"/>
              <a:gd name="T70" fmla="*/ 71 w 103"/>
              <a:gd name="T71" fmla="*/ 237 h 512"/>
              <a:gd name="T72" fmla="*/ 33 w 103"/>
              <a:gd name="T73" fmla="*/ 255 h 512"/>
              <a:gd name="T74" fmla="*/ 52 w 103"/>
              <a:gd name="T75" fmla="*/ 242 h 512"/>
              <a:gd name="T76" fmla="*/ 64 w 103"/>
              <a:gd name="T77" fmla="*/ 265 h 512"/>
              <a:gd name="T78" fmla="*/ 40 w 103"/>
              <a:gd name="T79" fmla="*/ 294 h 512"/>
              <a:gd name="T80" fmla="*/ 41 w 103"/>
              <a:gd name="T81" fmla="*/ 306 h 512"/>
              <a:gd name="T82" fmla="*/ 26 w 103"/>
              <a:gd name="T83" fmla="*/ 315 h 512"/>
              <a:gd name="T84" fmla="*/ 24 w 103"/>
              <a:gd name="T85" fmla="*/ 347 h 512"/>
              <a:gd name="T86" fmla="*/ 68 w 103"/>
              <a:gd name="T87" fmla="*/ 365 h 512"/>
              <a:gd name="T88" fmla="*/ 77 w 103"/>
              <a:gd name="T89" fmla="*/ 348 h 512"/>
              <a:gd name="T90" fmla="*/ 50 w 103"/>
              <a:gd name="T91" fmla="*/ 360 h 512"/>
              <a:gd name="T92" fmla="*/ 38 w 103"/>
              <a:gd name="T93" fmla="*/ 337 h 512"/>
              <a:gd name="T94" fmla="*/ 68 w 103"/>
              <a:gd name="T95" fmla="*/ 354 h 512"/>
              <a:gd name="T96" fmla="*/ 41 w 103"/>
              <a:gd name="T97" fmla="*/ 412 h 512"/>
              <a:gd name="T98" fmla="*/ 26 w 103"/>
              <a:gd name="T99" fmla="*/ 424 h 512"/>
              <a:gd name="T100" fmla="*/ 68 w 103"/>
              <a:gd name="T101" fmla="*/ 401 h 512"/>
              <a:gd name="T102" fmla="*/ 73 w 103"/>
              <a:gd name="T103" fmla="*/ 382 h 512"/>
              <a:gd name="T104" fmla="*/ 68 w 103"/>
              <a:gd name="T105" fmla="*/ 432 h 512"/>
              <a:gd name="T106" fmla="*/ 24 w 103"/>
              <a:gd name="T107" fmla="*/ 459 h 512"/>
              <a:gd name="T108" fmla="*/ 77 w 103"/>
              <a:gd name="T109" fmla="*/ 444 h 512"/>
              <a:gd name="T110" fmla="*/ 37 w 103"/>
              <a:gd name="T111" fmla="*/ 452 h 512"/>
              <a:gd name="T112" fmla="*/ 63 w 103"/>
              <a:gd name="T113" fmla="*/ 469 h 512"/>
              <a:gd name="T114" fmla="*/ 34 w 103"/>
              <a:gd name="T115" fmla="*/ 491 h 512"/>
              <a:gd name="T116" fmla="*/ 77 w 103"/>
              <a:gd name="T117" fmla="*/ 493 h 512"/>
              <a:gd name="T118" fmla="*/ 30 w 103"/>
              <a:gd name="T119" fmla="*/ 507 h 512"/>
              <a:gd name="T120" fmla="*/ 103 w 103"/>
              <a:gd name="T121" fmla="*/ 485 h 512"/>
              <a:gd name="T122" fmla="*/ 103 w 103"/>
              <a:gd name="T123" fmla="*/ 474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03" h="512">
                <a:moveTo>
                  <a:pt x="26" y="40"/>
                </a:moveTo>
                <a:cubicBezTo>
                  <a:pt x="24" y="35"/>
                  <a:pt x="24" y="29"/>
                  <a:pt x="24" y="22"/>
                </a:cubicBezTo>
                <a:cubicBezTo>
                  <a:pt x="24" y="15"/>
                  <a:pt x="25" y="10"/>
                  <a:pt x="28" y="6"/>
                </a:cubicBezTo>
                <a:cubicBezTo>
                  <a:pt x="31" y="2"/>
                  <a:pt x="34" y="0"/>
                  <a:pt x="39" y="0"/>
                </a:cubicBezTo>
                <a:cubicBezTo>
                  <a:pt x="42" y="0"/>
                  <a:pt x="45" y="1"/>
                  <a:pt x="47" y="3"/>
                </a:cubicBezTo>
                <a:cubicBezTo>
                  <a:pt x="50" y="6"/>
                  <a:pt x="51" y="9"/>
                  <a:pt x="52" y="12"/>
                </a:cubicBezTo>
                <a:cubicBezTo>
                  <a:pt x="52" y="12"/>
                  <a:pt x="52" y="12"/>
                  <a:pt x="52" y="12"/>
                </a:cubicBezTo>
                <a:cubicBezTo>
                  <a:pt x="53" y="9"/>
                  <a:pt x="54" y="7"/>
                  <a:pt x="56" y="5"/>
                </a:cubicBezTo>
                <a:cubicBezTo>
                  <a:pt x="58" y="3"/>
                  <a:pt x="61" y="2"/>
                  <a:pt x="64" y="2"/>
                </a:cubicBezTo>
                <a:cubicBezTo>
                  <a:pt x="68" y="2"/>
                  <a:pt x="72" y="4"/>
                  <a:pt x="75" y="8"/>
                </a:cubicBezTo>
                <a:cubicBezTo>
                  <a:pt x="77" y="11"/>
                  <a:pt x="79" y="16"/>
                  <a:pt x="79" y="23"/>
                </a:cubicBezTo>
                <a:cubicBezTo>
                  <a:pt x="79" y="28"/>
                  <a:pt x="78" y="33"/>
                  <a:pt x="76" y="37"/>
                </a:cubicBezTo>
                <a:cubicBezTo>
                  <a:pt x="66" y="37"/>
                  <a:pt x="66" y="37"/>
                  <a:pt x="66" y="37"/>
                </a:cubicBezTo>
                <a:cubicBezTo>
                  <a:pt x="69" y="33"/>
                  <a:pt x="70" y="28"/>
                  <a:pt x="70" y="24"/>
                </a:cubicBezTo>
                <a:cubicBezTo>
                  <a:pt x="70" y="17"/>
                  <a:pt x="68" y="14"/>
                  <a:pt x="63" y="14"/>
                </a:cubicBezTo>
                <a:cubicBezTo>
                  <a:pt x="61" y="14"/>
                  <a:pt x="59" y="15"/>
                  <a:pt x="58" y="18"/>
                </a:cubicBezTo>
                <a:cubicBezTo>
                  <a:pt x="57" y="20"/>
                  <a:pt x="56" y="23"/>
                  <a:pt x="56" y="27"/>
                </a:cubicBezTo>
                <a:cubicBezTo>
                  <a:pt x="56" y="29"/>
                  <a:pt x="56" y="31"/>
                  <a:pt x="56" y="33"/>
                </a:cubicBezTo>
                <a:cubicBezTo>
                  <a:pt x="47" y="33"/>
                  <a:pt x="47" y="33"/>
                  <a:pt x="47" y="33"/>
                </a:cubicBezTo>
                <a:cubicBezTo>
                  <a:pt x="47" y="30"/>
                  <a:pt x="48" y="28"/>
                  <a:pt x="48" y="25"/>
                </a:cubicBezTo>
                <a:cubicBezTo>
                  <a:pt x="48" y="16"/>
                  <a:pt x="45" y="12"/>
                  <a:pt x="40" y="12"/>
                </a:cubicBezTo>
                <a:cubicBezTo>
                  <a:pt x="38" y="12"/>
                  <a:pt x="36" y="13"/>
                  <a:pt x="34" y="15"/>
                </a:cubicBezTo>
                <a:cubicBezTo>
                  <a:pt x="33" y="17"/>
                  <a:pt x="32" y="20"/>
                  <a:pt x="32" y="24"/>
                </a:cubicBezTo>
                <a:cubicBezTo>
                  <a:pt x="32" y="30"/>
                  <a:pt x="34" y="35"/>
                  <a:pt x="36" y="40"/>
                </a:cubicBezTo>
                <a:lnTo>
                  <a:pt x="26" y="40"/>
                </a:lnTo>
                <a:close/>
                <a:moveTo>
                  <a:pt x="60" y="52"/>
                </a:moveTo>
                <a:cubicBezTo>
                  <a:pt x="63" y="52"/>
                  <a:pt x="65" y="51"/>
                  <a:pt x="66" y="51"/>
                </a:cubicBezTo>
                <a:cubicBezTo>
                  <a:pt x="68" y="50"/>
                  <a:pt x="68" y="49"/>
                  <a:pt x="68" y="47"/>
                </a:cubicBezTo>
                <a:cubicBezTo>
                  <a:pt x="68" y="46"/>
                  <a:pt x="68" y="45"/>
                  <a:pt x="68" y="44"/>
                </a:cubicBezTo>
                <a:cubicBezTo>
                  <a:pt x="77" y="44"/>
                  <a:pt x="77" y="44"/>
                  <a:pt x="77" y="44"/>
                </a:cubicBezTo>
                <a:cubicBezTo>
                  <a:pt x="78" y="46"/>
                  <a:pt x="78" y="49"/>
                  <a:pt x="78" y="51"/>
                </a:cubicBezTo>
                <a:cubicBezTo>
                  <a:pt x="78" y="56"/>
                  <a:pt x="77" y="59"/>
                  <a:pt x="74" y="61"/>
                </a:cubicBezTo>
                <a:cubicBezTo>
                  <a:pt x="72" y="63"/>
                  <a:pt x="68" y="63"/>
                  <a:pt x="62" y="63"/>
                </a:cubicBezTo>
                <a:cubicBezTo>
                  <a:pt x="49" y="63"/>
                  <a:pt x="49" y="63"/>
                  <a:pt x="49" y="63"/>
                </a:cubicBezTo>
                <a:cubicBezTo>
                  <a:pt x="39" y="63"/>
                  <a:pt x="34" y="67"/>
                  <a:pt x="34" y="76"/>
                </a:cubicBezTo>
                <a:cubicBezTo>
                  <a:pt x="34" y="79"/>
                  <a:pt x="35" y="82"/>
                  <a:pt x="37" y="84"/>
                </a:cubicBezTo>
                <a:cubicBezTo>
                  <a:pt x="40" y="86"/>
                  <a:pt x="44" y="87"/>
                  <a:pt x="49" y="87"/>
                </a:cubicBezTo>
                <a:cubicBezTo>
                  <a:pt x="59" y="87"/>
                  <a:pt x="68" y="85"/>
                  <a:pt x="77" y="81"/>
                </a:cubicBezTo>
                <a:cubicBezTo>
                  <a:pt x="77" y="93"/>
                  <a:pt x="77" y="93"/>
                  <a:pt x="77" y="93"/>
                </a:cubicBezTo>
                <a:cubicBezTo>
                  <a:pt x="69" y="97"/>
                  <a:pt x="59" y="99"/>
                  <a:pt x="49" y="99"/>
                </a:cubicBezTo>
                <a:cubicBezTo>
                  <a:pt x="41" y="99"/>
                  <a:pt x="35" y="97"/>
                  <a:pt x="30" y="93"/>
                </a:cubicBezTo>
                <a:cubicBezTo>
                  <a:pt x="26" y="89"/>
                  <a:pt x="24" y="83"/>
                  <a:pt x="24" y="75"/>
                </a:cubicBezTo>
                <a:cubicBezTo>
                  <a:pt x="24" y="68"/>
                  <a:pt x="26" y="62"/>
                  <a:pt x="30" y="58"/>
                </a:cubicBezTo>
                <a:cubicBezTo>
                  <a:pt x="34" y="54"/>
                  <a:pt x="40" y="52"/>
                  <a:pt x="47" y="52"/>
                </a:cubicBezTo>
                <a:lnTo>
                  <a:pt x="60" y="52"/>
                </a:lnTo>
                <a:close/>
                <a:moveTo>
                  <a:pt x="1" y="160"/>
                </a:moveTo>
                <a:cubicBezTo>
                  <a:pt x="1" y="158"/>
                  <a:pt x="0" y="156"/>
                  <a:pt x="0" y="154"/>
                </a:cubicBezTo>
                <a:cubicBezTo>
                  <a:pt x="0" y="151"/>
                  <a:pt x="1" y="148"/>
                  <a:pt x="4" y="146"/>
                </a:cubicBezTo>
                <a:cubicBezTo>
                  <a:pt x="6" y="144"/>
                  <a:pt x="9" y="141"/>
                  <a:pt x="15" y="139"/>
                </a:cubicBezTo>
                <a:cubicBezTo>
                  <a:pt x="32" y="131"/>
                  <a:pt x="32" y="131"/>
                  <a:pt x="32" y="131"/>
                </a:cubicBezTo>
                <a:cubicBezTo>
                  <a:pt x="1" y="116"/>
                  <a:pt x="1" y="116"/>
                  <a:pt x="1" y="116"/>
                </a:cubicBezTo>
                <a:cubicBezTo>
                  <a:pt x="1" y="103"/>
                  <a:pt x="1" y="103"/>
                  <a:pt x="1" y="103"/>
                </a:cubicBezTo>
                <a:cubicBezTo>
                  <a:pt x="43" y="126"/>
                  <a:pt x="43" y="126"/>
                  <a:pt x="43" y="126"/>
                </a:cubicBezTo>
                <a:cubicBezTo>
                  <a:pt x="61" y="117"/>
                  <a:pt x="61" y="117"/>
                  <a:pt x="61" y="117"/>
                </a:cubicBezTo>
                <a:cubicBezTo>
                  <a:pt x="66" y="115"/>
                  <a:pt x="69" y="113"/>
                  <a:pt x="69" y="111"/>
                </a:cubicBezTo>
                <a:cubicBezTo>
                  <a:pt x="69" y="109"/>
                  <a:pt x="68" y="107"/>
                  <a:pt x="68" y="106"/>
                </a:cubicBezTo>
                <a:cubicBezTo>
                  <a:pt x="78" y="106"/>
                  <a:pt x="78" y="106"/>
                  <a:pt x="78" y="106"/>
                </a:cubicBezTo>
                <a:cubicBezTo>
                  <a:pt x="78" y="107"/>
                  <a:pt x="79" y="109"/>
                  <a:pt x="79" y="112"/>
                </a:cubicBezTo>
                <a:cubicBezTo>
                  <a:pt x="79" y="115"/>
                  <a:pt x="78" y="118"/>
                  <a:pt x="77" y="119"/>
                </a:cubicBezTo>
                <a:cubicBezTo>
                  <a:pt x="75" y="121"/>
                  <a:pt x="73" y="123"/>
                  <a:pt x="70" y="125"/>
                </a:cubicBezTo>
                <a:cubicBezTo>
                  <a:pt x="53" y="132"/>
                  <a:pt x="53" y="132"/>
                  <a:pt x="53" y="132"/>
                </a:cubicBezTo>
                <a:cubicBezTo>
                  <a:pt x="77" y="144"/>
                  <a:pt x="77" y="144"/>
                  <a:pt x="77" y="144"/>
                </a:cubicBezTo>
                <a:cubicBezTo>
                  <a:pt x="77" y="157"/>
                  <a:pt x="77" y="157"/>
                  <a:pt x="77" y="157"/>
                </a:cubicBezTo>
                <a:cubicBezTo>
                  <a:pt x="42" y="138"/>
                  <a:pt x="42" y="138"/>
                  <a:pt x="42" y="138"/>
                </a:cubicBezTo>
                <a:cubicBezTo>
                  <a:pt x="17" y="149"/>
                  <a:pt x="17" y="149"/>
                  <a:pt x="17" y="149"/>
                </a:cubicBezTo>
                <a:cubicBezTo>
                  <a:pt x="13" y="151"/>
                  <a:pt x="10" y="153"/>
                  <a:pt x="10" y="156"/>
                </a:cubicBezTo>
                <a:cubicBezTo>
                  <a:pt x="10" y="157"/>
                  <a:pt x="11" y="159"/>
                  <a:pt x="11" y="160"/>
                </a:cubicBezTo>
                <a:lnTo>
                  <a:pt x="1" y="160"/>
                </a:lnTo>
                <a:close/>
                <a:moveTo>
                  <a:pt x="66" y="204"/>
                </a:moveTo>
                <a:cubicBezTo>
                  <a:pt x="70" y="202"/>
                  <a:pt x="73" y="200"/>
                  <a:pt x="75" y="197"/>
                </a:cubicBezTo>
                <a:cubicBezTo>
                  <a:pt x="77" y="194"/>
                  <a:pt x="79" y="190"/>
                  <a:pt x="79" y="186"/>
                </a:cubicBezTo>
                <a:cubicBezTo>
                  <a:pt x="79" y="179"/>
                  <a:pt x="76" y="173"/>
                  <a:pt x="70" y="168"/>
                </a:cubicBezTo>
                <a:cubicBezTo>
                  <a:pt x="65" y="164"/>
                  <a:pt x="58" y="162"/>
                  <a:pt x="50" y="162"/>
                </a:cubicBezTo>
                <a:cubicBezTo>
                  <a:pt x="42" y="162"/>
                  <a:pt x="36" y="164"/>
                  <a:pt x="31" y="167"/>
                </a:cubicBezTo>
                <a:cubicBezTo>
                  <a:pt x="26" y="171"/>
                  <a:pt x="24" y="176"/>
                  <a:pt x="24" y="183"/>
                </a:cubicBezTo>
                <a:cubicBezTo>
                  <a:pt x="24" y="191"/>
                  <a:pt x="28" y="198"/>
                  <a:pt x="38" y="203"/>
                </a:cubicBezTo>
                <a:cubicBezTo>
                  <a:pt x="38" y="203"/>
                  <a:pt x="38" y="203"/>
                  <a:pt x="38" y="203"/>
                </a:cubicBezTo>
                <a:cubicBezTo>
                  <a:pt x="29" y="205"/>
                  <a:pt x="24" y="209"/>
                  <a:pt x="24" y="215"/>
                </a:cubicBezTo>
                <a:cubicBezTo>
                  <a:pt x="24" y="217"/>
                  <a:pt x="25" y="219"/>
                  <a:pt x="25" y="221"/>
                </a:cubicBezTo>
                <a:cubicBezTo>
                  <a:pt x="35" y="222"/>
                  <a:pt x="35" y="222"/>
                  <a:pt x="35" y="222"/>
                </a:cubicBezTo>
                <a:cubicBezTo>
                  <a:pt x="35" y="221"/>
                  <a:pt x="34" y="220"/>
                  <a:pt x="34" y="219"/>
                </a:cubicBezTo>
                <a:cubicBezTo>
                  <a:pt x="34" y="217"/>
                  <a:pt x="36" y="215"/>
                  <a:pt x="38" y="214"/>
                </a:cubicBezTo>
                <a:cubicBezTo>
                  <a:pt x="40" y="212"/>
                  <a:pt x="45" y="211"/>
                  <a:pt x="51" y="210"/>
                </a:cubicBezTo>
                <a:cubicBezTo>
                  <a:pt x="77" y="220"/>
                  <a:pt x="77" y="220"/>
                  <a:pt x="77" y="220"/>
                </a:cubicBezTo>
                <a:cubicBezTo>
                  <a:pt x="77" y="208"/>
                  <a:pt x="77" y="208"/>
                  <a:pt x="77" y="208"/>
                </a:cubicBezTo>
                <a:cubicBezTo>
                  <a:pt x="66" y="204"/>
                  <a:pt x="66" y="204"/>
                  <a:pt x="66" y="204"/>
                </a:cubicBezTo>
                <a:close/>
                <a:moveTo>
                  <a:pt x="52" y="200"/>
                </a:moveTo>
                <a:cubicBezTo>
                  <a:pt x="50" y="200"/>
                  <a:pt x="50" y="200"/>
                  <a:pt x="50" y="200"/>
                </a:cubicBezTo>
                <a:cubicBezTo>
                  <a:pt x="44" y="198"/>
                  <a:pt x="40" y="196"/>
                  <a:pt x="38" y="193"/>
                </a:cubicBezTo>
                <a:cubicBezTo>
                  <a:pt x="35" y="191"/>
                  <a:pt x="33" y="188"/>
                  <a:pt x="33" y="185"/>
                </a:cubicBezTo>
                <a:cubicBezTo>
                  <a:pt x="33" y="182"/>
                  <a:pt x="35" y="179"/>
                  <a:pt x="38" y="177"/>
                </a:cubicBezTo>
                <a:cubicBezTo>
                  <a:pt x="41" y="175"/>
                  <a:pt x="45" y="174"/>
                  <a:pt x="50" y="174"/>
                </a:cubicBezTo>
                <a:cubicBezTo>
                  <a:pt x="56" y="174"/>
                  <a:pt x="60" y="175"/>
                  <a:pt x="64" y="177"/>
                </a:cubicBezTo>
                <a:cubicBezTo>
                  <a:pt x="67" y="180"/>
                  <a:pt x="69" y="183"/>
                  <a:pt x="69" y="187"/>
                </a:cubicBezTo>
                <a:cubicBezTo>
                  <a:pt x="69" y="190"/>
                  <a:pt x="68" y="193"/>
                  <a:pt x="65" y="195"/>
                </a:cubicBezTo>
                <a:cubicBezTo>
                  <a:pt x="62" y="197"/>
                  <a:pt x="57" y="199"/>
                  <a:pt x="52" y="200"/>
                </a:cubicBezTo>
                <a:close/>
                <a:moveTo>
                  <a:pt x="71" y="237"/>
                </a:moveTo>
                <a:cubicBezTo>
                  <a:pt x="67" y="232"/>
                  <a:pt x="60" y="230"/>
                  <a:pt x="51" y="230"/>
                </a:cubicBezTo>
                <a:cubicBezTo>
                  <a:pt x="5" y="230"/>
                  <a:pt x="5" y="230"/>
                  <a:pt x="5" y="230"/>
                </a:cubicBezTo>
                <a:cubicBezTo>
                  <a:pt x="5" y="242"/>
                  <a:pt x="5" y="242"/>
                  <a:pt x="5" y="242"/>
                </a:cubicBezTo>
                <a:cubicBezTo>
                  <a:pt x="29" y="242"/>
                  <a:pt x="29" y="242"/>
                  <a:pt x="29" y="242"/>
                </a:cubicBezTo>
                <a:cubicBezTo>
                  <a:pt x="29" y="242"/>
                  <a:pt x="29" y="242"/>
                  <a:pt x="29" y="242"/>
                </a:cubicBezTo>
                <a:cubicBezTo>
                  <a:pt x="26" y="246"/>
                  <a:pt x="24" y="251"/>
                  <a:pt x="24" y="257"/>
                </a:cubicBezTo>
                <a:cubicBezTo>
                  <a:pt x="24" y="265"/>
                  <a:pt x="26" y="271"/>
                  <a:pt x="31" y="275"/>
                </a:cubicBezTo>
                <a:cubicBezTo>
                  <a:pt x="36" y="279"/>
                  <a:pt x="43" y="281"/>
                  <a:pt x="52" y="281"/>
                </a:cubicBezTo>
                <a:cubicBezTo>
                  <a:pt x="59" y="281"/>
                  <a:pt x="66" y="279"/>
                  <a:pt x="71" y="274"/>
                </a:cubicBezTo>
                <a:cubicBezTo>
                  <a:pt x="76" y="269"/>
                  <a:pt x="79" y="263"/>
                  <a:pt x="79" y="255"/>
                </a:cubicBezTo>
                <a:cubicBezTo>
                  <a:pt x="79" y="247"/>
                  <a:pt x="76" y="241"/>
                  <a:pt x="71" y="237"/>
                </a:cubicBezTo>
                <a:close/>
                <a:moveTo>
                  <a:pt x="64" y="265"/>
                </a:moveTo>
                <a:cubicBezTo>
                  <a:pt x="61" y="268"/>
                  <a:pt x="56" y="269"/>
                  <a:pt x="51" y="269"/>
                </a:cubicBezTo>
                <a:cubicBezTo>
                  <a:pt x="39" y="269"/>
                  <a:pt x="33" y="264"/>
                  <a:pt x="33" y="255"/>
                </a:cubicBezTo>
                <a:cubicBezTo>
                  <a:pt x="33" y="252"/>
                  <a:pt x="34" y="250"/>
                  <a:pt x="35" y="247"/>
                </a:cubicBezTo>
                <a:cubicBezTo>
                  <a:pt x="36" y="245"/>
                  <a:pt x="37" y="243"/>
                  <a:pt x="39" y="242"/>
                </a:cubicBezTo>
                <a:cubicBezTo>
                  <a:pt x="52" y="242"/>
                  <a:pt x="52" y="242"/>
                  <a:pt x="52" y="242"/>
                </a:cubicBezTo>
                <a:cubicBezTo>
                  <a:pt x="58" y="242"/>
                  <a:pt x="62" y="243"/>
                  <a:pt x="65" y="245"/>
                </a:cubicBezTo>
                <a:cubicBezTo>
                  <a:pt x="68" y="248"/>
                  <a:pt x="69" y="251"/>
                  <a:pt x="69" y="255"/>
                </a:cubicBezTo>
                <a:cubicBezTo>
                  <a:pt x="69" y="259"/>
                  <a:pt x="67" y="263"/>
                  <a:pt x="64" y="265"/>
                </a:cubicBezTo>
                <a:close/>
                <a:moveTo>
                  <a:pt x="26" y="315"/>
                </a:moveTo>
                <a:cubicBezTo>
                  <a:pt x="25" y="313"/>
                  <a:pt x="24" y="310"/>
                  <a:pt x="24" y="308"/>
                </a:cubicBezTo>
                <a:cubicBezTo>
                  <a:pt x="24" y="299"/>
                  <a:pt x="29" y="294"/>
                  <a:pt x="40" y="294"/>
                </a:cubicBezTo>
                <a:cubicBezTo>
                  <a:pt x="77" y="294"/>
                  <a:pt x="77" y="294"/>
                  <a:pt x="77" y="294"/>
                </a:cubicBezTo>
                <a:cubicBezTo>
                  <a:pt x="77" y="306"/>
                  <a:pt x="77" y="306"/>
                  <a:pt x="77" y="306"/>
                </a:cubicBezTo>
                <a:cubicBezTo>
                  <a:pt x="41" y="306"/>
                  <a:pt x="41" y="306"/>
                  <a:pt x="41" y="306"/>
                </a:cubicBezTo>
                <a:cubicBezTo>
                  <a:pt x="36" y="306"/>
                  <a:pt x="34" y="307"/>
                  <a:pt x="34" y="311"/>
                </a:cubicBezTo>
                <a:cubicBezTo>
                  <a:pt x="34" y="312"/>
                  <a:pt x="34" y="314"/>
                  <a:pt x="35" y="315"/>
                </a:cubicBezTo>
                <a:lnTo>
                  <a:pt x="26" y="315"/>
                </a:lnTo>
                <a:close/>
                <a:moveTo>
                  <a:pt x="51" y="321"/>
                </a:moveTo>
                <a:cubicBezTo>
                  <a:pt x="42" y="321"/>
                  <a:pt x="36" y="323"/>
                  <a:pt x="31" y="328"/>
                </a:cubicBezTo>
                <a:cubicBezTo>
                  <a:pt x="26" y="333"/>
                  <a:pt x="24" y="339"/>
                  <a:pt x="24" y="347"/>
                </a:cubicBezTo>
                <a:cubicBezTo>
                  <a:pt x="24" y="354"/>
                  <a:pt x="26" y="360"/>
                  <a:pt x="31" y="365"/>
                </a:cubicBezTo>
                <a:cubicBezTo>
                  <a:pt x="36" y="369"/>
                  <a:pt x="42" y="372"/>
                  <a:pt x="50" y="372"/>
                </a:cubicBezTo>
                <a:cubicBezTo>
                  <a:pt x="57" y="372"/>
                  <a:pt x="63" y="369"/>
                  <a:pt x="68" y="365"/>
                </a:cubicBezTo>
                <a:cubicBezTo>
                  <a:pt x="68" y="378"/>
                  <a:pt x="68" y="378"/>
                  <a:pt x="68" y="378"/>
                </a:cubicBezTo>
                <a:cubicBezTo>
                  <a:pt x="77" y="378"/>
                  <a:pt x="77" y="378"/>
                  <a:pt x="77" y="378"/>
                </a:cubicBezTo>
                <a:cubicBezTo>
                  <a:pt x="77" y="348"/>
                  <a:pt x="77" y="348"/>
                  <a:pt x="77" y="348"/>
                </a:cubicBezTo>
                <a:cubicBezTo>
                  <a:pt x="77" y="330"/>
                  <a:pt x="68" y="321"/>
                  <a:pt x="51" y="321"/>
                </a:cubicBezTo>
                <a:close/>
                <a:moveTo>
                  <a:pt x="68" y="354"/>
                </a:moveTo>
                <a:cubicBezTo>
                  <a:pt x="63" y="358"/>
                  <a:pt x="57" y="360"/>
                  <a:pt x="50" y="360"/>
                </a:cubicBezTo>
                <a:cubicBezTo>
                  <a:pt x="45" y="360"/>
                  <a:pt x="41" y="358"/>
                  <a:pt x="38" y="356"/>
                </a:cubicBezTo>
                <a:cubicBezTo>
                  <a:pt x="35" y="354"/>
                  <a:pt x="33" y="351"/>
                  <a:pt x="33" y="347"/>
                </a:cubicBezTo>
                <a:cubicBezTo>
                  <a:pt x="33" y="343"/>
                  <a:pt x="35" y="339"/>
                  <a:pt x="38" y="337"/>
                </a:cubicBezTo>
                <a:cubicBezTo>
                  <a:pt x="41" y="334"/>
                  <a:pt x="45" y="333"/>
                  <a:pt x="50" y="333"/>
                </a:cubicBezTo>
                <a:cubicBezTo>
                  <a:pt x="62" y="333"/>
                  <a:pt x="68" y="338"/>
                  <a:pt x="68" y="349"/>
                </a:cubicBezTo>
                <a:lnTo>
                  <a:pt x="68" y="354"/>
                </a:lnTo>
                <a:close/>
                <a:moveTo>
                  <a:pt x="68" y="432"/>
                </a:moveTo>
                <a:cubicBezTo>
                  <a:pt x="68" y="412"/>
                  <a:pt x="68" y="412"/>
                  <a:pt x="68" y="412"/>
                </a:cubicBezTo>
                <a:cubicBezTo>
                  <a:pt x="41" y="412"/>
                  <a:pt x="41" y="412"/>
                  <a:pt x="41" y="412"/>
                </a:cubicBezTo>
                <a:cubicBezTo>
                  <a:pt x="36" y="412"/>
                  <a:pt x="34" y="414"/>
                  <a:pt x="34" y="418"/>
                </a:cubicBezTo>
                <a:cubicBezTo>
                  <a:pt x="34" y="420"/>
                  <a:pt x="34" y="422"/>
                  <a:pt x="35" y="424"/>
                </a:cubicBezTo>
                <a:cubicBezTo>
                  <a:pt x="26" y="424"/>
                  <a:pt x="26" y="424"/>
                  <a:pt x="26" y="424"/>
                </a:cubicBezTo>
                <a:cubicBezTo>
                  <a:pt x="25" y="421"/>
                  <a:pt x="24" y="418"/>
                  <a:pt x="24" y="415"/>
                </a:cubicBezTo>
                <a:cubicBezTo>
                  <a:pt x="24" y="405"/>
                  <a:pt x="29" y="401"/>
                  <a:pt x="40" y="401"/>
                </a:cubicBezTo>
                <a:cubicBezTo>
                  <a:pt x="68" y="401"/>
                  <a:pt x="68" y="401"/>
                  <a:pt x="68" y="401"/>
                </a:cubicBezTo>
                <a:cubicBezTo>
                  <a:pt x="68" y="394"/>
                  <a:pt x="68" y="394"/>
                  <a:pt x="68" y="394"/>
                </a:cubicBezTo>
                <a:cubicBezTo>
                  <a:pt x="68" y="390"/>
                  <a:pt x="67" y="386"/>
                  <a:pt x="63" y="382"/>
                </a:cubicBezTo>
                <a:cubicBezTo>
                  <a:pt x="73" y="382"/>
                  <a:pt x="73" y="382"/>
                  <a:pt x="73" y="382"/>
                </a:cubicBezTo>
                <a:cubicBezTo>
                  <a:pt x="76" y="384"/>
                  <a:pt x="77" y="389"/>
                  <a:pt x="77" y="395"/>
                </a:cubicBezTo>
                <a:cubicBezTo>
                  <a:pt x="77" y="432"/>
                  <a:pt x="77" y="432"/>
                  <a:pt x="77" y="432"/>
                </a:cubicBezTo>
                <a:lnTo>
                  <a:pt x="68" y="432"/>
                </a:lnTo>
                <a:close/>
                <a:moveTo>
                  <a:pt x="34" y="475"/>
                </a:moveTo>
                <a:cubicBezTo>
                  <a:pt x="34" y="475"/>
                  <a:pt x="34" y="475"/>
                  <a:pt x="34" y="475"/>
                </a:cubicBezTo>
                <a:cubicBezTo>
                  <a:pt x="27" y="471"/>
                  <a:pt x="24" y="466"/>
                  <a:pt x="24" y="459"/>
                </a:cubicBezTo>
                <a:cubicBezTo>
                  <a:pt x="24" y="452"/>
                  <a:pt x="26" y="447"/>
                  <a:pt x="30" y="443"/>
                </a:cubicBezTo>
                <a:cubicBezTo>
                  <a:pt x="35" y="439"/>
                  <a:pt x="41" y="438"/>
                  <a:pt x="49" y="438"/>
                </a:cubicBezTo>
                <a:cubicBezTo>
                  <a:pt x="57" y="438"/>
                  <a:pt x="67" y="440"/>
                  <a:pt x="77" y="444"/>
                </a:cubicBezTo>
                <a:cubicBezTo>
                  <a:pt x="77" y="457"/>
                  <a:pt x="77" y="457"/>
                  <a:pt x="77" y="457"/>
                </a:cubicBezTo>
                <a:cubicBezTo>
                  <a:pt x="67" y="452"/>
                  <a:pt x="57" y="449"/>
                  <a:pt x="49" y="449"/>
                </a:cubicBezTo>
                <a:cubicBezTo>
                  <a:pt x="44" y="449"/>
                  <a:pt x="40" y="450"/>
                  <a:pt x="37" y="452"/>
                </a:cubicBezTo>
                <a:cubicBezTo>
                  <a:pt x="35" y="454"/>
                  <a:pt x="34" y="456"/>
                  <a:pt x="34" y="459"/>
                </a:cubicBezTo>
                <a:cubicBezTo>
                  <a:pt x="34" y="466"/>
                  <a:pt x="39" y="469"/>
                  <a:pt x="49" y="469"/>
                </a:cubicBezTo>
                <a:cubicBezTo>
                  <a:pt x="63" y="469"/>
                  <a:pt x="63" y="469"/>
                  <a:pt x="63" y="469"/>
                </a:cubicBezTo>
                <a:cubicBezTo>
                  <a:pt x="63" y="481"/>
                  <a:pt x="63" y="481"/>
                  <a:pt x="63" y="481"/>
                </a:cubicBezTo>
                <a:cubicBezTo>
                  <a:pt x="49" y="481"/>
                  <a:pt x="49" y="481"/>
                  <a:pt x="49" y="481"/>
                </a:cubicBezTo>
                <a:cubicBezTo>
                  <a:pt x="39" y="481"/>
                  <a:pt x="34" y="484"/>
                  <a:pt x="34" y="491"/>
                </a:cubicBezTo>
                <a:cubicBezTo>
                  <a:pt x="34" y="494"/>
                  <a:pt x="35" y="496"/>
                  <a:pt x="37" y="498"/>
                </a:cubicBezTo>
                <a:cubicBezTo>
                  <a:pt x="40" y="500"/>
                  <a:pt x="44" y="501"/>
                  <a:pt x="49" y="501"/>
                </a:cubicBezTo>
                <a:cubicBezTo>
                  <a:pt x="57" y="501"/>
                  <a:pt x="67" y="498"/>
                  <a:pt x="77" y="493"/>
                </a:cubicBezTo>
                <a:cubicBezTo>
                  <a:pt x="77" y="506"/>
                  <a:pt x="77" y="506"/>
                  <a:pt x="77" y="506"/>
                </a:cubicBezTo>
                <a:cubicBezTo>
                  <a:pt x="67" y="510"/>
                  <a:pt x="57" y="512"/>
                  <a:pt x="49" y="512"/>
                </a:cubicBezTo>
                <a:cubicBezTo>
                  <a:pt x="41" y="512"/>
                  <a:pt x="35" y="510"/>
                  <a:pt x="30" y="507"/>
                </a:cubicBezTo>
                <a:cubicBezTo>
                  <a:pt x="26" y="503"/>
                  <a:pt x="24" y="498"/>
                  <a:pt x="24" y="491"/>
                </a:cubicBezTo>
                <a:cubicBezTo>
                  <a:pt x="24" y="484"/>
                  <a:pt x="27" y="479"/>
                  <a:pt x="34" y="475"/>
                </a:cubicBezTo>
                <a:close/>
                <a:moveTo>
                  <a:pt x="103" y="485"/>
                </a:moveTo>
                <a:cubicBezTo>
                  <a:pt x="85" y="475"/>
                  <a:pt x="85" y="475"/>
                  <a:pt x="85" y="475"/>
                </a:cubicBezTo>
                <a:cubicBezTo>
                  <a:pt x="85" y="469"/>
                  <a:pt x="85" y="469"/>
                  <a:pt x="85" y="469"/>
                </a:cubicBezTo>
                <a:cubicBezTo>
                  <a:pt x="103" y="474"/>
                  <a:pt x="103" y="474"/>
                  <a:pt x="103" y="474"/>
                </a:cubicBezTo>
                <a:lnTo>
                  <a:pt x="103" y="485"/>
                </a:lnTo>
                <a:close/>
              </a:path>
            </a:pathLst>
          </a:custGeom>
          <a:solidFill>
            <a:srgbClr val="F8BB2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1" name="Freeform 237">
            <a:extLst>
              <a:ext uri="{FF2B5EF4-FFF2-40B4-BE49-F238E27FC236}">
                <a16:creationId xmlns:a16="http://schemas.microsoft.com/office/drawing/2014/main" id="{E1F19880-1C8F-5960-EC4F-93D08CB8A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076592" y="4926642"/>
            <a:ext cx="3322733" cy="350641"/>
          </a:xfrm>
          <a:custGeom>
            <a:avLst/>
            <a:gdLst>
              <a:gd name="T0" fmla="*/ 57 w 1094"/>
              <a:gd name="T1" fmla="*/ 47 h 115"/>
              <a:gd name="T2" fmla="*/ 39 w 1094"/>
              <a:gd name="T3" fmla="*/ 24 h 115"/>
              <a:gd name="T4" fmla="*/ 4 w 1094"/>
              <a:gd name="T5" fmla="*/ 24 h 115"/>
              <a:gd name="T6" fmla="*/ 14 w 1094"/>
              <a:gd name="T7" fmla="*/ 105 h 115"/>
              <a:gd name="T8" fmla="*/ 68 w 1094"/>
              <a:gd name="T9" fmla="*/ 56 h 115"/>
              <a:gd name="T10" fmla="*/ 99 w 1094"/>
              <a:gd name="T11" fmla="*/ 79 h 115"/>
              <a:gd name="T12" fmla="*/ 35 w 1094"/>
              <a:gd name="T13" fmla="*/ 88 h 115"/>
              <a:gd name="T14" fmla="*/ 42 w 1094"/>
              <a:gd name="T15" fmla="*/ 82 h 115"/>
              <a:gd name="T16" fmla="*/ 134 w 1094"/>
              <a:gd name="T17" fmla="*/ 17 h 115"/>
              <a:gd name="T18" fmla="*/ 133 w 1094"/>
              <a:gd name="T19" fmla="*/ 71 h 115"/>
              <a:gd name="T20" fmla="*/ 188 w 1094"/>
              <a:gd name="T21" fmla="*/ 54 h 115"/>
              <a:gd name="T22" fmla="*/ 190 w 1094"/>
              <a:gd name="T23" fmla="*/ 10 h 115"/>
              <a:gd name="T24" fmla="*/ 282 w 1094"/>
              <a:gd name="T25" fmla="*/ 66 h 115"/>
              <a:gd name="T26" fmla="*/ 257 w 1094"/>
              <a:gd name="T27" fmla="*/ 103 h 115"/>
              <a:gd name="T28" fmla="*/ 218 w 1094"/>
              <a:gd name="T29" fmla="*/ 111 h 115"/>
              <a:gd name="T30" fmla="*/ 236 w 1094"/>
              <a:gd name="T31" fmla="*/ 38 h 115"/>
              <a:gd name="T32" fmla="*/ 293 w 1094"/>
              <a:gd name="T33" fmla="*/ 26 h 115"/>
              <a:gd name="T34" fmla="*/ 291 w 1094"/>
              <a:gd name="T35" fmla="*/ 30 h 115"/>
              <a:gd name="T36" fmla="*/ 311 w 1094"/>
              <a:gd name="T37" fmla="*/ 22 h 115"/>
              <a:gd name="T38" fmla="*/ 408 w 1094"/>
              <a:gd name="T39" fmla="*/ 46 h 115"/>
              <a:gd name="T40" fmla="*/ 372 w 1094"/>
              <a:gd name="T41" fmla="*/ 112 h 115"/>
              <a:gd name="T42" fmla="*/ 367 w 1094"/>
              <a:gd name="T43" fmla="*/ 11 h 115"/>
              <a:gd name="T44" fmla="*/ 482 w 1094"/>
              <a:gd name="T45" fmla="*/ 38 h 115"/>
              <a:gd name="T46" fmla="*/ 502 w 1094"/>
              <a:gd name="T47" fmla="*/ 67 h 115"/>
              <a:gd name="T48" fmla="*/ 449 w 1094"/>
              <a:gd name="T49" fmla="*/ 7 h 115"/>
              <a:gd name="T50" fmla="*/ 615 w 1094"/>
              <a:gd name="T51" fmla="*/ 104 h 115"/>
              <a:gd name="T52" fmla="*/ 553 w 1094"/>
              <a:gd name="T53" fmla="*/ 60 h 115"/>
              <a:gd name="T54" fmla="*/ 615 w 1094"/>
              <a:gd name="T55" fmla="*/ 104 h 115"/>
              <a:gd name="T56" fmla="*/ 538 w 1094"/>
              <a:gd name="T57" fmla="*/ 22 h 115"/>
              <a:gd name="T58" fmla="*/ 567 w 1094"/>
              <a:gd name="T59" fmla="*/ 47 h 115"/>
              <a:gd name="T60" fmla="*/ 619 w 1094"/>
              <a:gd name="T61" fmla="*/ 56 h 115"/>
              <a:gd name="T62" fmla="*/ 631 w 1094"/>
              <a:gd name="T63" fmla="*/ 45 h 115"/>
              <a:gd name="T64" fmla="*/ 716 w 1094"/>
              <a:gd name="T65" fmla="*/ 78 h 115"/>
              <a:gd name="T66" fmla="*/ 671 w 1094"/>
              <a:gd name="T67" fmla="*/ 40 h 115"/>
              <a:gd name="T68" fmla="*/ 685 w 1094"/>
              <a:gd name="T69" fmla="*/ 7 h 115"/>
              <a:gd name="T70" fmla="*/ 740 w 1094"/>
              <a:gd name="T71" fmla="*/ 32 h 115"/>
              <a:gd name="T72" fmla="*/ 671 w 1094"/>
              <a:gd name="T73" fmla="*/ 73 h 115"/>
              <a:gd name="T74" fmla="*/ 716 w 1094"/>
              <a:gd name="T75" fmla="*/ 3 h 115"/>
              <a:gd name="T76" fmla="*/ 733 w 1094"/>
              <a:gd name="T77" fmla="*/ 0 h 115"/>
              <a:gd name="T78" fmla="*/ 776 w 1094"/>
              <a:gd name="T79" fmla="*/ 20 h 115"/>
              <a:gd name="T80" fmla="*/ 806 w 1094"/>
              <a:gd name="T81" fmla="*/ 72 h 115"/>
              <a:gd name="T82" fmla="*/ 764 w 1094"/>
              <a:gd name="T83" fmla="*/ 18 h 115"/>
              <a:gd name="T84" fmla="*/ 865 w 1094"/>
              <a:gd name="T85" fmla="*/ 73 h 115"/>
              <a:gd name="T86" fmla="*/ 932 w 1094"/>
              <a:gd name="T87" fmla="*/ 52 h 115"/>
              <a:gd name="T88" fmla="*/ 932 w 1094"/>
              <a:gd name="T89" fmla="*/ 9 h 115"/>
              <a:gd name="T90" fmla="*/ 881 w 1094"/>
              <a:gd name="T91" fmla="*/ 23 h 115"/>
              <a:gd name="T92" fmla="*/ 916 w 1094"/>
              <a:gd name="T93" fmla="*/ 53 h 115"/>
              <a:gd name="T94" fmla="*/ 913 w 1094"/>
              <a:gd name="T95" fmla="*/ 60 h 115"/>
              <a:gd name="T96" fmla="*/ 912 w 1094"/>
              <a:gd name="T97" fmla="*/ 112 h 115"/>
              <a:gd name="T98" fmla="*/ 933 w 1094"/>
              <a:gd name="T99" fmla="*/ 80 h 115"/>
              <a:gd name="T100" fmla="*/ 926 w 1094"/>
              <a:gd name="T101" fmla="*/ 85 h 115"/>
              <a:gd name="T102" fmla="*/ 1058 w 1094"/>
              <a:gd name="T103" fmla="*/ 6 h 115"/>
              <a:gd name="T104" fmla="*/ 991 w 1094"/>
              <a:gd name="T105" fmla="*/ 33 h 115"/>
              <a:gd name="T106" fmla="*/ 1034 w 1094"/>
              <a:gd name="T107" fmla="*/ 87 h 115"/>
              <a:gd name="T108" fmla="*/ 1056 w 1094"/>
              <a:gd name="T109" fmla="*/ 80 h 115"/>
              <a:gd name="T110" fmla="*/ 1094 w 1094"/>
              <a:gd name="T111" fmla="*/ 23 h 115"/>
              <a:gd name="T112" fmla="*/ 1048 w 1094"/>
              <a:gd name="T113" fmla="*/ 66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94" h="115">
                <a:moveTo>
                  <a:pt x="70" y="48"/>
                </a:moveTo>
                <a:cubicBezTo>
                  <a:pt x="71" y="47"/>
                  <a:pt x="71" y="45"/>
                  <a:pt x="72" y="43"/>
                </a:cubicBezTo>
                <a:cubicBezTo>
                  <a:pt x="63" y="41"/>
                  <a:pt x="63" y="41"/>
                  <a:pt x="63" y="41"/>
                </a:cubicBezTo>
                <a:cubicBezTo>
                  <a:pt x="63" y="43"/>
                  <a:pt x="62" y="45"/>
                  <a:pt x="62" y="47"/>
                </a:cubicBezTo>
                <a:cubicBezTo>
                  <a:pt x="60" y="47"/>
                  <a:pt x="59" y="47"/>
                  <a:pt x="57" y="47"/>
                </a:cubicBezTo>
                <a:cubicBezTo>
                  <a:pt x="55" y="47"/>
                  <a:pt x="47" y="47"/>
                  <a:pt x="39" y="50"/>
                </a:cubicBezTo>
                <a:cubicBezTo>
                  <a:pt x="39" y="44"/>
                  <a:pt x="39" y="38"/>
                  <a:pt x="39" y="32"/>
                </a:cubicBezTo>
                <a:cubicBezTo>
                  <a:pt x="53" y="31"/>
                  <a:pt x="76" y="30"/>
                  <a:pt x="89" y="27"/>
                </a:cubicBezTo>
                <a:cubicBezTo>
                  <a:pt x="88" y="19"/>
                  <a:pt x="88" y="19"/>
                  <a:pt x="88" y="19"/>
                </a:cubicBezTo>
                <a:cubicBezTo>
                  <a:pt x="75" y="22"/>
                  <a:pt x="53" y="24"/>
                  <a:pt x="39" y="24"/>
                </a:cubicBezTo>
                <a:cubicBezTo>
                  <a:pt x="40" y="19"/>
                  <a:pt x="40" y="14"/>
                  <a:pt x="40" y="9"/>
                </a:cubicBezTo>
                <a:cubicBezTo>
                  <a:pt x="42" y="9"/>
                  <a:pt x="43" y="8"/>
                  <a:pt x="44" y="7"/>
                </a:cubicBezTo>
                <a:cubicBezTo>
                  <a:pt x="31" y="6"/>
                  <a:pt x="31" y="6"/>
                  <a:pt x="31" y="6"/>
                </a:cubicBezTo>
                <a:cubicBezTo>
                  <a:pt x="31" y="12"/>
                  <a:pt x="31" y="19"/>
                  <a:pt x="31" y="24"/>
                </a:cubicBezTo>
                <a:cubicBezTo>
                  <a:pt x="21" y="24"/>
                  <a:pt x="10" y="24"/>
                  <a:pt x="4" y="24"/>
                </a:cubicBezTo>
                <a:cubicBezTo>
                  <a:pt x="4" y="32"/>
                  <a:pt x="4" y="32"/>
                  <a:pt x="4" y="32"/>
                </a:cubicBezTo>
                <a:cubicBezTo>
                  <a:pt x="8" y="32"/>
                  <a:pt x="10" y="32"/>
                  <a:pt x="31" y="32"/>
                </a:cubicBezTo>
                <a:cubicBezTo>
                  <a:pt x="31" y="39"/>
                  <a:pt x="31" y="46"/>
                  <a:pt x="31" y="52"/>
                </a:cubicBezTo>
                <a:cubicBezTo>
                  <a:pt x="13" y="59"/>
                  <a:pt x="0" y="72"/>
                  <a:pt x="0" y="89"/>
                </a:cubicBezTo>
                <a:cubicBezTo>
                  <a:pt x="0" y="98"/>
                  <a:pt x="5" y="105"/>
                  <a:pt x="14" y="105"/>
                </a:cubicBezTo>
                <a:cubicBezTo>
                  <a:pt x="20" y="105"/>
                  <a:pt x="27" y="103"/>
                  <a:pt x="37" y="96"/>
                </a:cubicBezTo>
                <a:cubicBezTo>
                  <a:pt x="38" y="98"/>
                  <a:pt x="39" y="100"/>
                  <a:pt x="40" y="102"/>
                </a:cubicBezTo>
                <a:cubicBezTo>
                  <a:pt x="47" y="97"/>
                  <a:pt x="47" y="97"/>
                  <a:pt x="47" y="97"/>
                </a:cubicBezTo>
                <a:cubicBezTo>
                  <a:pt x="46" y="96"/>
                  <a:pt x="45" y="93"/>
                  <a:pt x="44" y="91"/>
                </a:cubicBezTo>
                <a:cubicBezTo>
                  <a:pt x="54" y="82"/>
                  <a:pt x="62" y="69"/>
                  <a:pt x="68" y="56"/>
                </a:cubicBezTo>
                <a:cubicBezTo>
                  <a:pt x="81" y="58"/>
                  <a:pt x="90" y="65"/>
                  <a:pt x="90" y="79"/>
                </a:cubicBezTo>
                <a:cubicBezTo>
                  <a:pt x="90" y="79"/>
                  <a:pt x="90" y="79"/>
                  <a:pt x="90" y="79"/>
                </a:cubicBezTo>
                <a:cubicBezTo>
                  <a:pt x="90" y="95"/>
                  <a:pt x="75" y="104"/>
                  <a:pt x="50" y="106"/>
                </a:cubicBezTo>
                <a:cubicBezTo>
                  <a:pt x="51" y="108"/>
                  <a:pt x="52" y="111"/>
                  <a:pt x="53" y="113"/>
                </a:cubicBezTo>
                <a:cubicBezTo>
                  <a:pt x="83" y="110"/>
                  <a:pt x="99" y="98"/>
                  <a:pt x="99" y="79"/>
                </a:cubicBezTo>
                <a:cubicBezTo>
                  <a:pt x="99" y="65"/>
                  <a:pt x="91" y="52"/>
                  <a:pt x="70" y="48"/>
                </a:cubicBezTo>
                <a:close/>
                <a:moveTo>
                  <a:pt x="16" y="97"/>
                </a:moveTo>
                <a:cubicBezTo>
                  <a:pt x="12" y="97"/>
                  <a:pt x="8" y="95"/>
                  <a:pt x="8" y="88"/>
                </a:cubicBezTo>
                <a:cubicBezTo>
                  <a:pt x="8" y="76"/>
                  <a:pt x="18" y="66"/>
                  <a:pt x="31" y="60"/>
                </a:cubicBezTo>
                <a:cubicBezTo>
                  <a:pt x="32" y="71"/>
                  <a:pt x="33" y="81"/>
                  <a:pt x="35" y="88"/>
                </a:cubicBezTo>
                <a:cubicBezTo>
                  <a:pt x="28" y="93"/>
                  <a:pt x="22" y="97"/>
                  <a:pt x="16" y="97"/>
                </a:cubicBezTo>
                <a:close/>
                <a:moveTo>
                  <a:pt x="42" y="82"/>
                </a:moveTo>
                <a:cubicBezTo>
                  <a:pt x="40" y="75"/>
                  <a:pt x="39" y="67"/>
                  <a:pt x="39" y="57"/>
                </a:cubicBezTo>
                <a:cubicBezTo>
                  <a:pt x="48" y="54"/>
                  <a:pt x="57" y="54"/>
                  <a:pt x="59" y="55"/>
                </a:cubicBezTo>
                <a:cubicBezTo>
                  <a:pt x="55" y="65"/>
                  <a:pt x="49" y="75"/>
                  <a:pt x="42" y="82"/>
                </a:cubicBezTo>
                <a:close/>
                <a:moveTo>
                  <a:pt x="125" y="75"/>
                </a:moveTo>
                <a:cubicBezTo>
                  <a:pt x="123" y="68"/>
                  <a:pt x="122" y="59"/>
                  <a:pt x="122" y="52"/>
                </a:cubicBezTo>
                <a:cubicBezTo>
                  <a:pt x="122" y="41"/>
                  <a:pt x="123" y="28"/>
                  <a:pt x="126" y="13"/>
                </a:cubicBezTo>
                <a:cubicBezTo>
                  <a:pt x="138" y="15"/>
                  <a:pt x="138" y="15"/>
                  <a:pt x="138" y="15"/>
                </a:cubicBezTo>
                <a:cubicBezTo>
                  <a:pt x="137" y="16"/>
                  <a:pt x="136" y="17"/>
                  <a:pt x="134" y="17"/>
                </a:cubicBezTo>
                <a:cubicBezTo>
                  <a:pt x="132" y="27"/>
                  <a:pt x="130" y="42"/>
                  <a:pt x="130" y="52"/>
                </a:cubicBezTo>
                <a:cubicBezTo>
                  <a:pt x="130" y="54"/>
                  <a:pt x="130" y="57"/>
                  <a:pt x="131" y="58"/>
                </a:cubicBezTo>
                <a:cubicBezTo>
                  <a:pt x="133" y="52"/>
                  <a:pt x="137" y="44"/>
                  <a:pt x="140" y="40"/>
                </a:cubicBezTo>
                <a:cubicBezTo>
                  <a:pt x="141" y="41"/>
                  <a:pt x="143" y="44"/>
                  <a:pt x="145" y="45"/>
                </a:cubicBezTo>
                <a:cubicBezTo>
                  <a:pt x="136" y="61"/>
                  <a:pt x="133" y="65"/>
                  <a:pt x="133" y="71"/>
                </a:cubicBezTo>
                <a:cubicBezTo>
                  <a:pt x="133" y="71"/>
                  <a:pt x="133" y="72"/>
                  <a:pt x="133" y="74"/>
                </a:cubicBezTo>
                <a:lnTo>
                  <a:pt x="125" y="75"/>
                </a:lnTo>
                <a:close/>
                <a:moveTo>
                  <a:pt x="190" y="10"/>
                </a:moveTo>
                <a:cubicBezTo>
                  <a:pt x="189" y="11"/>
                  <a:pt x="188" y="12"/>
                  <a:pt x="186" y="12"/>
                </a:cubicBezTo>
                <a:cubicBezTo>
                  <a:pt x="187" y="23"/>
                  <a:pt x="188" y="40"/>
                  <a:pt x="188" y="54"/>
                </a:cubicBezTo>
                <a:cubicBezTo>
                  <a:pt x="188" y="77"/>
                  <a:pt x="180" y="98"/>
                  <a:pt x="144" y="113"/>
                </a:cubicBezTo>
                <a:cubicBezTo>
                  <a:pt x="142" y="111"/>
                  <a:pt x="140" y="108"/>
                  <a:pt x="138" y="106"/>
                </a:cubicBezTo>
                <a:cubicBezTo>
                  <a:pt x="171" y="94"/>
                  <a:pt x="179" y="74"/>
                  <a:pt x="179" y="54"/>
                </a:cubicBezTo>
                <a:cubicBezTo>
                  <a:pt x="179" y="39"/>
                  <a:pt x="178" y="22"/>
                  <a:pt x="177" y="9"/>
                </a:cubicBezTo>
                <a:lnTo>
                  <a:pt x="190" y="10"/>
                </a:lnTo>
                <a:close/>
                <a:moveTo>
                  <a:pt x="253" y="10"/>
                </a:moveTo>
                <a:cubicBezTo>
                  <a:pt x="253" y="11"/>
                  <a:pt x="252" y="12"/>
                  <a:pt x="249" y="12"/>
                </a:cubicBezTo>
                <a:cubicBezTo>
                  <a:pt x="248" y="19"/>
                  <a:pt x="246" y="30"/>
                  <a:pt x="244" y="38"/>
                </a:cubicBezTo>
                <a:cubicBezTo>
                  <a:pt x="250" y="37"/>
                  <a:pt x="255" y="37"/>
                  <a:pt x="258" y="37"/>
                </a:cubicBezTo>
                <a:cubicBezTo>
                  <a:pt x="276" y="36"/>
                  <a:pt x="282" y="48"/>
                  <a:pt x="282" y="66"/>
                </a:cubicBezTo>
                <a:cubicBezTo>
                  <a:pt x="282" y="75"/>
                  <a:pt x="281" y="86"/>
                  <a:pt x="278" y="93"/>
                </a:cubicBezTo>
                <a:cubicBezTo>
                  <a:pt x="274" y="106"/>
                  <a:pt x="267" y="111"/>
                  <a:pt x="257" y="111"/>
                </a:cubicBezTo>
                <a:cubicBezTo>
                  <a:pt x="252" y="111"/>
                  <a:pt x="245" y="109"/>
                  <a:pt x="235" y="101"/>
                </a:cubicBezTo>
                <a:cubicBezTo>
                  <a:pt x="236" y="99"/>
                  <a:pt x="237" y="96"/>
                  <a:pt x="238" y="94"/>
                </a:cubicBezTo>
                <a:cubicBezTo>
                  <a:pt x="248" y="101"/>
                  <a:pt x="253" y="103"/>
                  <a:pt x="257" y="103"/>
                </a:cubicBezTo>
                <a:cubicBezTo>
                  <a:pt x="264" y="103"/>
                  <a:pt x="268" y="99"/>
                  <a:pt x="270" y="91"/>
                </a:cubicBezTo>
                <a:cubicBezTo>
                  <a:pt x="273" y="83"/>
                  <a:pt x="274" y="72"/>
                  <a:pt x="274" y="66"/>
                </a:cubicBezTo>
                <a:cubicBezTo>
                  <a:pt x="274" y="52"/>
                  <a:pt x="269" y="44"/>
                  <a:pt x="257" y="44"/>
                </a:cubicBezTo>
                <a:cubicBezTo>
                  <a:pt x="254" y="44"/>
                  <a:pt x="249" y="45"/>
                  <a:pt x="243" y="46"/>
                </a:cubicBezTo>
                <a:cubicBezTo>
                  <a:pt x="237" y="70"/>
                  <a:pt x="230" y="91"/>
                  <a:pt x="218" y="111"/>
                </a:cubicBezTo>
                <a:cubicBezTo>
                  <a:pt x="210" y="107"/>
                  <a:pt x="210" y="107"/>
                  <a:pt x="210" y="107"/>
                </a:cubicBezTo>
                <a:cubicBezTo>
                  <a:pt x="222" y="88"/>
                  <a:pt x="228" y="69"/>
                  <a:pt x="234" y="47"/>
                </a:cubicBezTo>
                <a:cubicBezTo>
                  <a:pt x="228" y="47"/>
                  <a:pt x="219" y="48"/>
                  <a:pt x="213" y="49"/>
                </a:cubicBezTo>
                <a:cubicBezTo>
                  <a:pt x="212" y="41"/>
                  <a:pt x="212" y="41"/>
                  <a:pt x="212" y="41"/>
                </a:cubicBezTo>
                <a:cubicBezTo>
                  <a:pt x="218" y="40"/>
                  <a:pt x="228" y="39"/>
                  <a:pt x="236" y="38"/>
                </a:cubicBezTo>
                <a:cubicBezTo>
                  <a:pt x="237" y="30"/>
                  <a:pt x="239" y="19"/>
                  <a:pt x="241" y="8"/>
                </a:cubicBezTo>
                <a:lnTo>
                  <a:pt x="253" y="10"/>
                </a:lnTo>
                <a:close/>
                <a:moveTo>
                  <a:pt x="281" y="6"/>
                </a:moveTo>
                <a:cubicBezTo>
                  <a:pt x="287" y="11"/>
                  <a:pt x="294" y="18"/>
                  <a:pt x="297" y="23"/>
                </a:cubicBezTo>
                <a:cubicBezTo>
                  <a:pt x="293" y="26"/>
                  <a:pt x="293" y="26"/>
                  <a:pt x="293" y="26"/>
                </a:cubicBezTo>
                <a:cubicBezTo>
                  <a:pt x="289" y="21"/>
                  <a:pt x="282" y="14"/>
                  <a:pt x="277" y="10"/>
                </a:cubicBezTo>
                <a:lnTo>
                  <a:pt x="281" y="6"/>
                </a:lnTo>
                <a:close/>
                <a:moveTo>
                  <a:pt x="308" y="76"/>
                </a:moveTo>
                <a:cubicBezTo>
                  <a:pt x="304" y="59"/>
                  <a:pt x="295" y="44"/>
                  <a:pt x="284" y="35"/>
                </a:cubicBezTo>
                <a:cubicBezTo>
                  <a:pt x="291" y="30"/>
                  <a:pt x="291" y="30"/>
                  <a:pt x="291" y="30"/>
                </a:cubicBezTo>
                <a:cubicBezTo>
                  <a:pt x="302" y="40"/>
                  <a:pt x="313" y="55"/>
                  <a:pt x="317" y="73"/>
                </a:cubicBezTo>
                <a:lnTo>
                  <a:pt x="308" y="76"/>
                </a:lnTo>
                <a:close/>
                <a:moveTo>
                  <a:pt x="299" y="1"/>
                </a:moveTo>
                <a:cubicBezTo>
                  <a:pt x="305" y="6"/>
                  <a:pt x="312" y="13"/>
                  <a:pt x="316" y="18"/>
                </a:cubicBezTo>
                <a:cubicBezTo>
                  <a:pt x="311" y="22"/>
                  <a:pt x="311" y="22"/>
                  <a:pt x="311" y="22"/>
                </a:cubicBezTo>
                <a:cubicBezTo>
                  <a:pt x="308" y="16"/>
                  <a:pt x="300" y="9"/>
                  <a:pt x="295" y="5"/>
                </a:cubicBezTo>
                <a:lnTo>
                  <a:pt x="299" y="1"/>
                </a:lnTo>
                <a:close/>
                <a:moveTo>
                  <a:pt x="411" y="47"/>
                </a:moveTo>
                <a:cubicBezTo>
                  <a:pt x="411" y="47"/>
                  <a:pt x="411" y="47"/>
                  <a:pt x="410" y="47"/>
                </a:cubicBezTo>
                <a:cubicBezTo>
                  <a:pt x="409" y="47"/>
                  <a:pt x="408" y="47"/>
                  <a:pt x="408" y="46"/>
                </a:cubicBezTo>
                <a:cubicBezTo>
                  <a:pt x="372" y="57"/>
                  <a:pt x="340" y="72"/>
                  <a:pt x="340" y="88"/>
                </a:cubicBezTo>
                <a:cubicBezTo>
                  <a:pt x="340" y="100"/>
                  <a:pt x="353" y="104"/>
                  <a:pt x="372" y="104"/>
                </a:cubicBezTo>
                <a:cubicBezTo>
                  <a:pt x="391" y="104"/>
                  <a:pt x="406" y="102"/>
                  <a:pt x="415" y="101"/>
                </a:cubicBezTo>
                <a:cubicBezTo>
                  <a:pt x="415" y="110"/>
                  <a:pt x="415" y="110"/>
                  <a:pt x="415" y="110"/>
                </a:cubicBezTo>
                <a:cubicBezTo>
                  <a:pt x="404" y="111"/>
                  <a:pt x="386" y="112"/>
                  <a:pt x="372" y="112"/>
                </a:cubicBezTo>
                <a:cubicBezTo>
                  <a:pt x="349" y="112"/>
                  <a:pt x="331" y="107"/>
                  <a:pt x="331" y="89"/>
                </a:cubicBezTo>
                <a:cubicBezTo>
                  <a:pt x="331" y="76"/>
                  <a:pt x="344" y="65"/>
                  <a:pt x="363" y="55"/>
                </a:cubicBezTo>
                <a:cubicBezTo>
                  <a:pt x="359" y="48"/>
                  <a:pt x="357" y="34"/>
                  <a:pt x="357" y="7"/>
                </a:cubicBezTo>
                <a:cubicBezTo>
                  <a:pt x="370" y="8"/>
                  <a:pt x="370" y="8"/>
                  <a:pt x="370" y="8"/>
                </a:cubicBezTo>
                <a:cubicBezTo>
                  <a:pt x="370" y="9"/>
                  <a:pt x="369" y="10"/>
                  <a:pt x="367" y="11"/>
                </a:cubicBezTo>
                <a:cubicBezTo>
                  <a:pt x="367" y="32"/>
                  <a:pt x="367" y="45"/>
                  <a:pt x="371" y="51"/>
                </a:cubicBezTo>
                <a:cubicBezTo>
                  <a:pt x="382" y="46"/>
                  <a:pt x="395" y="41"/>
                  <a:pt x="408" y="37"/>
                </a:cubicBezTo>
                <a:lnTo>
                  <a:pt x="411" y="47"/>
                </a:lnTo>
                <a:close/>
                <a:moveTo>
                  <a:pt x="432" y="48"/>
                </a:moveTo>
                <a:cubicBezTo>
                  <a:pt x="450" y="43"/>
                  <a:pt x="473" y="38"/>
                  <a:pt x="482" y="38"/>
                </a:cubicBezTo>
                <a:cubicBezTo>
                  <a:pt x="500" y="38"/>
                  <a:pt x="511" y="48"/>
                  <a:pt x="511" y="66"/>
                </a:cubicBezTo>
                <a:cubicBezTo>
                  <a:pt x="511" y="67"/>
                  <a:pt x="511" y="67"/>
                  <a:pt x="511" y="67"/>
                </a:cubicBezTo>
                <a:cubicBezTo>
                  <a:pt x="510" y="89"/>
                  <a:pt x="493" y="105"/>
                  <a:pt x="459" y="114"/>
                </a:cubicBezTo>
                <a:cubicBezTo>
                  <a:pt x="458" y="112"/>
                  <a:pt x="455" y="109"/>
                  <a:pt x="453" y="107"/>
                </a:cubicBezTo>
                <a:cubicBezTo>
                  <a:pt x="484" y="99"/>
                  <a:pt x="502" y="85"/>
                  <a:pt x="502" y="67"/>
                </a:cubicBezTo>
                <a:cubicBezTo>
                  <a:pt x="502" y="55"/>
                  <a:pt x="496" y="47"/>
                  <a:pt x="482" y="47"/>
                </a:cubicBezTo>
                <a:cubicBezTo>
                  <a:pt x="472" y="47"/>
                  <a:pt x="453" y="51"/>
                  <a:pt x="438" y="56"/>
                </a:cubicBezTo>
                <a:cubicBezTo>
                  <a:pt x="438" y="57"/>
                  <a:pt x="437" y="58"/>
                  <a:pt x="436" y="59"/>
                </a:cubicBezTo>
                <a:lnTo>
                  <a:pt x="432" y="48"/>
                </a:lnTo>
                <a:close/>
                <a:moveTo>
                  <a:pt x="449" y="7"/>
                </a:moveTo>
                <a:cubicBezTo>
                  <a:pt x="466" y="8"/>
                  <a:pt x="485" y="12"/>
                  <a:pt x="497" y="16"/>
                </a:cubicBezTo>
                <a:cubicBezTo>
                  <a:pt x="495" y="24"/>
                  <a:pt x="495" y="24"/>
                  <a:pt x="495" y="24"/>
                </a:cubicBezTo>
                <a:cubicBezTo>
                  <a:pt x="482" y="20"/>
                  <a:pt x="463" y="16"/>
                  <a:pt x="447" y="15"/>
                </a:cubicBezTo>
                <a:lnTo>
                  <a:pt x="449" y="7"/>
                </a:lnTo>
                <a:close/>
                <a:moveTo>
                  <a:pt x="615" y="104"/>
                </a:moveTo>
                <a:cubicBezTo>
                  <a:pt x="604" y="105"/>
                  <a:pt x="590" y="106"/>
                  <a:pt x="578" y="106"/>
                </a:cubicBezTo>
                <a:cubicBezTo>
                  <a:pt x="568" y="106"/>
                  <a:pt x="559" y="106"/>
                  <a:pt x="555" y="105"/>
                </a:cubicBezTo>
                <a:cubicBezTo>
                  <a:pt x="540" y="102"/>
                  <a:pt x="534" y="92"/>
                  <a:pt x="534" y="82"/>
                </a:cubicBezTo>
                <a:cubicBezTo>
                  <a:pt x="534" y="73"/>
                  <a:pt x="539" y="63"/>
                  <a:pt x="546" y="56"/>
                </a:cubicBezTo>
                <a:cubicBezTo>
                  <a:pt x="553" y="60"/>
                  <a:pt x="553" y="60"/>
                  <a:pt x="553" y="60"/>
                </a:cubicBezTo>
                <a:cubicBezTo>
                  <a:pt x="546" y="67"/>
                  <a:pt x="542" y="74"/>
                  <a:pt x="542" y="81"/>
                </a:cubicBezTo>
                <a:cubicBezTo>
                  <a:pt x="542" y="88"/>
                  <a:pt x="547" y="94"/>
                  <a:pt x="557" y="97"/>
                </a:cubicBezTo>
                <a:cubicBezTo>
                  <a:pt x="561" y="98"/>
                  <a:pt x="568" y="98"/>
                  <a:pt x="577" y="98"/>
                </a:cubicBezTo>
                <a:cubicBezTo>
                  <a:pt x="588" y="98"/>
                  <a:pt x="602" y="97"/>
                  <a:pt x="614" y="95"/>
                </a:cubicBezTo>
                <a:lnTo>
                  <a:pt x="615" y="104"/>
                </a:lnTo>
                <a:close/>
                <a:moveTo>
                  <a:pt x="561" y="43"/>
                </a:moveTo>
                <a:cubicBezTo>
                  <a:pt x="567" y="38"/>
                  <a:pt x="575" y="32"/>
                  <a:pt x="582" y="29"/>
                </a:cubicBezTo>
                <a:cubicBezTo>
                  <a:pt x="582" y="29"/>
                  <a:pt x="582" y="29"/>
                  <a:pt x="582" y="29"/>
                </a:cubicBezTo>
                <a:cubicBezTo>
                  <a:pt x="573" y="30"/>
                  <a:pt x="552" y="30"/>
                  <a:pt x="539" y="30"/>
                </a:cubicBezTo>
                <a:cubicBezTo>
                  <a:pt x="539" y="28"/>
                  <a:pt x="539" y="24"/>
                  <a:pt x="538" y="22"/>
                </a:cubicBezTo>
                <a:cubicBezTo>
                  <a:pt x="545" y="22"/>
                  <a:pt x="545" y="22"/>
                  <a:pt x="545" y="22"/>
                </a:cubicBezTo>
                <a:cubicBezTo>
                  <a:pt x="560" y="22"/>
                  <a:pt x="592" y="22"/>
                  <a:pt x="607" y="18"/>
                </a:cubicBezTo>
                <a:cubicBezTo>
                  <a:pt x="608" y="27"/>
                  <a:pt x="608" y="27"/>
                  <a:pt x="608" y="27"/>
                </a:cubicBezTo>
                <a:cubicBezTo>
                  <a:pt x="604" y="27"/>
                  <a:pt x="601" y="28"/>
                  <a:pt x="595" y="30"/>
                </a:cubicBezTo>
                <a:cubicBezTo>
                  <a:pt x="589" y="33"/>
                  <a:pt x="577" y="40"/>
                  <a:pt x="567" y="47"/>
                </a:cubicBezTo>
                <a:lnTo>
                  <a:pt x="561" y="43"/>
                </a:lnTo>
                <a:close/>
                <a:moveTo>
                  <a:pt x="614" y="60"/>
                </a:moveTo>
                <a:cubicBezTo>
                  <a:pt x="611" y="55"/>
                  <a:pt x="604" y="48"/>
                  <a:pt x="598" y="44"/>
                </a:cubicBezTo>
                <a:cubicBezTo>
                  <a:pt x="602" y="40"/>
                  <a:pt x="602" y="40"/>
                  <a:pt x="602" y="40"/>
                </a:cubicBezTo>
                <a:cubicBezTo>
                  <a:pt x="608" y="44"/>
                  <a:pt x="615" y="51"/>
                  <a:pt x="619" y="56"/>
                </a:cubicBezTo>
                <a:lnTo>
                  <a:pt x="614" y="60"/>
                </a:lnTo>
                <a:close/>
                <a:moveTo>
                  <a:pt x="627" y="49"/>
                </a:moveTo>
                <a:cubicBezTo>
                  <a:pt x="624" y="44"/>
                  <a:pt x="617" y="37"/>
                  <a:pt x="611" y="32"/>
                </a:cubicBezTo>
                <a:cubicBezTo>
                  <a:pt x="615" y="29"/>
                  <a:pt x="615" y="29"/>
                  <a:pt x="615" y="29"/>
                </a:cubicBezTo>
                <a:cubicBezTo>
                  <a:pt x="621" y="33"/>
                  <a:pt x="628" y="40"/>
                  <a:pt x="631" y="45"/>
                </a:cubicBezTo>
                <a:lnTo>
                  <a:pt x="627" y="49"/>
                </a:lnTo>
                <a:close/>
                <a:moveTo>
                  <a:pt x="740" y="32"/>
                </a:moveTo>
                <a:cubicBezTo>
                  <a:pt x="729" y="35"/>
                  <a:pt x="714" y="38"/>
                  <a:pt x="700" y="39"/>
                </a:cubicBezTo>
                <a:cubicBezTo>
                  <a:pt x="704" y="55"/>
                  <a:pt x="710" y="65"/>
                  <a:pt x="722" y="71"/>
                </a:cubicBezTo>
                <a:cubicBezTo>
                  <a:pt x="716" y="78"/>
                  <a:pt x="716" y="78"/>
                  <a:pt x="716" y="78"/>
                </a:cubicBezTo>
                <a:cubicBezTo>
                  <a:pt x="710" y="73"/>
                  <a:pt x="702" y="70"/>
                  <a:pt x="689" y="70"/>
                </a:cubicBezTo>
                <a:cubicBezTo>
                  <a:pt x="688" y="63"/>
                  <a:pt x="688" y="63"/>
                  <a:pt x="688" y="63"/>
                </a:cubicBezTo>
                <a:cubicBezTo>
                  <a:pt x="694" y="63"/>
                  <a:pt x="698" y="64"/>
                  <a:pt x="701" y="64"/>
                </a:cubicBezTo>
                <a:cubicBezTo>
                  <a:pt x="698" y="60"/>
                  <a:pt x="694" y="50"/>
                  <a:pt x="691" y="40"/>
                </a:cubicBezTo>
                <a:cubicBezTo>
                  <a:pt x="686" y="40"/>
                  <a:pt x="678" y="40"/>
                  <a:pt x="671" y="40"/>
                </a:cubicBezTo>
                <a:cubicBezTo>
                  <a:pt x="663" y="40"/>
                  <a:pt x="650" y="40"/>
                  <a:pt x="643" y="40"/>
                </a:cubicBezTo>
                <a:cubicBezTo>
                  <a:pt x="643" y="32"/>
                  <a:pt x="643" y="32"/>
                  <a:pt x="643" y="32"/>
                </a:cubicBezTo>
                <a:cubicBezTo>
                  <a:pt x="650" y="32"/>
                  <a:pt x="660" y="32"/>
                  <a:pt x="671" y="32"/>
                </a:cubicBezTo>
                <a:cubicBezTo>
                  <a:pt x="677" y="32"/>
                  <a:pt x="684" y="32"/>
                  <a:pt x="689" y="32"/>
                </a:cubicBezTo>
                <a:cubicBezTo>
                  <a:pt x="688" y="25"/>
                  <a:pt x="686" y="16"/>
                  <a:pt x="685" y="7"/>
                </a:cubicBezTo>
                <a:cubicBezTo>
                  <a:pt x="698" y="7"/>
                  <a:pt x="698" y="7"/>
                  <a:pt x="698" y="7"/>
                </a:cubicBezTo>
                <a:cubicBezTo>
                  <a:pt x="698" y="9"/>
                  <a:pt x="697" y="10"/>
                  <a:pt x="695" y="10"/>
                </a:cubicBezTo>
                <a:cubicBezTo>
                  <a:pt x="695" y="17"/>
                  <a:pt x="696" y="24"/>
                  <a:pt x="698" y="31"/>
                </a:cubicBezTo>
                <a:cubicBezTo>
                  <a:pt x="712" y="30"/>
                  <a:pt x="727" y="27"/>
                  <a:pt x="738" y="24"/>
                </a:cubicBezTo>
                <a:lnTo>
                  <a:pt x="740" y="32"/>
                </a:lnTo>
                <a:close/>
                <a:moveTo>
                  <a:pt x="719" y="112"/>
                </a:moveTo>
                <a:cubicBezTo>
                  <a:pt x="713" y="112"/>
                  <a:pt x="707" y="112"/>
                  <a:pt x="696" y="112"/>
                </a:cubicBezTo>
                <a:cubicBezTo>
                  <a:pt x="671" y="112"/>
                  <a:pt x="653" y="104"/>
                  <a:pt x="653" y="88"/>
                </a:cubicBezTo>
                <a:cubicBezTo>
                  <a:pt x="653" y="81"/>
                  <a:pt x="658" y="74"/>
                  <a:pt x="664" y="68"/>
                </a:cubicBezTo>
                <a:cubicBezTo>
                  <a:pt x="671" y="73"/>
                  <a:pt x="671" y="73"/>
                  <a:pt x="671" y="73"/>
                </a:cubicBezTo>
                <a:cubicBezTo>
                  <a:pt x="665" y="77"/>
                  <a:pt x="662" y="83"/>
                  <a:pt x="662" y="88"/>
                </a:cubicBezTo>
                <a:cubicBezTo>
                  <a:pt x="662" y="100"/>
                  <a:pt x="677" y="104"/>
                  <a:pt x="697" y="104"/>
                </a:cubicBezTo>
                <a:cubicBezTo>
                  <a:pt x="707" y="104"/>
                  <a:pt x="713" y="104"/>
                  <a:pt x="719" y="103"/>
                </a:cubicBezTo>
                <a:lnTo>
                  <a:pt x="719" y="112"/>
                </a:lnTo>
                <a:close/>
                <a:moveTo>
                  <a:pt x="716" y="3"/>
                </a:moveTo>
                <a:cubicBezTo>
                  <a:pt x="721" y="8"/>
                  <a:pt x="727" y="14"/>
                  <a:pt x="730" y="19"/>
                </a:cubicBezTo>
                <a:cubicBezTo>
                  <a:pt x="725" y="23"/>
                  <a:pt x="725" y="23"/>
                  <a:pt x="725" y="23"/>
                </a:cubicBezTo>
                <a:cubicBezTo>
                  <a:pt x="722" y="17"/>
                  <a:pt x="716" y="11"/>
                  <a:pt x="712" y="6"/>
                </a:cubicBezTo>
                <a:lnTo>
                  <a:pt x="716" y="3"/>
                </a:lnTo>
                <a:close/>
                <a:moveTo>
                  <a:pt x="733" y="0"/>
                </a:moveTo>
                <a:cubicBezTo>
                  <a:pt x="738" y="5"/>
                  <a:pt x="744" y="11"/>
                  <a:pt x="747" y="16"/>
                </a:cubicBezTo>
                <a:cubicBezTo>
                  <a:pt x="742" y="20"/>
                  <a:pt x="742" y="20"/>
                  <a:pt x="742" y="20"/>
                </a:cubicBezTo>
                <a:cubicBezTo>
                  <a:pt x="739" y="15"/>
                  <a:pt x="733" y="8"/>
                  <a:pt x="728" y="3"/>
                </a:cubicBezTo>
                <a:lnTo>
                  <a:pt x="733" y="0"/>
                </a:lnTo>
                <a:close/>
                <a:moveTo>
                  <a:pt x="776" y="20"/>
                </a:moveTo>
                <a:cubicBezTo>
                  <a:pt x="776" y="21"/>
                  <a:pt x="775" y="22"/>
                  <a:pt x="773" y="22"/>
                </a:cubicBezTo>
                <a:cubicBezTo>
                  <a:pt x="772" y="31"/>
                  <a:pt x="771" y="42"/>
                  <a:pt x="771" y="52"/>
                </a:cubicBezTo>
                <a:cubicBezTo>
                  <a:pt x="771" y="57"/>
                  <a:pt x="771" y="61"/>
                  <a:pt x="771" y="65"/>
                </a:cubicBezTo>
                <a:cubicBezTo>
                  <a:pt x="773" y="85"/>
                  <a:pt x="781" y="98"/>
                  <a:pt x="790" y="97"/>
                </a:cubicBezTo>
                <a:cubicBezTo>
                  <a:pt x="795" y="97"/>
                  <a:pt x="801" y="85"/>
                  <a:pt x="806" y="72"/>
                </a:cubicBezTo>
                <a:cubicBezTo>
                  <a:pt x="807" y="73"/>
                  <a:pt x="811" y="76"/>
                  <a:pt x="813" y="77"/>
                </a:cubicBezTo>
                <a:cubicBezTo>
                  <a:pt x="807" y="93"/>
                  <a:pt x="800" y="106"/>
                  <a:pt x="790" y="107"/>
                </a:cubicBezTo>
                <a:cubicBezTo>
                  <a:pt x="775" y="107"/>
                  <a:pt x="764" y="88"/>
                  <a:pt x="763" y="65"/>
                </a:cubicBezTo>
                <a:cubicBezTo>
                  <a:pt x="762" y="61"/>
                  <a:pt x="762" y="56"/>
                  <a:pt x="762" y="50"/>
                </a:cubicBezTo>
                <a:cubicBezTo>
                  <a:pt x="762" y="40"/>
                  <a:pt x="763" y="28"/>
                  <a:pt x="764" y="18"/>
                </a:cubicBezTo>
                <a:lnTo>
                  <a:pt x="776" y="20"/>
                </a:lnTo>
                <a:close/>
                <a:moveTo>
                  <a:pt x="856" y="76"/>
                </a:moveTo>
                <a:cubicBezTo>
                  <a:pt x="853" y="55"/>
                  <a:pt x="842" y="40"/>
                  <a:pt x="826" y="31"/>
                </a:cubicBezTo>
                <a:cubicBezTo>
                  <a:pt x="831" y="24"/>
                  <a:pt x="831" y="24"/>
                  <a:pt x="831" y="24"/>
                </a:cubicBezTo>
                <a:cubicBezTo>
                  <a:pt x="849" y="34"/>
                  <a:pt x="862" y="51"/>
                  <a:pt x="865" y="73"/>
                </a:cubicBezTo>
                <a:lnTo>
                  <a:pt x="856" y="76"/>
                </a:lnTo>
                <a:close/>
                <a:moveTo>
                  <a:pt x="932" y="60"/>
                </a:moveTo>
                <a:cubicBezTo>
                  <a:pt x="944" y="59"/>
                  <a:pt x="957" y="58"/>
                  <a:pt x="967" y="56"/>
                </a:cubicBezTo>
                <a:cubicBezTo>
                  <a:pt x="966" y="48"/>
                  <a:pt x="966" y="48"/>
                  <a:pt x="966" y="48"/>
                </a:cubicBezTo>
                <a:cubicBezTo>
                  <a:pt x="957" y="50"/>
                  <a:pt x="944" y="52"/>
                  <a:pt x="932" y="52"/>
                </a:cubicBezTo>
                <a:cubicBezTo>
                  <a:pt x="932" y="45"/>
                  <a:pt x="932" y="38"/>
                  <a:pt x="932" y="30"/>
                </a:cubicBezTo>
                <a:cubicBezTo>
                  <a:pt x="947" y="30"/>
                  <a:pt x="961" y="28"/>
                  <a:pt x="973" y="26"/>
                </a:cubicBezTo>
                <a:cubicBezTo>
                  <a:pt x="972" y="18"/>
                  <a:pt x="972" y="18"/>
                  <a:pt x="972" y="18"/>
                </a:cubicBezTo>
                <a:cubicBezTo>
                  <a:pt x="960" y="21"/>
                  <a:pt x="946" y="22"/>
                  <a:pt x="932" y="23"/>
                </a:cubicBezTo>
                <a:cubicBezTo>
                  <a:pt x="932" y="21"/>
                  <a:pt x="932" y="11"/>
                  <a:pt x="932" y="9"/>
                </a:cubicBezTo>
                <a:cubicBezTo>
                  <a:pt x="934" y="9"/>
                  <a:pt x="935" y="8"/>
                  <a:pt x="935" y="7"/>
                </a:cubicBezTo>
                <a:cubicBezTo>
                  <a:pt x="923" y="6"/>
                  <a:pt x="923" y="6"/>
                  <a:pt x="923" y="6"/>
                </a:cubicBezTo>
                <a:cubicBezTo>
                  <a:pt x="923" y="10"/>
                  <a:pt x="923" y="17"/>
                  <a:pt x="923" y="23"/>
                </a:cubicBezTo>
                <a:cubicBezTo>
                  <a:pt x="918" y="23"/>
                  <a:pt x="912" y="23"/>
                  <a:pt x="907" y="23"/>
                </a:cubicBezTo>
                <a:cubicBezTo>
                  <a:pt x="898" y="23"/>
                  <a:pt x="888" y="23"/>
                  <a:pt x="881" y="23"/>
                </a:cubicBezTo>
                <a:cubicBezTo>
                  <a:pt x="881" y="31"/>
                  <a:pt x="881" y="31"/>
                  <a:pt x="881" y="31"/>
                </a:cubicBezTo>
                <a:cubicBezTo>
                  <a:pt x="888" y="31"/>
                  <a:pt x="899" y="31"/>
                  <a:pt x="907" y="31"/>
                </a:cubicBezTo>
                <a:cubicBezTo>
                  <a:pt x="912" y="31"/>
                  <a:pt x="918" y="31"/>
                  <a:pt x="923" y="31"/>
                </a:cubicBezTo>
                <a:cubicBezTo>
                  <a:pt x="924" y="53"/>
                  <a:pt x="924" y="53"/>
                  <a:pt x="924" y="53"/>
                </a:cubicBezTo>
                <a:cubicBezTo>
                  <a:pt x="922" y="53"/>
                  <a:pt x="919" y="53"/>
                  <a:pt x="916" y="53"/>
                </a:cubicBezTo>
                <a:cubicBezTo>
                  <a:pt x="901" y="53"/>
                  <a:pt x="895" y="52"/>
                  <a:pt x="895" y="49"/>
                </a:cubicBezTo>
                <a:cubicBezTo>
                  <a:pt x="895" y="46"/>
                  <a:pt x="898" y="44"/>
                  <a:pt x="904" y="41"/>
                </a:cubicBezTo>
                <a:cubicBezTo>
                  <a:pt x="898" y="37"/>
                  <a:pt x="898" y="37"/>
                  <a:pt x="898" y="37"/>
                </a:cubicBezTo>
                <a:cubicBezTo>
                  <a:pt x="890" y="42"/>
                  <a:pt x="887" y="46"/>
                  <a:pt x="887" y="50"/>
                </a:cubicBezTo>
                <a:cubicBezTo>
                  <a:pt x="887" y="57"/>
                  <a:pt x="892" y="60"/>
                  <a:pt x="913" y="60"/>
                </a:cubicBezTo>
                <a:cubicBezTo>
                  <a:pt x="916" y="60"/>
                  <a:pt x="921" y="60"/>
                  <a:pt x="925" y="60"/>
                </a:cubicBezTo>
                <a:cubicBezTo>
                  <a:pt x="925" y="67"/>
                  <a:pt x="925" y="73"/>
                  <a:pt x="925" y="78"/>
                </a:cubicBezTo>
                <a:cubicBezTo>
                  <a:pt x="921" y="77"/>
                  <a:pt x="916" y="77"/>
                  <a:pt x="912" y="77"/>
                </a:cubicBezTo>
                <a:cubicBezTo>
                  <a:pt x="899" y="77"/>
                  <a:pt x="886" y="83"/>
                  <a:pt x="886" y="94"/>
                </a:cubicBezTo>
                <a:cubicBezTo>
                  <a:pt x="886" y="106"/>
                  <a:pt x="897" y="112"/>
                  <a:pt x="912" y="112"/>
                </a:cubicBezTo>
                <a:cubicBezTo>
                  <a:pt x="927" y="112"/>
                  <a:pt x="934" y="105"/>
                  <a:pt x="934" y="94"/>
                </a:cubicBezTo>
                <a:cubicBezTo>
                  <a:pt x="934" y="92"/>
                  <a:pt x="934" y="90"/>
                  <a:pt x="934" y="88"/>
                </a:cubicBezTo>
                <a:cubicBezTo>
                  <a:pt x="942" y="92"/>
                  <a:pt x="953" y="97"/>
                  <a:pt x="963" y="106"/>
                </a:cubicBezTo>
                <a:cubicBezTo>
                  <a:pt x="969" y="99"/>
                  <a:pt x="969" y="99"/>
                  <a:pt x="969" y="99"/>
                </a:cubicBezTo>
                <a:cubicBezTo>
                  <a:pt x="956" y="90"/>
                  <a:pt x="944" y="83"/>
                  <a:pt x="933" y="80"/>
                </a:cubicBezTo>
                <a:lnTo>
                  <a:pt x="932" y="60"/>
                </a:lnTo>
                <a:close/>
                <a:moveTo>
                  <a:pt x="913" y="105"/>
                </a:moveTo>
                <a:cubicBezTo>
                  <a:pt x="902" y="105"/>
                  <a:pt x="894" y="101"/>
                  <a:pt x="894" y="94"/>
                </a:cubicBezTo>
                <a:cubicBezTo>
                  <a:pt x="894" y="87"/>
                  <a:pt x="903" y="83"/>
                  <a:pt x="912" y="83"/>
                </a:cubicBezTo>
                <a:cubicBezTo>
                  <a:pt x="916" y="83"/>
                  <a:pt x="921" y="84"/>
                  <a:pt x="926" y="85"/>
                </a:cubicBezTo>
                <a:cubicBezTo>
                  <a:pt x="926" y="92"/>
                  <a:pt x="926" y="92"/>
                  <a:pt x="926" y="92"/>
                </a:cubicBezTo>
                <a:cubicBezTo>
                  <a:pt x="926" y="101"/>
                  <a:pt x="922" y="105"/>
                  <a:pt x="913" y="105"/>
                </a:cubicBezTo>
                <a:close/>
                <a:moveTo>
                  <a:pt x="1055" y="24"/>
                </a:moveTo>
                <a:cubicBezTo>
                  <a:pt x="1055" y="11"/>
                  <a:pt x="1055" y="10"/>
                  <a:pt x="1055" y="8"/>
                </a:cubicBezTo>
                <a:cubicBezTo>
                  <a:pt x="1057" y="8"/>
                  <a:pt x="1058" y="7"/>
                  <a:pt x="1058" y="6"/>
                </a:cubicBezTo>
                <a:cubicBezTo>
                  <a:pt x="1045" y="5"/>
                  <a:pt x="1045" y="5"/>
                  <a:pt x="1045" y="5"/>
                </a:cubicBezTo>
                <a:cubicBezTo>
                  <a:pt x="1046" y="8"/>
                  <a:pt x="1046" y="21"/>
                  <a:pt x="1046" y="24"/>
                </a:cubicBezTo>
                <a:cubicBezTo>
                  <a:pt x="1018" y="25"/>
                  <a:pt x="1018" y="25"/>
                  <a:pt x="1018" y="25"/>
                </a:cubicBezTo>
                <a:cubicBezTo>
                  <a:pt x="991" y="26"/>
                  <a:pt x="991" y="26"/>
                  <a:pt x="991" y="26"/>
                </a:cubicBezTo>
                <a:cubicBezTo>
                  <a:pt x="991" y="33"/>
                  <a:pt x="991" y="33"/>
                  <a:pt x="991" y="33"/>
                </a:cubicBezTo>
                <a:cubicBezTo>
                  <a:pt x="996" y="33"/>
                  <a:pt x="1034" y="32"/>
                  <a:pt x="1046" y="32"/>
                </a:cubicBezTo>
                <a:cubicBezTo>
                  <a:pt x="1047" y="37"/>
                  <a:pt x="1047" y="45"/>
                  <a:pt x="1047" y="47"/>
                </a:cubicBezTo>
                <a:cubicBezTo>
                  <a:pt x="1044" y="45"/>
                  <a:pt x="1040" y="43"/>
                  <a:pt x="1036" y="43"/>
                </a:cubicBezTo>
                <a:cubicBezTo>
                  <a:pt x="1024" y="43"/>
                  <a:pt x="1014" y="53"/>
                  <a:pt x="1014" y="66"/>
                </a:cubicBezTo>
                <a:cubicBezTo>
                  <a:pt x="1014" y="78"/>
                  <a:pt x="1024" y="87"/>
                  <a:pt x="1034" y="87"/>
                </a:cubicBezTo>
                <a:cubicBezTo>
                  <a:pt x="1040" y="87"/>
                  <a:pt x="1044" y="84"/>
                  <a:pt x="1047" y="80"/>
                </a:cubicBezTo>
                <a:cubicBezTo>
                  <a:pt x="1047" y="80"/>
                  <a:pt x="1047" y="80"/>
                  <a:pt x="1047" y="80"/>
                </a:cubicBezTo>
                <a:cubicBezTo>
                  <a:pt x="1044" y="92"/>
                  <a:pt x="1034" y="102"/>
                  <a:pt x="1016" y="108"/>
                </a:cubicBezTo>
                <a:cubicBezTo>
                  <a:pt x="1017" y="110"/>
                  <a:pt x="1020" y="113"/>
                  <a:pt x="1022" y="115"/>
                </a:cubicBezTo>
                <a:cubicBezTo>
                  <a:pt x="1043" y="107"/>
                  <a:pt x="1053" y="94"/>
                  <a:pt x="1056" y="80"/>
                </a:cubicBezTo>
                <a:cubicBezTo>
                  <a:pt x="1057" y="77"/>
                  <a:pt x="1057" y="73"/>
                  <a:pt x="1057" y="69"/>
                </a:cubicBezTo>
                <a:cubicBezTo>
                  <a:pt x="1057" y="64"/>
                  <a:pt x="1057" y="60"/>
                  <a:pt x="1056" y="56"/>
                </a:cubicBezTo>
                <a:cubicBezTo>
                  <a:pt x="1056" y="49"/>
                  <a:pt x="1055" y="41"/>
                  <a:pt x="1055" y="31"/>
                </a:cubicBezTo>
                <a:cubicBezTo>
                  <a:pt x="1069" y="31"/>
                  <a:pt x="1084" y="31"/>
                  <a:pt x="1094" y="31"/>
                </a:cubicBezTo>
                <a:cubicBezTo>
                  <a:pt x="1094" y="23"/>
                  <a:pt x="1094" y="23"/>
                  <a:pt x="1094" y="23"/>
                </a:cubicBezTo>
                <a:cubicBezTo>
                  <a:pt x="1085" y="23"/>
                  <a:pt x="1070" y="23"/>
                  <a:pt x="1055" y="24"/>
                </a:cubicBezTo>
                <a:close/>
                <a:moveTo>
                  <a:pt x="1035" y="80"/>
                </a:moveTo>
                <a:cubicBezTo>
                  <a:pt x="1028" y="80"/>
                  <a:pt x="1022" y="74"/>
                  <a:pt x="1022" y="66"/>
                </a:cubicBezTo>
                <a:cubicBezTo>
                  <a:pt x="1022" y="57"/>
                  <a:pt x="1028" y="51"/>
                  <a:pt x="1036" y="50"/>
                </a:cubicBezTo>
                <a:cubicBezTo>
                  <a:pt x="1048" y="50"/>
                  <a:pt x="1048" y="61"/>
                  <a:pt x="1048" y="66"/>
                </a:cubicBezTo>
                <a:cubicBezTo>
                  <a:pt x="1048" y="73"/>
                  <a:pt x="1044" y="80"/>
                  <a:pt x="1035" y="8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2" name="Freeform 238">
            <a:extLst>
              <a:ext uri="{FF2B5EF4-FFF2-40B4-BE49-F238E27FC236}">
                <a16:creationId xmlns:a16="http://schemas.microsoft.com/office/drawing/2014/main" id="{A23AE93D-2070-F3DD-DF67-E7BBEF0AA3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366952" y="4228494"/>
            <a:ext cx="1448800" cy="464951"/>
          </a:xfrm>
          <a:custGeom>
            <a:avLst/>
            <a:gdLst>
              <a:gd name="T0" fmla="*/ 0 w 477"/>
              <a:gd name="T1" fmla="*/ 37 h 153"/>
              <a:gd name="T2" fmla="*/ 30 w 477"/>
              <a:gd name="T3" fmla="*/ 151 h 153"/>
              <a:gd name="T4" fmla="*/ 92 w 477"/>
              <a:gd name="T5" fmla="*/ 93 h 153"/>
              <a:gd name="T6" fmla="*/ 65 w 477"/>
              <a:gd name="T7" fmla="*/ 127 h 153"/>
              <a:gd name="T8" fmla="*/ 13 w 477"/>
              <a:gd name="T9" fmla="*/ 139 h 153"/>
              <a:gd name="T10" fmla="*/ 31 w 477"/>
              <a:gd name="T11" fmla="*/ 49 h 153"/>
              <a:gd name="T12" fmla="*/ 65 w 477"/>
              <a:gd name="T13" fmla="*/ 127 h 153"/>
              <a:gd name="T14" fmla="*/ 115 w 477"/>
              <a:gd name="T15" fmla="*/ 151 h 153"/>
              <a:gd name="T16" fmla="*/ 173 w 477"/>
              <a:gd name="T17" fmla="*/ 37 h 153"/>
              <a:gd name="T18" fmla="*/ 128 w 477"/>
              <a:gd name="T19" fmla="*/ 49 h 153"/>
              <a:gd name="T20" fmla="*/ 169 w 477"/>
              <a:gd name="T21" fmla="*/ 87 h 153"/>
              <a:gd name="T22" fmla="*/ 128 w 477"/>
              <a:gd name="T23" fmla="*/ 99 h 153"/>
              <a:gd name="T24" fmla="*/ 175 w 477"/>
              <a:gd name="T25" fmla="*/ 139 h 153"/>
              <a:gd name="T26" fmla="*/ 167 w 477"/>
              <a:gd name="T27" fmla="*/ 0 h 153"/>
              <a:gd name="T28" fmla="*/ 139 w 477"/>
              <a:gd name="T29" fmla="*/ 26 h 153"/>
              <a:gd name="T30" fmla="*/ 131 w 477"/>
              <a:gd name="T31" fmla="*/ 0 h 153"/>
              <a:gd name="T32" fmla="*/ 157 w 477"/>
              <a:gd name="T33" fmla="*/ 0 h 153"/>
              <a:gd name="T34" fmla="*/ 277 w 477"/>
              <a:gd name="T35" fmla="*/ 151 h 153"/>
              <a:gd name="T36" fmla="*/ 214 w 477"/>
              <a:gd name="T37" fmla="*/ 99 h 153"/>
              <a:gd name="T38" fmla="*/ 211 w 477"/>
              <a:gd name="T39" fmla="*/ 95 h 153"/>
              <a:gd name="T40" fmla="*/ 198 w 477"/>
              <a:gd name="T41" fmla="*/ 151 h 153"/>
              <a:gd name="T42" fmla="*/ 211 w 477"/>
              <a:gd name="T43" fmla="*/ 37 h 153"/>
              <a:gd name="T44" fmla="*/ 211 w 477"/>
              <a:gd name="T45" fmla="*/ 91 h 153"/>
              <a:gd name="T46" fmla="*/ 257 w 477"/>
              <a:gd name="T47" fmla="*/ 37 h 153"/>
              <a:gd name="T48" fmla="*/ 225 w 477"/>
              <a:gd name="T49" fmla="*/ 92 h 153"/>
              <a:gd name="T50" fmla="*/ 377 w 477"/>
              <a:gd name="T51" fmla="*/ 105 h 153"/>
              <a:gd name="T52" fmla="*/ 291 w 477"/>
              <a:gd name="T53" fmla="*/ 107 h 153"/>
              <a:gd name="T54" fmla="*/ 305 w 477"/>
              <a:gd name="T55" fmla="*/ 37 h 153"/>
              <a:gd name="T56" fmla="*/ 334 w 477"/>
              <a:gd name="T57" fmla="*/ 141 h 153"/>
              <a:gd name="T58" fmla="*/ 363 w 477"/>
              <a:gd name="T59" fmla="*/ 37 h 153"/>
              <a:gd name="T60" fmla="*/ 377 w 477"/>
              <a:gd name="T61" fmla="*/ 105 h 153"/>
              <a:gd name="T62" fmla="*/ 426 w 477"/>
              <a:gd name="T63" fmla="*/ 142 h 153"/>
              <a:gd name="T64" fmla="*/ 392 w 477"/>
              <a:gd name="T65" fmla="*/ 151 h 153"/>
              <a:gd name="T66" fmla="*/ 403 w 477"/>
              <a:gd name="T67" fmla="*/ 141 h 153"/>
              <a:gd name="T68" fmla="*/ 421 w 477"/>
              <a:gd name="T69" fmla="*/ 37 h 153"/>
              <a:gd name="T70" fmla="*/ 435 w 477"/>
              <a:gd name="T71" fmla="*/ 110 h 153"/>
              <a:gd name="T72" fmla="*/ 464 w 477"/>
              <a:gd name="T73" fmla="*/ 151 h 153"/>
              <a:gd name="T74" fmla="*/ 477 w 477"/>
              <a:gd name="T75" fmla="*/ 37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477" h="153">
                <a:moveTo>
                  <a:pt x="31" y="37"/>
                </a:moveTo>
                <a:cubicBezTo>
                  <a:pt x="0" y="37"/>
                  <a:pt x="0" y="37"/>
                  <a:pt x="0" y="37"/>
                </a:cubicBezTo>
                <a:cubicBezTo>
                  <a:pt x="0" y="151"/>
                  <a:pt x="0" y="151"/>
                  <a:pt x="0" y="151"/>
                </a:cubicBezTo>
                <a:cubicBezTo>
                  <a:pt x="30" y="151"/>
                  <a:pt x="30" y="151"/>
                  <a:pt x="30" y="151"/>
                </a:cubicBezTo>
                <a:cubicBezTo>
                  <a:pt x="49" y="151"/>
                  <a:pt x="64" y="146"/>
                  <a:pt x="75" y="135"/>
                </a:cubicBezTo>
                <a:cubicBezTo>
                  <a:pt x="86" y="124"/>
                  <a:pt x="92" y="110"/>
                  <a:pt x="92" y="93"/>
                </a:cubicBezTo>
                <a:cubicBezTo>
                  <a:pt x="92" y="55"/>
                  <a:pt x="72" y="37"/>
                  <a:pt x="31" y="37"/>
                </a:cubicBezTo>
                <a:close/>
                <a:moveTo>
                  <a:pt x="65" y="127"/>
                </a:moveTo>
                <a:cubicBezTo>
                  <a:pt x="57" y="135"/>
                  <a:pt x="45" y="139"/>
                  <a:pt x="30" y="139"/>
                </a:cubicBezTo>
                <a:cubicBezTo>
                  <a:pt x="13" y="139"/>
                  <a:pt x="13" y="139"/>
                  <a:pt x="13" y="139"/>
                </a:cubicBezTo>
                <a:cubicBezTo>
                  <a:pt x="13" y="49"/>
                  <a:pt x="13" y="49"/>
                  <a:pt x="13" y="49"/>
                </a:cubicBezTo>
                <a:cubicBezTo>
                  <a:pt x="31" y="49"/>
                  <a:pt x="31" y="49"/>
                  <a:pt x="31" y="49"/>
                </a:cubicBezTo>
                <a:cubicBezTo>
                  <a:pt x="62" y="49"/>
                  <a:pt x="78" y="63"/>
                  <a:pt x="78" y="93"/>
                </a:cubicBezTo>
                <a:cubicBezTo>
                  <a:pt x="78" y="108"/>
                  <a:pt x="74" y="119"/>
                  <a:pt x="65" y="127"/>
                </a:cubicBezTo>
                <a:close/>
                <a:moveTo>
                  <a:pt x="175" y="151"/>
                </a:moveTo>
                <a:cubicBezTo>
                  <a:pt x="115" y="151"/>
                  <a:pt x="115" y="151"/>
                  <a:pt x="115" y="151"/>
                </a:cubicBezTo>
                <a:cubicBezTo>
                  <a:pt x="115" y="37"/>
                  <a:pt x="115" y="37"/>
                  <a:pt x="115" y="37"/>
                </a:cubicBezTo>
                <a:cubicBezTo>
                  <a:pt x="173" y="37"/>
                  <a:pt x="173" y="37"/>
                  <a:pt x="173" y="37"/>
                </a:cubicBezTo>
                <a:cubicBezTo>
                  <a:pt x="173" y="49"/>
                  <a:pt x="173" y="49"/>
                  <a:pt x="173" y="49"/>
                </a:cubicBezTo>
                <a:cubicBezTo>
                  <a:pt x="128" y="49"/>
                  <a:pt x="128" y="49"/>
                  <a:pt x="128" y="49"/>
                </a:cubicBezTo>
                <a:cubicBezTo>
                  <a:pt x="128" y="87"/>
                  <a:pt x="128" y="87"/>
                  <a:pt x="128" y="87"/>
                </a:cubicBezTo>
                <a:cubicBezTo>
                  <a:pt x="169" y="87"/>
                  <a:pt x="169" y="87"/>
                  <a:pt x="169" y="87"/>
                </a:cubicBezTo>
                <a:cubicBezTo>
                  <a:pt x="169" y="99"/>
                  <a:pt x="169" y="99"/>
                  <a:pt x="169" y="99"/>
                </a:cubicBezTo>
                <a:cubicBezTo>
                  <a:pt x="128" y="99"/>
                  <a:pt x="128" y="99"/>
                  <a:pt x="128" y="99"/>
                </a:cubicBezTo>
                <a:cubicBezTo>
                  <a:pt x="128" y="139"/>
                  <a:pt x="128" y="139"/>
                  <a:pt x="128" y="139"/>
                </a:cubicBezTo>
                <a:cubicBezTo>
                  <a:pt x="175" y="139"/>
                  <a:pt x="175" y="139"/>
                  <a:pt x="175" y="139"/>
                </a:cubicBezTo>
                <a:lnTo>
                  <a:pt x="175" y="151"/>
                </a:lnTo>
                <a:close/>
                <a:moveTo>
                  <a:pt x="167" y="0"/>
                </a:moveTo>
                <a:cubicBezTo>
                  <a:pt x="150" y="26"/>
                  <a:pt x="150" y="26"/>
                  <a:pt x="150" y="26"/>
                </a:cubicBezTo>
                <a:cubicBezTo>
                  <a:pt x="139" y="26"/>
                  <a:pt x="139" y="26"/>
                  <a:pt x="139" y="26"/>
                </a:cubicBezTo>
                <a:cubicBezTo>
                  <a:pt x="122" y="0"/>
                  <a:pt x="122" y="0"/>
                  <a:pt x="122" y="0"/>
                </a:cubicBezTo>
                <a:cubicBezTo>
                  <a:pt x="131" y="0"/>
                  <a:pt x="131" y="0"/>
                  <a:pt x="131" y="0"/>
                </a:cubicBezTo>
                <a:cubicBezTo>
                  <a:pt x="144" y="18"/>
                  <a:pt x="144" y="18"/>
                  <a:pt x="144" y="18"/>
                </a:cubicBezTo>
                <a:cubicBezTo>
                  <a:pt x="157" y="0"/>
                  <a:pt x="157" y="0"/>
                  <a:pt x="157" y="0"/>
                </a:cubicBezTo>
                <a:lnTo>
                  <a:pt x="167" y="0"/>
                </a:lnTo>
                <a:close/>
                <a:moveTo>
                  <a:pt x="277" y="151"/>
                </a:moveTo>
                <a:cubicBezTo>
                  <a:pt x="259" y="151"/>
                  <a:pt x="259" y="151"/>
                  <a:pt x="259" y="151"/>
                </a:cubicBezTo>
                <a:cubicBezTo>
                  <a:pt x="214" y="99"/>
                  <a:pt x="214" y="99"/>
                  <a:pt x="214" y="99"/>
                </a:cubicBezTo>
                <a:cubicBezTo>
                  <a:pt x="213" y="97"/>
                  <a:pt x="212" y="96"/>
                  <a:pt x="211" y="95"/>
                </a:cubicBezTo>
                <a:cubicBezTo>
                  <a:pt x="211" y="95"/>
                  <a:pt x="211" y="95"/>
                  <a:pt x="211" y="95"/>
                </a:cubicBezTo>
                <a:cubicBezTo>
                  <a:pt x="211" y="151"/>
                  <a:pt x="211" y="151"/>
                  <a:pt x="211" y="151"/>
                </a:cubicBezTo>
                <a:cubicBezTo>
                  <a:pt x="198" y="151"/>
                  <a:pt x="198" y="151"/>
                  <a:pt x="198" y="151"/>
                </a:cubicBezTo>
                <a:cubicBezTo>
                  <a:pt x="198" y="37"/>
                  <a:pt x="198" y="37"/>
                  <a:pt x="198" y="37"/>
                </a:cubicBezTo>
                <a:cubicBezTo>
                  <a:pt x="211" y="37"/>
                  <a:pt x="211" y="37"/>
                  <a:pt x="211" y="37"/>
                </a:cubicBezTo>
                <a:cubicBezTo>
                  <a:pt x="211" y="91"/>
                  <a:pt x="211" y="91"/>
                  <a:pt x="211" y="91"/>
                </a:cubicBezTo>
                <a:cubicBezTo>
                  <a:pt x="211" y="91"/>
                  <a:pt x="211" y="91"/>
                  <a:pt x="211" y="91"/>
                </a:cubicBezTo>
                <a:cubicBezTo>
                  <a:pt x="212" y="89"/>
                  <a:pt x="213" y="88"/>
                  <a:pt x="214" y="87"/>
                </a:cubicBezTo>
                <a:cubicBezTo>
                  <a:pt x="257" y="37"/>
                  <a:pt x="257" y="37"/>
                  <a:pt x="257" y="37"/>
                </a:cubicBezTo>
                <a:cubicBezTo>
                  <a:pt x="274" y="37"/>
                  <a:pt x="274" y="37"/>
                  <a:pt x="274" y="37"/>
                </a:cubicBezTo>
                <a:cubicBezTo>
                  <a:pt x="225" y="92"/>
                  <a:pt x="225" y="92"/>
                  <a:pt x="225" y="92"/>
                </a:cubicBezTo>
                <a:lnTo>
                  <a:pt x="277" y="151"/>
                </a:lnTo>
                <a:close/>
                <a:moveTo>
                  <a:pt x="377" y="105"/>
                </a:moveTo>
                <a:cubicBezTo>
                  <a:pt x="377" y="137"/>
                  <a:pt x="362" y="153"/>
                  <a:pt x="333" y="153"/>
                </a:cubicBezTo>
                <a:cubicBezTo>
                  <a:pt x="305" y="153"/>
                  <a:pt x="291" y="138"/>
                  <a:pt x="291" y="107"/>
                </a:cubicBezTo>
                <a:cubicBezTo>
                  <a:pt x="291" y="37"/>
                  <a:pt x="291" y="37"/>
                  <a:pt x="291" y="37"/>
                </a:cubicBezTo>
                <a:cubicBezTo>
                  <a:pt x="305" y="37"/>
                  <a:pt x="305" y="37"/>
                  <a:pt x="305" y="37"/>
                </a:cubicBezTo>
                <a:cubicBezTo>
                  <a:pt x="305" y="106"/>
                  <a:pt x="305" y="106"/>
                  <a:pt x="305" y="106"/>
                </a:cubicBezTo>
                <a:cubicBezTo>
                  <a:pt x="305" y="129"/>
                  <a:pt x="315" y="141"/>
                  <a:pt x="334" y="141"/>
                </a:cubicBezTo>
                <a:cubicBezTo>
                  <a:pt x="354" y="141"/>
                  <a:pt x="363" y="130"/>
                  <a:pt x="363" y="107"/>
                </a:cubicBezTo>
                <a:cubicBezTo>
                  <a:pt x="363" y="37"/>
                  <a:pt x="363" y="37"/>
                  <a:pt x="363" y="37"/>
                </a:cubicBezTo>
                <a:cubicBezTo>
                  <a:pt x="377" y="37"/>
                  <a:pt x="377" y="37"/>
                  <a:pt x="377" y="37"/>
                </a:cubicBezTo>
                <a:lnTo>
                  <a:pt x="377" y="105"/>
                </a:lnTo>
                <a:close/>
                <a:moveTo>
                  <a:pt x="435" y="110"/>
                </a:moveTo>
                <a:cubicBezTo>
                  <a:pt x="435" y="124"/>
                  <a:pt x="432" y="134"/>
                  <a:pt x="426" y="142"/>
                </a:cubicBezTo>
                <a:cubicBezTo>
                  <a:pt x="420" y="150"/>
                  <a:pt x="413" y="153"/>
                  <a:pt x="403" y="153"/>
                </a:cubicBezTo>
                <a:cubicBezTo>
                  <a:pt x="398" y="153"/>
                  <a:pt x="395" y="153"/>
                  <a:pt x="392" y="151"/>
                </a:cubicBezTo>
                <a:cubicBezTo>
                  <a:pt x="392" y="138"/>
                  <a:pt x="392" y="138"/>
                  <a:pt x="392" y="138"/>
                </a:cubicBezTo>
                <a:cubicBezTo>
                  <a:pt x="395" y="140"/>
                  <a:pt x="398" y="141"/>
                  <a:pt x="403" y="141"/>
                </a:cubicBezTo>
                <a:cubicBezTo>
                  <a:pt x="415" y="141"/>
                  <a:pt x="421" y="131"/>
                  <a:pt x="421" y="110"/>
                </a:cubicBezTo>
                <a:cubicBezTo>
                  <a:pt x="421" y="37"/>
                  <a:pt x="421" y="37"/>
                  <a:pt x="421" y="37"/>
                </a:cubicBezTo>
                <a:cubicBezTo>
                  <a:pt x="435" y="37"/>
                  <a:pt x="435" y="37"/>
                  <a:pt x="435" y="37"/>
                </a:cubicBezTo>
                <a:lnTo>
                  <a:pt x="435" y="110"/>
                </a:lnTo>
                <a:close/>
                <a:moveTo>
                  <a:pt x="477" y="151"/>
                </a:moveTo>
                <a:cubicBezTo>
                  <a:pt x="464" y="151"/>
                  <a:pt x="464" y="151"/>
                  <a:pt x="464" y="151"/>
                </a:cubicBezTo>
                <a:cubicBezTo>
                  <a:pt x="464" y="37"/>
                  <a:pt x="464" y="37"/>
                  <a:pt x="464" y="37"/>
                </a:cubicBezTo>
                <a:cubicBezTo>
                  <a:pt x="477" y="37"/>
                  <a:pt x="477" y="37"/>
                  <a:pt x="477" y="37"/>
                </a:cubicBezTo>
                <a:lnTo>
                  <a:pt x="477" y="151"/>
                </a:lnTo>
                <a:close/>
              </a:path>
            </a:pathLst>
          </a:custGeom>
          <a:solidFill>
            <a:srgbClr val="50E6FF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3" name="Freeform 239">
            <a:extLst>
              <a:ext uri="{FF2B5EF4-FFF2-40B4-BE49-F238E27FC236}">
                <a16:creationId xmlns:a16="http://schemas.microsoft.com/office/drawing/2014/main" id="{A624AF24-59CF-69AD-6239-6EAF8294E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655439" y="1694482"/>
            <a:ext cx="852840" cy="273577"/>
          </a:xfrm>
          <a:custGeom>
            <a:avLst/>
            <a:gdLst>
              <a:gd name="T0" fmla="*/ 60 w 281"/>
              <a:gd name="T1" fmla="*/ 11 h 90"/>
              <a:gd name="T2" fmla="*/ 35 w 281"/>
              <a:gd name="T3" fmla="*/ 11 h 90"/>
              <a:gd name="T4" fmla="*/ 35 w 281"/>
              <a:gd name="T5" fmla="*/ 89 h 90"/>
              <a:gd name="T6" fmla="*/ 25 w 281"/>
              <a:gd name="T7" fmla="*/ 89 h 90"/>
              <a:gd name="T8" fmla="*/ 25 w 281"/>
              <a:gd name="T9" fmla="*/ 11 h 90"/>
              <a:gd name="T10" fmla="*/ 0 w 281"/>
              <a:gd name="T11" fmla="*/ 11 h 90"/>
              <a:gd name="T12" fmla="*/ 0 w 281"/>
              <a:gd name="T13" fmla="*/ 2 h 90"/>
              <a:gd name="T14" fmla="*/ 60 w 281"/>
              <a:gd name="T15" fmla="*/ 2 h 90"/>
              <a:gd name="T16" fmla="*/ 60 w 281"/>
              <a:gd name="T17" fmla="*/ 11 h 90"/>
              <a:gd name="T18" fmla="*/ 99 w 281"/>
              <a:gd name="T19" fmla="*/ 2 h 90"/>
              <a:gd name="T20" fmla="*/ 88 w 281"/>
              <a:gd name="T21" fmla="*/ 2 h 90"/>
              <a:gd name="T22" fmla="*/ 55 w 281"/>
              <a:gd name="T23" fmla="*/ 89 h 90"/>
              <a:gd name="T24" fmla="*/ 66 w 281"/>
              <a:gd name="T25" fmla="*/ 89 h 90"/>
              <a:gd name="T26" fmla="*/ 75 w 281"/>
              <a:gd name="T27" fmla="*/ 64 h 90"/>
              <a:gd name="T28" fmla="*/ 112 w 281"/>
              <a:gd name="T29" fmla="*/ 64 h 90"/>
              <a:gd name="T30" fmla="*/ 121 w 281"/>
              <a:gd name="T31" fmla="*/ 89 h 90"/>
              <a:gd name="T32" fmla="*/ 132 w 281"/>
              <a:gd name="T33" fmla="*/ 89 h 90"/>
              <a:gd name="T34" fmla="*/ 99 w 281"/>
              <a:gd name="T35" fmla="*/ 2 h 90"/>
              <a:gd name="T36" fmla="*/ 78 w 281"/>
              <a:gd name="T37" fmla="*/ 55 h 90"/>
              <a:gd name="T38" fmla="*/ 92 w 281"/>
              <a:gd name="T39" fmla="*/ 18 h 90"/>
              <a:gd name="T40" fmla="*/ 93 w 281"/>
              <a:gd name="T41" fmla="*/ 12 h 90"/>
              <a:gd name="T42" fmla="*/ 93 w 281"/>
              <a:gd name="T43" fmla="*/ 12 h 90"/>
              <a:gd name="T44" fmla="*/ 95 w 281"/>
              <a:gd name="T45" fmla="*/ 18 h 90"/>
              <a:gd name="T46" fmla="*/ 108 w 281"/>
              <a:gd name="T47" fmla="*/ 55 h 90"/>
              <a:gd name="T48" fmla="*/ 78 w 281"/>
              <a:gd name="T49" fmla="*/ 55 h 90"/>
              <a:gd name="T50" fmla="*/ 203 w 281"/>
              <a:gd name="T51" fmla="*/ 85 h 90"/>
              <a:gd name="T52" fmla="*/ 179 w 281"/>
              <a:gd name="T53" fmla="*/ 90 h 90"/>
              <a:gd name="T54" fmla="*/ 149 w 281"/>
              <a:gd name="T55" fmla="*/ 78 h 90"/>
              <a:gd name="T56" fmla="*/ 138 w 281"/>
              <a:gd name="T57" fmla="*/ 47 h 90"/>
              <a:gd name="T58" fmla="*/ 150 w 281"/>
              <a:gd name="T59" fmla="*/ 13 h 90"/>
              <a:gd name="T60" fmla="*/ 182 w 281"/>
              <a:gd name="T61" fmla="*/ 0 h 90"/>
              <a:gd name="T62" fmla="*/ 203 w 281"/>
              <a:gd name="T63" fmla="*/ 4 h 90"/>
              <a:gd name="T64" fmla="*/ 203 w 281"/>
              <a:gd name="T65" fmla="*/ 15 h 90"/>
              <a:gd name="T66" fmla="*/ 182 w 281"/>
              <a:gd name="T67" fmla="*/ 9 h 90"/>
              <a:gd name="T68" fmla="*/ 158 w 281"/>
              <a:gd name="T69" fmla="*/ 19 h 90"/>
              <a:gd name="T70" fmla="*/ 148 w 281"/>
              <a:gd name="T71" fmla="*/ 46 h 90"/>
              <a:gd name="T72" fmla="*/ 157 w 281"/>
              <a:gd name="T73" fmla="*/ 72 h 90"/>
              <a:gd name="T74" fmla="*/ 180 w 281"/>
              <a:gd name="T75" fmla="*/ 81 h 90"/>
              <a:gd name="T76" fmla="*/ 203 w 281"/>
              <a:gd name="T77" fmla="*/ 75 h 90"/>
              <a:gd name="T78" fmla="*/ 203 w 281"/>
              <a:gd name="T79" fmla="*/ 85 h 90"/>
              <a:gd name="T80" fmla="*/ 281 w 281"/>
              <a:gd name="T81" fmla="*/ 89 h 90"/>
              <a:gd name="T82" fmla="*/ 267 w 281"/>
              <a:gd name="T83" fmla="*/ 89 h 90"/>
              <a:gd name="T84" fmla="*/ 233 w 281"/>
              <a:gd name="T85" fmla="*/ 49 h 90"/>
              <a:gd name="T86" fmla="*/ 231 w 281"/>
              <a:gd name="T87" fmla="*/ 46 h 90"/>
              <a:gd name="T88" fmla="*/ 231 w 281"/>
              <a:gd name="T89" fmla="*/ 46 h 90"/>
              <a:gd name="T90" fmla="*/ 231 w 281"/>
              <a:gd name="T91" fmla="*/ 89 h 90"/>
              <a:gd name="T92" fmla="*/ 220 w 281"/>
              <a:gd name="T93" fmla="*/ 89 h 90"/>
              <a:gd name="T94" fmla="*/ 220 w 281"/>
              <a:gd name="T95" fmla="*/ 2 h 90"/>
              <a:gd name="T96" fmla="*/ 231 w 281"/>
              <a:gd name="T97" fmla="*/ 2 h 90"/>
              <a:gd name="T98" fmla="*/ 231 w 281"/>
              <a:gd name="T99" fmla="*/ 43 h 90"/>
              <a:gd name="T100" fmla="*/ 231 w 281"/>
              <a:gd name="T101" fmla="*/ 43 h 90"/>
              <a:gd name="T102" fmla="*/ 233 w 281"/>
              <a:gd name="T103" fmla="*/ 40 h 90"/>
              <a:gd name="T104" fmla="*/ 266 w 281"/>
              <a:gd name="T105" fmla="*/ 2 h 90"/>
              <a:gd name="T106" fmla="*/ 278 w 281"/>
              <a:gd name="T107" fmla="*/ 2 h 90"/>
              <a:gd name="T108" fmla="*/ 241 w 281"/>
              <a:gd name="T109" fmla="*/ 43 h 90"/>
              <a:gd name="T110" fmla="*/ 281 w 281"/>
              <a:gd name="T111" fmla="*/ 89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81" h="90">
                <a:moveTo>
                  <a:pt x="60" y="11"/>
                </a:moveTo>
                <a:cubicBezTo>
                  <a:pt x="35" y="11"/>
                  <a:pt x="35" y="11"/>
                  <a:pt x="35" y="11"/>
                </a:cubicBezTo>
                <a:cubicBezTo>
                  <a:pt x="35" y="89"/>
                  <a:pt x="35" y="89"/>
                  <a:pt x="35" y="89"/>
                </a:cubicBezTo>
                <a:cubicBezTo>
                  <a:pt x="25" y="89"/>
                  <a:pt x="25" y="89"/>
                  <a:pt x="25" y="89"/>
                </a:cubicBezTo>
                <a:cubicBezTo>
                  <a:pt x="25" y="11"/>
                  <a:pt x="25" y="11"/>
                  <a:pt x="25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2"/>
                  <a:pt x="0" y="2"/>
                  <a:pt x="0" y="2"/>
                </a:cubicBezTo>
                <a:cubicBezTo>
                  <a:pt x="60" y="2"/>
                  <a:pt x="60" y="2"/>
                  <a:pt x="60" y="2"/>
                </a:cubicBezTo>
                <a:lnTo>
                  <a:pt x="60" y="11"/>
                </a:lnTo>
                <a:close/>
                <a:moveTo>
                  <a:pt x="99" y="2"/>
                </a:moveTo>
                <a:cubicBezTo>
                  <a:pt x="88" y="2"/>
                  <a:pt x="88" y="2"/>
                  <a:pt x="88" y="2"/>
                </a:cubicBezTo>
                <a:cubicBezTo>
                  <a:pt x="55" y="89"/>
                  <a:pt x="55" y="89"/>
                  <a:pt x="55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75" y="64"/>
                  <a:pt x="75" y="64"/>
                  <a:pt x="75" y="64"/>
                </a:cubicBezTo>
                <a:cubicBezTo>
                  <a:pt x="112" y="64"/>
                  <a:pt x="112" y="64"/>
                  <a:pt x="112" y="64"/>
                </a:cubicBezTo>
                <a:cubicBezTo>
                  <a:pt x="121" y="89"/>
                  <a:pt x="121" y="89"/>
                  <a:pt x="121" y="89"/>
                </a:cubicBezTo>
                <a:cubicBezTo>
                  <a:pt x="132" y="89"/>
                  <a:pt x="132" y="89"/>
                  <a:pt x="132" y="89"/>
                </a:cubicBezTo>
                <a:lnTo>
                  <a:pt x="99" y="2"/>
                </a:lnTo>
                <a:close/>
                <a:moveTo>
                  <a:pt x="78" y="55"/>
                </a:moveTo>
                <a:cubicBezTo>
                  <a:pt x="92" y="18"/>
                  <a:pt x="92" y="18"/>
                  <a:pt x="92" y="18"/>
                </a:cubicBezTo>
                <a:cubicBezTo>
                  <a:pt x="92" y="17"/>
                  <a:pt x="93" y="15"/>
                  <a:pt x="93" y="12"/>
                </a:cubicBezTo>
                <a:cubicBezTo>
                  <a:pt x="93" y="12"/>
                  <a:pt x="93" y="12"/>
                  <a:pt x="93" y="12"/>
                </a:cubicBezTo>
                <a:cubicBezTo>
                  <a:pt x="94" y="15"/>
                  <a:pt x="94" y="17"/>
                  <a:pt x="95" y="18"/>
                </a:cubicBezTo>
                <a:cubicBezTo>
                  <a:pt x="108" y="55"/>
                  <a:pt x="108" y="55"/>
                  <a:pt x="108" y="55"/>
                </a:cubicBezTo>
                <a:lnTo>
                  <a:pt x="78" y="55"/>
                </a:lnTo>
                <a:close/>
                <a:moveTo>
                  <a:pt x="203" y="85"/>
                </a:moveTo>
                <a:cubicBezTo>
                  <a:pt x="196" y="89"/>
                  <a:pt x="188" y="90"/>
                  <a:pt x="179" y="90"/>
                </a:cubicBezTo>
                <a:cubicBezTo>
                  <a:pt x="166" y="90"/>
                  <a:pt x="156" y="86"/>
                  <a:pt x="149" y="78"/>
                </a:cubicBezTo>
                <a:cubicBezTo>
                  <a:pt x="141" y="70"/>
                  <a:pt x="138" y="60"/>
                  <a:pt x="138" y="47"/>
                </a:cubicBezTo>
                <a:cubicBezTo>
                  <a:pt x="138" y="33"/>
                  <a:pt x="142" y="22"/>
                  <a:pt x="150" y="13"/>
                </a:cubicBezTo>
                <a:cubicBezTo>
                  <a:pt x="159" y="5"/>
                  <a:pt x="169" y="0"/>
                  <a:pt x="182" y="0"/>
                </a:cubicBezTo>
                <a:cubicBezTo>
                  <a:pt x="190" y="0"/>
                  <a:pt x="197" y="1"/>
                  <a:pt x="203" y="4"/>
                </a:cubicBezTo>
                <a:cubicBezTo>
                  <a:pt x="203" y="15"/>
                  <a:pt x="203" y="15"/>
                  <a:pt x="203" y="15"/>
                </a:cubicBezTo>
                <a:cubicBezTo>
                  <a:pt x="196" y="11"/>
                  <a:pt x="190" y="9"/>
                  <a:pt x="182" y="9"/>
                </a:cubicBezTo>
                <a:cubicBezTo>
                  <a:pt x="172" y="9"/>
                  <a:pt x="164" y="13"/>
                  <a:pt x="158" y="19"/>
                </a:cubicBezTo>
                <a:cubicBezTo>
                  <a:pt x="151" y="26"/>
                  <a:pt x="148" y="35"/>
                  <a:pt x="148" y="46"/>
                </a:cubicBezTo>
                <a:cubicBezTo>
                  <a:pt x="148" y="57"/>
                  <a:pt x="151" y="65"/>
                  <a:pt x="157" y="72"/>
                </a:cubicBezTo>
                <a:cubicBezTo>
                  <a:pt x="163" y="78"/>
                  <a:pt x="171" y="81"/>
                  <a:pt x="180" y="81"/>
                </a:cubicBezTo>
                <a:cubicBezTo>
                  <a:pt x="189" y="81"/>
                  <a:pt x="196" y="79"/>
                  <a:pt x="203" y="75"/>
                </a:cubicBezTo>
                <a:lnTo>
                  <a:pt x="203" y="85"/>
                </a:lnTo>
                <a:close/>
                <a:moveTo>
                  <a:pt x="281" y="89"/>
                </a:moveTo>
                <a:cubicBezTo>
                  <a:pt x="267" y="89"/>
                  <a:pt x="267" y="89"/>
                  <a:pt x="267" y="89"/>
                </a:cubicBezTo>
                <a:cubicBezTo>
                  <a:pt x="233" y="49"/>
                  <a:pt x="233" y="49"/>
                  <a:pt x="233" y="49"/>
                </a:cubicBezTo>
                <a:cubicBezTo>
                  <a:pt x="232" y="47"/>
                  <a:pt x="231" y="46"/>
                  <a:pt x="231" y="46"/>
                </a:cubicBezTo>
                <a:cubicBezTo>
                  <a:pt x="231" y="46"/>
                  <a:pt x="231" y="46"/>
                  <a:pt x="231" y="46"/>
                </a:cubicBezTo>
                <a:cubicBezTo>
                  <a:pt x="231" y="89"/>
                  <a:pt x="231" y="89"/>
                  <a:pt x="231" y="89"/>
                </a:cubicBezTo>
                <a:cubicBezTo>
                  <a:pt x="220" y="89"/>
                  <a:pt x="220" y="89"/>
                  <a:pt x="220" y="89"/>
                </a:cubicBezTo>
                <a:cubicBezTo>
                  <a:pt x="220" y="2"/>
                  <a:pt x="220" y="2"/>
                  <a:pt x="220" y="2"/>
                </a:cubicBezTo>
                <a:cubicBezTo>
                  <a:pt x="231" y="2"/>
                  <a:pt x="231" y="2"/>
                  <a:pt x="231" y="2"/>
                </a:cubicBezTo>
                <a:cubicBezTo>
                  <a:pt x="231" y="43"/>
                  <a:pt x="231" y="43"/>
                  <a:pt x="231" y="43"/>
                </a:cubicBezTo>
                <a:cubicBezTo>
                  <a:pt x="231" y="43"/>
                  <a:pt x="231" y="43"/>
                  <a:pt x="231" y="43"/>
                </a:cubicBezTo>
                <a:cubicBezTo>
                  <a:pt x="231" y="42"/>
                  <a:pt x="232" y="41"/>
                  <a:pt x="233" y="40"/>
                </a:cubicBezTo>
                <a:cubicBezTo>
                  <a:pt x="266" y="2"/>
                  <a:pt x="266" y="2"/>
                  <a:pt x="266" y="2"/>
                </a:cubicBezTo>
                <a:cubicBezTo>
                  <a:pt x="278" y="2"/>
                  <a:pt x="278" y="2"/>
                  <a:pt x="278" y="2"/>
                </a:cubicBezTo>
                <a:cubicBezTo>
                  <a:pt x="241" y="43"/>
                  <a:pt x="241" y="43"/>
                  <a:pt x="241" y="43"/>
                </a:cubicBezTo>
                <a:lnTo>
                  <a:pt x="281" y="89"/>
                </a:lnTo>
                <a:close/>
              </a:path>
            </a:pathLst>
          </a:custGeom>
          <a:solidFill>
            <a:srgbClr val="50E6FF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4" name="Freeform 240">
            <a:extLst>
              <a:ext uri="{FF2B5EF4-FFF2-40B4-BE49-F238E27FC236}">
                <a16:creationId xmlns:a16="http://schemas.microsoft.com/office/drawing/2014/main" id="{5B06964F-F627-7E03-21AB-563E9E85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782614" y="4730525"/>
            <a:ext cx="1114855" cy="464951"/>
          </a:xfrm>
          <a:custGeom>
            <a:avLst/>
            <a:gdLst>
              <a:gd name="T0" fmla="*/ 336 w 367"/>
              <a:gd name="T1" fmla="*/ 11 h 153"/>
              <a:gd name="T2" fmla="*/ 285 w 367"/>
              <a:gd name="T3" fmla="*/ 48 h 153"/>
              <a:gd name="T4" fmla="*/ 274 w 367"/>
              <a:gd name="T5" fmla="*/ 40 h 153"/>
              <a:gd name="T6" fmla="*/ 241 w 367"/>
              <a:gd name="T7" fmla="*/ 118 h 153"/>
              <a:gd name="T8" fmla="*/ 264 w 367"/>
              <a:gd name="T9" fmla="*/ 49 h 153"/>
              <a:gd name="T10" fmla="*/ 290 w 367"/>
              <a:gd name="T11" fmla="*/ 118 h 153"/>
              <a:gd name="T12" fmla="*/ 324 w 367"/>
              <a:gd name="T13" fmla="*/ 103 h 153"/>
              <a:gd name="T14" fmla="*/ 234 w 367"/>
              <a:gd name="T15" fmla="*/ 153 h 153"/>
              <a:gd name="T16" fmla="*/ 312 w 367"/>
              <a:gd name="T17" fmla="*/ 135 h 153"/>
              <a:gd name="T18" fmla="*/ 299 w 367"/>
              <a:gd name="T19" fmla="*/ 36 h 153"/>
              <a:gd name="T20" fmla="*/ 345 w 367"/>
              <a:gd name="T21" fmla="*/ 118 h 153"/>
              <a:gd name="T22" fmla="*/ 7 w 367"/>
              <a:gd name="T23" fmla="*/ 38 h 153"/>
              <a:gd name="T24" fmla="*/ 21 w 367"/>
              <a:gd name="T25" fmla="*/ 118 h 153"/>
              <a:gd name="T26" fmla="*/ 38 w 367"/>
              <a:gd name="T27" fmla="*/ 49 h 153"/>
              <a:gd name="T28" fmla="*/ 51 w 367"/>
              <a:gd name="T29" fmla="*/ 118 h 153"/>
              <a:gd name="T30" fmla="*/ 59 w 367"/>
              <a:gd name="T31" fmla="*/ 78 h 153"/>
              <a:gd name="T32" fmla="*/ 0 w 367"/>
              <a:gd name="T33" fmla="*/ 153 h 153"/>
              <a:gd name="T34" fmla="*/ 53 w 367"/>
              <a:gd name="T35" fmla="*/ 139 h 153"/>
              <a:gd name="T36" fmla="*/ 51 w 367"/>
              <a:gd name="T37" fmla="*/ 70 h 153"/>
              <a:gd name="T38" fmla="*/ 69 w 367"/>
              <a:gd name="T39" fmla="*/ 49 h 153"/>
              <a:gd name="T40" fmla="*/ 7 w 367"/>
              <a:gd name="T41" fmla="*/ 38 h 153"/>
              <a:gd name="T42" fmla="*/ 153 w 367"/>
              <a:gd name="T43" fmla="*/ 39 h 153"/>
              <a:gd name="T44" fmla="*/ 113 w 367"/>
              <a:gd name="T45" fmla="*/ 118 h 153"/>
              <a:gd name="T46" fmla="*/ 161 w 367"/>
              <a:gd name="T47" fmla="*/ 54 h 153"/>
              <a:gd name="T48" fmla="*/ 166 w 367"/>
              <a:gd name="T49" fmla="*/ 118 h 153"/>
              <a:gd name="T50" fmla="*/ 179 w 367"/>
              <a:gd name="T51" fmla="*/ 54 h 153"/>
              <a:gd name="T52" fmla="*/ 203 w 367"/>
              <a:gd name="T53" fmla="*/ 118 h 153"/>
              <a:gd name="T54" fmla="*/ 217 w 367"/>
              <a:gd name="T55" fmla="*/ 49 h 153"/>
              <a:gd name="T56" fmla="*/ 231 w 367"/>
              <a:gd name="T57" fmla="*/ 38 h 153"/>
              <a:gd name="T58" fmla="*/ 115 w 367"/>
              <a:gd name="T59" fmla="*/ 80 h 153"/>
              <a:gd name="T60" fmla="*/ 115 w 367"/>
              <a:gd name="T61" fmla="*/ 106 h 153"/>
              <a:gd name="T62" fmla="*/ 115 w 367"/>
              <a:gd name="T63" fmla="*/ 80 h 153"/>
              <a:gd name="T64" fmla="*/ 169 w 367"/>
              <a:gd name="T65" fmla="*/ 62 h 153"/>
              <a:gd name="T66" fmla="*/ 161 w 367"/>
              <a:gd name="T67" fmla="*/ 20 h 153"/>
              <a:gd name="T68" fmla="*/ 183 w 367"/>
              <a:gd name="T69" fmla="*/ 20 h 153"/>
              <a:gd name="T70" fmla="*/ 161 w 367"/>
              <a:gd name="T71" fmla="*/ 20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367" h="153">
                <a:moveTo>
                  <a:pt x="358" y="118"/>
                </a:moveTo>
                <a:cubicBezTo>
                  <a:pt x="359" y="74"/>
                  <a:pt x="367" y="24"/>
                  <a:pt x="336" y="11"/>
                </a:cubicBezTo>
                <a:cubicBezTo>
                  <a:pt x="311" y="0"/>
                  <a:pt x="270" y="17"/>
                  <a:pt x="289" y="44"/>
                </a:cubicBezTo>
                <a:cubicBezTo>
                  <a:pt x="288" y="45"/>
                  <a:pt x="287" y="47"/>
                  <a:pt x="285" y="48"/>
                </a:cubicBezTo>
                <a:cubicBezTo>
                  <a:pt x="285" y="48"/>
                  <a:pt x="285" y="49"/>
                  <a:pt x="285" y="49"/>
                </a:cubicBezTo>
                <a:cubicBezTo>
                  <a:pt x="282" y="46"/>
                  <a:pt x="279" y="42"/>
                  <a:pt x="274" y="40"/>
                </a:cubicBezTo>
                <a:cubicBezTo>
                  <a:pt x="270" y="38"/>
                  <a:pt x="262" y="38"/>
                  <a:pt x="257" y="40"/>
                </a:cubicBezTo>
                <a:cubicBezTo>
                  <a:pt x="233" y="48"/>
                  <a:pt x="240" y="87"/>
                  <a:pt x="241" y="118"/>
                </a:cubicBezTo>
                <a:cubicBezTo>
                  <a:pt x="245" y="118"/>
                  <a:pt x="250" y="118"/>
                  <a:pt x="254" y="118"/>
                </a:cubicBezTo>
                <a:cubicBezTo>
                  <a:pt x="254" y="99"/>
                  <a:pt x="249" y="52"/>
                  <a:pt x="264" y="49"/>
                </a:cubicBezTo>
                <a:cubicBezTo>
                  <a:pt x="283" y="46"/>
                  <a:pt x="277" y="99"/>
                  <a:pt x="277" y="118"/>
                </a:cubicBezTo>
                <a:cubicBezTo>
                  <a:pt x="281" y="118"/>
                  <a:pt x="286" y="118"/>
                  <a:pt x="290" y="118"/>
                </a:cubicBezTo>
                <a:cubicBezTo>
                  <a:pt x="289" y="94"/>
                  <a:pt x="284" y="55"/>
                  <a:pt x="303" y="50"/>
                </a:cubicBezTo>
                <a:cubicBezTo>
                  <a:pt x="328" y="43"/>
                  <a:pt x="329" y="83"/>
                  <a:pt x="324" y="103"/>
                </a:cubicBezTo>
                <a:cubicBezTo>
                  <a:pt x="320" y="115"/>
                  <a:pt x="314" y="125"/>
                  <a:pt x="301" y="127"/>
                </a:cubicBezTo>
                <a:cubicBezTo>
                  <a:pt x="271" y="134"/>
                  <a:pt x="234" y="116"/>
                  <a:pt x="234" y="153"/>
                </a:cubicBezTo>
                <a:cubicBezTo>
                  <a:pt x="238" y="153"/>
                  <a:pt x="243" y="153"/>
                  <a:pt x="247" y="153"/>
                </a:cubicBezTo>
                <a:cubicBezTo>
                  <a:pt x="247" y="130"/>
                  <a:pt x="294" y="143"/>
                  <a:pt x="312" y="135"/>
                </a:cubicBezTo>
                <a:cubicBezTo>
                  <a:pt x="335" y="125"/>
                  <a:pt x="350" y="74"/>
                  <a:pt x="330" y="47"/>
                </a:cubicBezTo>
                <a:cubicBezTo>
                  <a:pt x="322" y="37"/>
                  <a:pt x="309" y="42"/>
                  <a:pt x="299" y="36"/>
                </a:cubicBezTo>
                <a:cubicBezTo>
                  <a:pt x="293" y="14"/>
                  <a:pt x="330" y="15"/>
                  <a:pt x="338" y="26"/>
                </a:cubicBezTo>
                <a:cubicBezTo>
                  <a:pt x="350" y="40"/>
                  <a:pt x="346" y="92"/>
                  <a:pt x="345" y="118"/>
                </a:cubicBezTo>
                <a:cubicBezTo>
                  <a:pt x="350" y="118"/>
                  <a:pt x="354" y="118"/>
                  <a:pt x="358" y="118"/>
                </a:cubicBezTo>
                <a:close/>
                <a:moveTo>
                  <a:pt x="7" y="38"/>
                </a:moveTo>
                <a:cubicBezTo>
                  <a:pt x="7" y="65"/>
                  <a:pt x="7" y="91"/>
                  <a:pt x="7" y="118"/>
                </a:cubicBezTo>
                <a:cubicBezTo>
                  <a:pt x="12" y="118"/>
                  <a:pt x="16" y="118"/>
                  <a:pt x="21" y="118"/>
                </a:cubicBezTo>
                <a:cubicBezTo>
                  <a:pt x="21" y="95"/>
                  <a:pt x="21" y="72"/>
                  <a:pt x="21" y="49"/>
                </a:cubicBezTo>
                <a:cubicBezTo>
                  <a:pt x="27" y="49"/>
                  <a:pt x="32" y="49"/>
                  <a:pt x="38" y="49"/>
                </a:cubicBezTo>
                <a:cubicBezTo>
                  <a:pt x="38" y="72"/>
                  <a:pt x="38" y="95"/>
                  <a:pt x="38" y="118"/>
                </a:cubicBezTo>
                <a:cubicBezTo>
                  <a:pt x="43" y="118"/>
                  <a:pt x="47" y="118"/>
                  <a:pt x="51" y="118"/>
                </a:cubicBezTo>
                <a:cubicBezTo>
                  <a:pt x="51" y="103"/>
                  <a:pt x="49" y="84"/>
                  <a:pt x="57" y="78"/>
                </a:cubicBezTo>
                <a:cubicBezTo>
                  <a:pt x="58" y="78"/>
                  <a:pt x="59" y="78"/>
                  <a:pt x="59" y="78"/>
                </a:cubicBezTo>
                <a:cubicBezTo>
                  <a:pt x="75" y="79"/>
                  <a:pt x="72" y="109"/>
                  <a:pt x="66" y="119"/>
                </a:cubicBezTo>
                <a:cubicBezTo>
                  <a:pt x="51" y="142"/>
                  <a:pt x="1" y="110"/>
                  <a:pt x="0" y="153"/>
                </a:cubicBezTo>
                <a:cubicBezTo>
                  <a:pt x="5" y="153"/>
                  <a:pt x="9" y="153"/>
                  <a:pt x="14" y="153"/>
                </a:cubicBezTo>
                <a:cubicBezTo>
                  <a:pt x="14" y="132"/>
                  <a:pt x="36" y="142"/>
                  <a:pt x="53" y="139"/>
                </a:cubicBezTo>
                <a:cubicBezTo>
                  <a:pt x="67" y="136"/>
                  <a:pt x="76" y="126"/>
                  <a:pt x="81" y="115"/>
                </a:cubicBezTo>
                <a:cubicBezTo>
                  <a:pt x="90" y="92"/>
                  <a:pt x="78" y="54"/>
                  <a:pt x="51" y="70"/>
                </a:cubicBezTo>
                <a:cubicBezTo>
                  <a:pt x="51" y="63"/>
                  <a:pt x="51" y="56"/>
                  <a:pt x="51" y="49"/>
                </a:cubicBezTo>
                <a:cubicBezTo>
                  <a:pt x="57" y="49"/>
                  <a:pt x="63" y="49"/>
                  <a:pt x="69" y="49"/>
                </a:cubicBezTo>
                <a:cubicBezTo>
                  <a:pt x="69" y="45"/>
                  <a:pt x="69" y="42"/>
                  <a:pt x="69" y="38"/>
                </a:cubicBezTo>
                <a:cubicBezTo>
                  <a:pt x="48" y="38"/>
                  <a:pt x="28" y="38"/>
                  <a:pt x="7" y="38"/>
                </a:cubicBezTo>
                <a:close/>
                <a:moveTo>
                  <a:pt x="171" y="46"/>
                </a:moveTo>
                <a:cubicBezTo>
                  <a:pt x="165" y="44"/>
                  <a:pt x="159" y="41"/>
                  <a:pt x="153" y="39"/>
                </a:cubicBezTo>
                <a:cubicBezTo>
                  <a:pt x="131" y="33"/>
                  <a:pt x="111" y="45"/>
                  <a:pt x="103" y="58"/>
                </a:cubicBezTo>
                <a:cubicBezTo>
                  <a:pt x="92" y="75"/>
                  <a:pt x="90" y="113"/>
                  <a:pt x="113" y="118"/>
                </a:cubicBezTo>
                <a:cubicBezTo>
                  <a:pt x="147" y="125"/>
                  <a:pt x="144" y="59"/>
                  <a:pt x="111" y="71"/>
                </a:cubicBezTo>
                <a:cubicBezTo>
                  <a:pt x="116" y="49"/>
                  <a:pt x="140" y="47"/>
                  <a:pt x="161" y="54"/>
                </a:cubicBezTo>
                <a:cubicBezTo>
                  <a:pt x="158" y="58"/>
                  <a:pt x="155" y="63"/>
                  <a:pt x="152" y="67"/>
                </a:cubicBezTo>
                <a:cubicBezTo>
                  <a:pt x="145" y="86"/>
                  <a:pt x="148" y="113"/>
                  <a:pt x="166" y="118"/>
                </a:cubicBezTo>
                <a:cubicBezTo>
                  <a:pt x="186" y="123"/>
                  <a:pt x="194" y="95"/>
                  <a:pt x="191" y="78"/>
                </a:cubicBezTo>
                <a:cubicBezTo>
                  <a:pt x="189" y="68"/>
                  <a:pt x="185" y="61"/>
                  <a:pt x="179" y="54"/>
                </a:cubicBezTo>
                <a:cubicBezTo>
                  <a:pt x="185" y="50"/>
                  <a:pt x="195" y="49"/>
                  <a:pt x="203" y="49"/>
                </a:cubicBezTo>
                <a:cubicBezTo>
                  <a:pt x="203" y="118"/>
                  <a:pt x="203" y="118"/>
                  <a:pt x="203" y="118"/>
                </a:cubicBezTo>
                <a:cubicBezTo>
                  <a:pt x="217" y="118"/>
                  <a:pt x="217" y="118"/>
                  <a:pt x="217" y="118"/>
                </a:cubicBezTo>
                <a:cubicBezTo>
                  <a:pt x="217" y="49"/>
                  <a:pt x="217" y="49"/>
                  <a:pt x="217" y="49"/>
                </a:cubicBezTo>
                <a:cubicBezTo>
                  <a:pt x="231" y="49"/>
                  <a:pt x="231" y="49"/>
                  <a:pt x="231" y="49"/>
                </a:cubicBezTo>
                <a:cubicBezTo>
                  <a:pt x="231" y="38"/>
                  <a:pt x="231" y="38"/>
                  <a:pt x="231" y="38"/>
                </a:cubicBezTo>
                <a:cubicBezTo>
                  <a:pt x="209" y="38"/>
                  <a:pt x="183" y="36"/>
                  <a:pt x="171" y="46"/>
                </a:cubicBezTo>
                <a:close/>
                <a:moveTo>
                  <a:pt x="115" y="80"/>
                </a:moveTo>
                <a:cubicBezTo>
                  <a:pt x="118" y="80"/>
                  <a:pt x="118" y="81"/>
                  <a:pt x="120" y="82"/>
                </a:cubicBezTo>
                <a:cubicBezTo>
                  <a:pt x="127" y="86"/>
                  <a:pt x="126" y="109"/>
                  <a:pt x="115" y="106"/>
                </a:cubicBezTo>
                <a:cubicBezTo>
                  <a:pt x="110" y="104"/>
                  <a:pt x="105" y="89"/>
                  <a:pt x="111" y="83"/>
                </a:cubicBezTo>
                <a:cubicBezTo>
                  <a:pt x="112" y="82"/>
                  <a:pt x="113" y="81"/>
                  <a:pt x="115" y="80"/>
                </a:cubicBezTo>
                <a:close/>
                <a:moveTo>
                  <a:pt x="169" y="107"/>
                </a:moveTo>
                <a:cubicBezTo>
                  <a:pt x="156" y="100"/>
                  <a:pt x="163" y="71"/>
                  <a:pt x="169" y="62"/>
                </a:cubicBezTo>
                <a:cubicBezTo>
                  <a:pt x="179" y="67"/>
                  <a:pt x="183" y="104"/>
                  <a:pt x="169" y="107"/>
                </a:cubicBezTo>
                <a:close/>
                <a:moveTo>
                  <a:pt x="161" y="20"/>
                </a:moveTo>
                <a:cubicBezTo>
                  <a:pt x="161" y="26"/>
                  <a:pt x="166" y="31"/>
                  <a:pt x="172" y="31"/>
                </a:cubicBezTo>
                <a:cubicBezTo>
                  <a:pt x="178" y="31"/>
                  <a:pt x="183" y="26"/>
                  <a:pt x="183" y="20"/>
                </a:cubicBezTo>
                <a:cubicBezTo>
                  <a:pt x="183" y="14"/>
                  <a:pt x="178" y="9"/>
                  <a:pt x="172" y="9"/>
                </a:cubicBezTo>
                <a:cubicBezTo>
                  <a:pt x="166" y="9"/>
                  <a:pt x="161" y="14"/>
                  <a:pt x="161" y="20"/>
                </a:cubicBezTo>
                <a:close/>
              </a:path>
            </a:pathLst>
          </a:custGeom>
          <a:solidFill>
            <a:srgbClr val="FF5C39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5" name="Freeform 241">
            <a:extLst>
              <a:ext uri="{FF2B5EF4-FFF2-40B4-BE49-F238E27FC236}">
                <a16:creationId xmlns:a16="http://schemas.microsoft.com/office/drawing/2014/main" id="{15113FCA-376E-737C-68C6-CDEE69C66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517942" y="3247986"/>
            <a:ext cx="1548982" cy="236329"/>
          </a:xfrm>
          <a:custGeom>
            <a:avLst/>
            <a:gdLst>
              <a:gd name="T0" fmla="*/ 13 w 510"/>
              <a:gd name="T1" fmla="*/ 25 h 78"/>
              <a:gd name="T2" fmla="*/ 39 w 510"/>
              <a:gd name="T3" fmla="*/ 1 h 78"/>
              <a:gd name="T4" fmla="*/ 24 w 510"/>
              <a:gd name="T5" fmla="*/ 61 h 78"/>
              <a:gd name="T6" fmla="*/ 40 w 510"/>
              <a:gd name="T7" fmla="*/ 29 h 78"/>
              <a:gd name="T8" fmla="*/ 13 w 510"/>
              <a:gd name="T9" fmla="*/ 35 h 78"/>
              <a:gd name="T10" fmla="*/ 21 w 510"/>
              <a:gd name="T11" fmla="*/ 51 h 78"/>
              <a:gd name="T12" fmla="*/ 91 w 510"/>
              <a:gd name="T13" fmla="*/ 12 h 78"/>
              <a:gd name="T14" fmla="*/ 57 w 510"/>
              <a:gd name="T15" fmla="*/ 62 h 78"/>
              <a:gd name="T16" fmla="*/ 53 w 510"/>
              <a:gd name="T17" fmla="*/ 51 h 78"/>
              <a:gd name="T18" fmla="*/ 63 w 510"/>
              <a:gd name="T19" fmla="*/ 28 h 78"/>
              <a:gd name="T20" fmla="*/ 104 w 510"/>
              <a:gd name="T21" fmla="*/ 61 h 78"/>
              <a:gd name="T22" fmla="*/ 112 w 510"/>
              <a:gd name="T23" fmla="*/ 61 h 78"/>
              <a:gd name="T24" fmla="*/ 152 w 510"/>
              <a:gd name="T25" fmla="*/ 48 h 78"/>
              <a:gd name="T26" fmla="*/ 150 w 510"/>
              <a:gd name="T27" fmla="*/ 1 h 78"/>
              <a:gd name="T28" fmla="*/ 141 w 510"/>
              <a:gd name="T29" fmla="*/ 11 h 78"/>
              <a:gd name="T30" fmla="*/ 149 w 510"/>
              <a:gd name="T31" fmla="*/ 37 h 78"/>
              <a:gd name="T32" fmla="*/ 193 w 510"/>
              <a:gd name="T33" fmla="*/ 12 h 78"/>
              <a:gd name="T34" fmla="*/ 179 w 510"/>
              <a:gd name="T35" fmla="*/ 1 h 78"/>
              <a:gd name="T36" fmla="*/ 269 w 510"/>
              <a:gd name="T37" fmla="*/ 8 h 78"/>
              <a:gd name="T38" fmla="*/ 218 w 510"/>
              <a:gd name="T39" fmla="*/ 32 h 78"/>
              <a:gd name="T40" fmla="*/ 269 w 510"/>
              <a:gd name="T41" fmla="*/ 53 h 78"/>
              <a:gd name="T42" fmla="*/ 259 w 510"/>
              <a:gd name="T43" fmla="*/ 45 h 78"/>
              <a:gd name="T44" fmla="*/ 232 w 510"/>
              <a:gd name="T45" fmla="*/ 31 h 78"/>
              <a:gd name="T46" fmla="*/ 259 w 510"/>
              <a:gd name="T47" fmla="*/ 17 h 78"/>
              <a:gd name="T48" fmla="*/ 335 w 510"/>
              <a:gd name="T49" fmla="*/ 50 h 78"/>
              <a:gd name="T50" fmla="*/ 287 w 510"/>
              <a:gd name="T51" fmla="*/ 50 h 78"/>
              <a:gd name="T52" fmla="*/ 294 w 510"/>
              <a:gd name="T53" fmla="*/ 78 h 78"/>
              <a:gd name="T54" fmla="*/ 332 w 510"/>
              <a:gd name="T55" fmla="*/ 78 h 78"/>
              <a:gd name="T56" fmla="*/ 335 w 510"/>
              <a:gd name="T57" fmla="*/ 50 h 78"/>
              <a:gd name="T58" fmla="*/ 308 w 510"/>
              <a:gd name="T59" fmla="*/ 31 h 78"/>
              <a:gd name="T60" fmla="*/ 322 w 510"/>
              <a:gd name="T61" fmla="*/ 50 h 78"/>
              <a:gd name="T62" fmla="*/ 348 w 510"/>
              <a:gd name="T63" fmla="*/ 61 h 78"/>
              <a:gd name="T64" fmla="*/ 388 w 510"/>
              <a:gd name="T65" fmla="*/ 48 h 78"/>
              <a:gd name="T66" fmla="*/ 386 w 510"/>
              <a:gd name="T67" fmla="*/ 1 h 78"/>
              <a:gd name="T68" fmla="*/ 377 w 510"/>
              <a:gd name="T69" fmla="*/ 11 h 78"/>
              <a:gd name="T70" fmla="*/ 385 w 510"/>
              <a:gd name="T71" fmla="*/ 37 h 78"/>
              <a:gd name="T72" fmla="*/ 415 w 510"/>
              <a:gd name="T73" fmla="*/ 1 h 78"/>
              <a:gd name="T74" fmla="*/ 429 w 510"/>
              <a:gd name="T75" fmla="*/ 40 h 78"/>
              <a:gd name="T76" fmla="*/ 459 w 510"/>
              <a:gd name="T77" fmla="*/ 20 h 78"/>
              <a:gd name="T78" fmla="*/ 429 w 510"/>
              <a:gd name="T79" fmla="*/ 30 h 78"/>
              <a:gd name="T80" fmla="*/ 445 w 510"/>
              <a:gd name="T81" fmla="*/ 20 h 78"/>
              <a:gd name="T82" fmla="*/ 472 w 510"/>
              <a:gd name="T83" fmla="*/ 5 h 78"/>
              <a:gd name="T84" fmla="*/ 480 w 510"/>
              <a:gd name="T85" fmla="*/ 34 h 78"/>
              <a:gd name="T86" fmla="*/ 477 w 510"/>
              <a:gd name="T87" fmla="*/ 61 h 78"/>
              <a:gd name="T88" fmla="*/ 496 w 510"/>
              <a:gd name="T89" fmla="*/ 38 h 78"/>
              <a:gd name="T90" fmla="*/ 510 w 510"/>
              <a:gd name="T91" fmla="*/ 1 h 78"/>
              <a:gd name="T92" fmla="*/ 490 w 510"/>
              <a:gd name="T93" fmla="*/ 27 h 78"/>
              <a:gd name="T94" fmla="*/ 490 w 510"/>
              <a:gd name="T95" fmla="*/ 11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510" h="78">
                <a:moveTo>
                  <a:pt x="40" y="29"/>
                </a:moveTo>
                <a:cubicBezTo>
                  <a:pt x="36" y="26"/>
                  <a:pt x="31" y="25"/>
                  <a:pt x="25" y="25"/>
                </a:cubicBezTo>
                <a:cubicBezTo>
                  <a:pt x="13" y="25"/>
                  <a:pt x="13" y="25"/>
                  <a:pt x="13" y="25"/>
                </a:cubicBezTo>
                <a:cubicBezTo>
                  <a:pt x="13" y="12"/>
                  <a:pt x="13" y="12"/>
                  <a:pt x="13" y="12"/>
                </a:cubicBezTo>
                <a:cubicBezTo>
                  <a:pt x="39" y="12"/>
                  <a:pt x="39" y="12"/>
                  <a:pt x="39" y="12"/>
                </a:cubicBezTo>
                <a:cubicBezTo>
                  <a:pt x="39" y="1"/>
                  <a:pt x="39" y="1"/>
                  <a:pt x="39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61"/>
                  <a:pt x="0" y="61"/>
                  <a:pt x="0" y="61"/>
                </a:cubicBezTo>
                <a:cubicBezTo>
                  <a:pt x="24" y="61"/>
                  <a:pt x="24" y="61"/>
                  <a:pt x="24" y="61"/>
                </a:cubicBezTo>
                <a:cubicBezTo>
                  <a:pt x="31" y="61"/>
                  <a:pt x="36" y="59"/>
                  <a:pt x="40" y="56"/>
                </a:cubicBezTo>
                <a:cubicBezTo>
                  <a:pt x="43" y="53"/>
                  <a:pt x="45" y="48"/>
                  <a:pt x="45" y="42"/>
                </a:cubicBezTo>
                <a:cubicBezTo>
                  <a:pt x="45" y="37"/>
                  <a:pt x="43" y="32"/>
                  <a:pt x="40" y="29"/>
                </a:cubicBezTo>
                <a:close/>
                <a:moveTo>
                  <a:pt x="21" y="51"/>
                </a:moveTo>
                <a:cubicBezTo>
                  <a:pt x="13" y="51"/>
                  <a:pt x="13" y="51"/>
                  <a:pt x="13" y="51"/>
                </a:cubicBezTo>
                <a:cubicBezTo>
                  <a:pt x="13" y="35"/>
                  <a:pt x="13" y="35"/>
                  <a:pt x="13" y="35"/>
                </a:cubicBezTo>
                <a:cubicBezTo>
                  <a:pt x="22" y="35"/>
                  <a:pt x="22" y="35"/>
                  <a:pt x="22" y="35"/>
                </a:cubicBezTo>
                <a:cubicBezTo>
                  <a:pt x="28" y="35"/>
                  <a:pt x="31" y="38"/>
                  <a:pt x="31" y="43"/>
                </a:cubicBezTo>
                <a:cubicBezTo>
                  <a:pt x="31" y="48"/>
                  <a:pt x="28" y="51"/>
                  <a:pt x="21" y="51"/>
                </a:cubicBezTo>
                <a:close/>
                <a:moveTo>
                  <a:pt x="104" y="61"/>
                </a:moveTo>
                <a:cubicBezTo>
                  <a:pt x="91" y="61"/>
                  <a:pt x="91" y="61"/>
                  <a:pt x="91" y="61"/>
                </a:cubicBezTo>
                <a:cubicBezTo>
                  <a:pt x="91" y="12"/>
                  <a:pt x="91" y="12"/>
                  <a:pt x="91" y="12"/>
                </a:cubicBezTo>
                <a:cubicBezTo>
                  <a:pt x="79" y="12"/>
                  <a:pt x="79" y="12"/>
                  <a:pt x="79" y="12"/>
                </a:cubicBezTo>
                <a:cubicBezTo>
                  <a:pt x="75" y="35"/>
                  <a:pt x="72" y="49"/>
                  <a:pt x="70" y="54"/>
                </a:cubicBezTo>
                <a:cubicBezTo>
                  <a:pt x="67" y="59"/>
                  <a:pt x="62" y="62"/>
                  <a:pt x="57" y="62"/>
                </a:cubicBezTo>
                <a:cubicBezTo>
                  <a:pt x="54" y="62"/>
                  <a:pt x="52" y="62"/>
                  <a:pt x="49" y="61"/>
                </a:cubicBezTo>
                <a:cubicBezTo>
                  <a:pt x="49" y="50"/>
                  <a:pt x="49" y="50"/>
                  <a:pt x="49" y="50"/>
                </a:cubicBezTo>
                <a:cubicBezTo>
                  <a:pt x="51" y="50"/>
                  <a:pt x="52" y="51"/>
                  <a:pt x="53" y="51"/>
                </a:cubicBezTo>
                <a:cubicBezTo>
                  <a:pt x="55" y="51"/>
                  <a:pt x="56" y="50"/>
                  <a:pt x="56" y="50"/>
                </a:cubicBezTo>
                <a:cubicBezTo>
                  <a:pt x="57" y="49"/>
                  <a:pt x="58" y="47"/>
                  <a:pt x="59" y="44"/>
                </a:cubicBezTo>
                <a:cubicBezTo>
                  <a:pt x="60" y="41"/>
                  <a:pt x="62" y="35"/>
                  <a:pt x="63" y="28"/>
                </a:cubicBezTo>
                <a:cubicBezTo>
                  <a:pt x="65" y="20"/>
                  <a:pt x="66" y="11"/>
                  <a:pt x="68" y="1"/>
                </a:cubicBezTo>
                <a:cubicBezTo>
                  <a:pt x="104" y="1"/>
                  <a:pt x="104" y="1"/>
                  <a:pt x="104" y="1"/>
                </a:cubicBezTo>
                <a:lnTo>
                  <a:pt x="104" y="61"/>
                </a:lnTo>
                <a:close/>
                <a:moveTo>
                  <a:pt x="150" y="1"/>
                </a:moveTo>
                <a:cubicBezTo>
                  <a:pt x="134" y="1"/>
                  <a:pt x="134" y="1"/>
                  <a:pt x="134" y="1"/>
                </a:cubicBezTo>
                <a:cubicBezTo>
                  <a:pt x="112" y="61"/>
                  <a:pt x="112" y="61"/>
                  <a:pt x="112" y="61"/>
                </a:cubicBezTo>
                <a:cubicBezTo>
                  <a:pt x="127" y="61"/>
                  <a:pt x="127" y="61"/>
                  <a:pt x="127" y="61"/>
                </a:cubicBezTo>
                <a:cubicBezTo>
                  <a:pt x="131" y="48"/>
                  <a:pt x="131" y="48"/>
                  <a:pt x="131" y="48"/>
                </a:cubicBezTo>
                <a:cubicBezTo>
                  <a:pt x="152" y="48"/>
                  <a:pt x="152" y="48"/>
                  <a:pt x="152" y="48"/>
                </a:cubicBezTo>
                <a:cubicBezTo>
                  <a:pt x="157" y="61"/>
                  <a:pt x="157" y="61"/>
                  <a:pt x="157" y="61"/>
                </a:cubicBezTo>
                <a:cubicBezTo>
                  <a:pt x="172" y="61"/>
                  <a:pt x="172" y="61"/>
                  <a:pt x="172" y="61"/>
                </a:cubicBezTo>
                <a:lnTo>
                  <a:pt x="150" y="1"/>
                </a:lnTo>
                <a:close/>
                <a:moveTo>
                  <a:pt x="134" y="37"/>
                </a:moveTo>
                <a:cubicBezTo>
                  <a:pt x="140" y="17"/>
                  <a:pt x="140" y="17"/>
                  <a:pt x="140" y="17"/>
                </a:cubicBezTo>
                <a:cubicBezTo>
                  <a:pt x="141" y="15"/>
                  <a:pt x="141" y="13"/>
                  <a:pt x="141" y="11"/>
                </a:cubicBezTo>
                <a:cubicBezTo>
                  <a:pt x="142" y="11"/>
                  <a:pt x="142" y="11"/>
                  <a:pt x="142" y="11"/>
                </a:cubicBezTo>
                <a:cubicBezTo>
                  <a:pt x="142" y="13"/>
                  <a:pt x="142" y="15"/>
                  <a:pt x="143" y="17"/>
                </a:cubicBezTo>
                <a:cubicBezTo>
                  <a:pt x="149" y="37"/>
                  <a:pt x="149" y="37"/>
                  <a:pt x="149" y="37"/>
                </a:cubicBezTo>
                <a:lnTo>
                  <a:pt x="134" y="37"/>
                </a:lnTo>
                <a:close/>
                <a:moveTo>
                  <a:pt x="215" y="12"/>
                </a:moveTo>
                <a:cubicBezTo>
                  <a:pt x="193" y="12"/>
                  <a:pt x="193" y="12"/>
                  <a:pt x="193" y="12"/>
                </a:cubicBezTo>
                <a:cubicBezTo>
                  <a:pt x="193" y="61"/>
                  <a:pt x="193" y="61"/>
                  <a:pt x="193" y="61"/>
                </a:cubicBezTo>
                <a:cubicBezTo>
                  <a:pt x="179" y="61"/>
                  <a:pt x="179" y="61"/>
                  <a:pt x="179" y="61"/>
                </a:cubicBezTo>
                <a:cubicBezTo>
                  <a:pt x="179" y="1"/>
                  <a:pt x="179" y="1"/>
                  <a:pt x="179" y="1"/>
                </a:cubicBezTo>
                <a:cubicBezTo>
                  <a:pt x="215" y="1"/>
                  <a:pt x="215" y="1"/>
                  <a:pt x="215" y="1"/>
                </a:cubicBezTo>
                <a:lnTo>
                  <a:pt x="215" y="12"/>
                </a:lnTo>
                <a:close/>
                <a:moveTo>
                  <a:pt x="269" y="8"/>
                </a:moveTo>
                <a:cubicBezTo>
                  <a:pt x="264" y="2"/>
                  <a:pt x="257" y="0"/>
                  <a:pt x="248" y="0"/>
                </a:cubicBezTo>
                <a:cubicBezTo>
                  <a:pt x="239" y="0"/>
                  <a:pt x="232" y="3"/>
                  <a:pt x="226" y="8"/>
                </a:cubicBezTo>
                <a:cubicBezTo>
                  <a:pt x="221" y="14"/>
                  <a:pt x="218" y="22"/>
                  <a:pt x="218" y="32"/>
                </a:cubicBezTo>
                <a:cubicBezTo>
                  <a:pt x="218" y="41"/>
                  <a:pt x="221" y="48"/>
                  <a:pt x="226" y="54"/>
                </a:cubicBezTo>
                <a:cubicBezTo>
                  <a:pt x="232" y="59"/>
                  <a:pt x="239" y="62"/>
                  <a:pt x="247" y="62"/>
                </a:cubicBezTo>
                <a:cubicBezTo>
                  <a:pt x="256" y="62"/>
                  <a:pt x="264" y="59"/>
                  <a:pt x="269" y="53"/>
                </a:cubicBezTo>
                <a:cubicBezTo>
                  <a:pt x="275" y="48"/>
                  <a:pt x="277" y="40"/>
                  <a:pt x="277" y="30"/>
                </a:cubicBezTo>
                <a:cubicBezTo>
                  <a:pt x="277" y="21"/>
                  <a:pt x="275" y="14"/>
                  <a:pt x="269" y="8"/>
                </a:cubicBezTo>
                <a:close/>
                <a:moveTo>
                  <a:pt x="259" y="45"/>
                </a:moveTo>
                <a:cubicBezTo>
                  <a:pt x="256" y="49"/>
                  <a:pt x="252" y="50"/>
                  <a:pt x="248" y="50"/>
                </a:cubicBezTo>
                <a:cubicBezTo>
                  <a:pt x="243" y="50"/>
                  <a:pt x="239" y="49"/>
                  <a:pt x="237" y="45"/>
                </a:cubicBezTo>
                <a:cubicBezTo>
                  <a:pt x="234" y="42"/>
                  <a:pt x="232" y="37"/>
                  <a:pt x="232" y="31"/>
                </a:cubicBezTo>
                <a:cubicBezTo>
                  <a:pt x="232" y="25"/>
                  <a:pt x="234" y="20"/>
                  <a:pt x="237" y="17"/>
                </a:cubicBezTo>
                <a:cubicBezTo>
                  <a:pt x="239" y="13"/>
                  <a:pt x="243" y="11"/>
                  <a:pt x="248" y="11"/>
                </a:cubicBezTo>
                <a:cubicBezTo>
                  <a:pt x="253" y="11"/>
                  <a:pt x="256" y="13"/>
                  <a:pt x="259" y="17"/>
                </a:cubicBezTo>
                <a:cubicBezTo>
                  <a:pt x="262" y="20"/>
                  <a:pt x="263" y="25"/>
                  <a:pt x="263" y="31"/>
                </a:cubicBezTo>
                <a:cubicBezTo>
                  <a:pt x="263" y="37"/>
                  <a:pt x="262" y="42"/>
                  <a:pt x="259" y="45"/>
                </a:cubicBezTo>
                <a:close/>
                <a:moveTo>
                  <a:pt x="335" y="50"/>
                </a:moveTo>
                <a:cubicBezTo>
                  <a:pt x="335" y="1"/>
                  <a:pt x="335" y="1"/>
                  <a:pt x="335" y="1"/>
                </a:cubicBezTo>
                <a:cubicBezTo>
                  <a:pt x="300" y="1"/>
                  <a:pt x="300" y="1"/>
                  <a:pt x="300" y="1"/>
                </a:cubicBezTo>
                <a:cubicBezTo>
                  <a:pt x="300" y="19"/>
                  <a:pt x="295" y="36"/>
                  <a:pt x="287" y="50"/>
                </a:cubicBezTo>
                <a:cubicBezTo>
                  <a:pt x="282" y="50"/>
                  <a:pt x="282" y="50"/>
                  <a:pt x="282" y="50"/>
                </a:cubicBezTo>
                <a:cubicBezTo>
                  <a:pt x="282" y="78"/>
                  <a:pt x="282" y="78"/>
                  <a:pt x="282" y="78"/>
                </a:cubicBezTo>
                <a:cubicBezTo>
                  <a:pt x="294" y="78"/>
                  <a:pt x="294" y="78"/>
                  <a:pt x="294" y="78"/>
                </a:cubicBezTo>
                <a:cubicBezTo>
                  <a:pt x="294" y="61"/>
                  <a:pt x="294" y="61"/>
                  <a:pt x="294" y="61"/>
                </a:cubicBezTo>
                <a:cubicBezTo>
                  <a:pt x="332" y="61"/>
                  <a:pt x="332" y="61"/>
                  <a:pt x="332" y="61"/>
                </a:cubicBezTo>
                <a:cubicBezTo>
                  <a:pt x="332" y="78"/>
                  <a:pt x="332" y="78"/>
                  <a:pt x="332" y="78"/>
                </a:cubicBezTo>
                <a:cubicBezTo>
                  <a:pt x="344" y="78"/>
                  <a:pt x="344" y="78"/>
                  <a:pt x="344" y="78"/>
                </a:cubicBezTo>
                <a:cubicBezTo>
                  <a:pt x="344" y="50"/>
                  <a:pt x="344" y="50"/>
                  <a:pt x="344" y="50"/>
                </a:cubicBezTo>
                <a:lnTo>
                  <a:pt x="335" y="50"/>
                </a:lnTo>
                <a:close/>
                <a:moveTo>
                  <a:pt x="322" y="50"/>
                </a:moveTo>
                <a:cubicBezTo>
                  <a:pt x="301" y="50"/>
                  <a:pt x="301" y="50"/>
                  <a:pt x="301" y="50"/>
                </a:cubicBezTo>
                <a:cubicBezTo>
                  <a:pt x="304" y="44"/>
                  <a:pt x="306" y="38"/>
                  <a:pt x="308" y="31"/>
                </a:cubicBezTo>
                <a:cubicBezTo>
                  <a:pt x="310" y="24"/>
                  <a:pt x="311" y="18"/>
                  <a:pt x="311" y="12"/>
                </a:cubicBezTo>
                <a:cubicBezTo>
                  <a:pt x="322" y="12"/>
                  <a:pt x="322" y="12"/>
                  <a:pt x="322" y="12"/>
                </a:cubicBezTo>
                <a:lnTo>
                  <a:pt x="322" y="50"/>
                </a:lnTo>
                <a:close/>
                <a:moveTo>
                  <a:pt x="386" y="1"/>
                </a:moveTo>
                <a:cubicBezTo>
                  <a:pt x="370" y="1"/>
                  <a:pt x="370" y="1"/>
                  <a:pt x="370" y="1"/>
                </a:cubicBezTo>
                <a:cubicBezTo>
                  <a:pt x="348" y="61"/>
                  <a:pt x="348" y="61"/>
                  <a:pt x="348" y="61"/>
                </a:cubicBezTo>
                <a:cubicBezTo>
                  <a:pt x="362" y="61"/>
                  <a:pt x="362" y="61"/>
                  <a:pt x="362" y="61"/>
                </a:cubicBezTo>
                <a:cubicBezTo>
                  <a:pt x="367" y="48"/>
                  <a:pt x="367" y="48"/>
                  <a:pt x="367" y="48"/>
                </a:cubicBezTo>
                <a:cubicBezTo>
                  <a:pt x="388" y="48"/>
                  <a:pt x="388" y="48"/>
                  <a:pt x="388" y="48"/>
                </a:cubicBezTo>
                <a:cubicBezTo>
                  <a:pt x="393" y="61"/>
                  <a:pt x="393" y="61"/>
                  <a:pt x="393" y="61"/>
                </a:cubicBezTo>
                <a:cubicBezTo>
                  <a:pt x="407" y="61"/>
                  <a:pt x="407" y="61"/>
                  <a:pt x="407" y="61"/>
                </a:cubicBezTo>
                <a:lnTo>
                  <a:pt x="386" y="1"/>
                </a:lnTo>
                <a:close/>
                <a:moveTo>
                  <a:pt x="370" y="37"/>
                </a:moveTo>
                <a:cubicBezTo>
                  <a:pt x="376" y="17"/>
                  <a:pt x="376" y="17"/>
                  <a:pt x="376" y="17"/>
                </a:cubicBezTo>
                <a:cubicBezTo>
                  <a:pt x="377" y="15"/>
                  <a:pt x="377" y="13"/>
                  <a:pt x="377" y="11"/>
                </a:cubicBezTo>
                <a:cubicBezTo>
                  <a:pt x="378" y="11"/>
                  <a:pt x="378" y="11"/>
                  <a:pt x="378" y="11"/>
                </a:cubicBezTo>
                <a:cubicBezTo>
                  <a:pt x="378" y="13"/>
                  <a:pt x="378" y="15"/>
                  <a:pt x="379" y="17"/>
                </a:cubicBezTo>
                <a:cubicBezTo>
                  <a:pt x="385" y="37"/>
                  <a:pt x="385" y="37"/>
                  <a:pt x="385" y="37"/>
                </a:cubicBezTo>
                <a:lnTo>
                  <a:pt x="370" y="37"/>
                </a:lnTo>
                <a:close/>
                <a:moveTo>
                  <a:pt x="436" y="1"/>
                </a:moveTo>
                <a:cubicBezTo>
                  <a:pt x="415" y="1"/>
                  <a:pt x="415" y="1"/>
                  <a:pt x="415" y="1"/>
                </a:cubicBezTo>
                <a:cubicBezTo>
                  <a:pt x="415" y="61"/>
                  <a:pt x="415" y="61"/>
                  <a:pt x="415" y="61"/>
                </a:cubicBezTo>
                <a:cubicBezTo>
                  <a:pt x="429" y="61"/>
                  <a:pt x="429" y="61"/>
                  <a:pt x="429" y="61"/>
                </a:cubicBezTo>
                <a:cubicBezTo>
                  <a:pt x="429" y="40"/>
                  <a:pt x="429" y="40"/>
                  <a:pt x="429" y="40"/>
                </a:cubicBezTo>
                <a:cubicBezTo>
                  <a:pt x="435" y="40"/>
                  <a:pt x="435" y="40"/>
                  <a:pt x="435" y="40"/>
                </a:cubicBezTo>
                <a:cubicBezTo>
                  <a:pt x="442" y="40"/>
                  <a:pt x="448" y="38"/>
                  <a:pt x="453" y="35"/>
                </a:cubicBezTo>
                <a:cubicBezTo>
                  <a:pt x="457" y="31"/>
                  <a:pt x="459" y="26"/>
                  <a:pt x="459" y="20"/>
                </a:cubicBezTo>
                <a:cubicBezTo>
                  <a:pt x="459" y="7"/>
                  <a:pt x="452" y="1"/>
                  <a:pt x="436" y="1"/>
                </a:cubicBezTo>
                <a:close/>
                <a:moveTo>
                  <a:pt x="434" y="30"/>
                </a:moveTo>
                <a:cubicBezTo>
                  <a:pt x="429" y="30"/>
                  <a:pt x="429" y="30"/>
                  <a:pt x="429" y="30"/>
                </a:cubicBezTo>
                <a:cubicBezTo>
                  <a:pt x="429" y="11"/>
                  <a:pt x="429" y="11"/>
                  <a:pt x="429" y="11"/>
                </a:cubicBezTo>
                <a:cubicBezTo>
                  <a:pt x="434" y="11"/>
                  <a:pt x="434" y="11"/>
                  <a:pt x="434" y="11"/>
                </a:cubicBezTo>
                <a:cubicBezTo>
                  <a:pt x="441" y="11"/>
                  <a:pt x="445" y="14"/>
                  <a:pt x="445" y="20"/>
                </a:cubicBezTo>
                <a:cubicBezTo>
                  <a:pt x="445" y="27"/>
                  <a:pt x="441" y="30"/>
                  <a:pt x="434" y="30"/>
                </a:cubicBezTo>
                <a:close/>
                <a:moveTo>
                  <a:pt x="489" y="1"/>
                </a:moveTo>
                <a:cubicBezTo>
                  <a:pt x="482" y="1"/>
                  <a:pt x="476" y="2"/>
                  <a:pt x="472" y="5"/>
                </a:cubicBezTo>
                <a:cubicBezTo>
                  <a:pt x="468" y="8"/>
                  <a:pt x="466" y="12"/>
                  <a:pt x="466" y="18"/>
                </a:cubicBezTo>
                <a:cubicBezTo>
                  <a:pt x="466" y="26"/>
                  <a:pt x="471" y="31"/>
                  <a:pt x="480" y="33"/>
                </a:cubicBezTo>
                <a:cubicBezTo>
                  <a:pt x="480" y="34"/>
                  <a:pt x="480" y="34"/>
                  <a:pt x="480" y="34"/>
                </a:cubicBezTo>
                <a:cubicBezTo>
                  <a:pt x="476" y="35"/>
                  <a:pt x="473" y="38"/>
                  <a:pt x="470" y="43"/>
                </a:cubicBezTo>
                <a:cubicBezTo>
                  <a:pt x="462" y="61"/>
                  <a:pt x="462" y="61"/>
                  <a:pt x="462" y="61"/>
                </a:cubicBezTo>
                <a:cubicBezTo>
                  <a:pt x="477" y="61"/>
                  <a:pt x="477" y="61"/>
                  <a:pt x="477" y="61"/>
                </a:cubicBezTo>
                <a:cubicBezTo>
                  <a:pt x="484" y="45"/>
                  <a:pt x="484" y="45"/>
                  <a:pt x="484" y="45"/>
                </a:cubicBezTo>
                <a:cubicBezTo>
                  <a:pt x="486" y="40"/>
                  <a:pt x="489" y="38"/>
                  <a:pt x="492" y="38"/>
                </a:cubicBezTo>
                <a:cubicBezTo>
                  <a:pt x="496" y="38"/>
                  <a:pt x="496" y="38"/>
                  <a:pt x="496" y="38"/>
                </a:cubicBezTo>
                <a:cubicBezTo>
                  <a:pt x="496" y="61"/>
                  <a:pt x="496" y="61"/>
                  <a:pt x="496" y="61"/>
                </a:cubicBezTo>
                <a:cubicBezTo>
                  <a:pt x="510" y="61"/>
                  <a:pt x="510" y="61"/>
                  <a:pt x="510" y="61"/>
                </a:cubicBezTo>
                <a:cubicBezTo>
                  <a:pt x="510" y="1"/>
                  <a:pt x="510" y="1"/>
                  <a:pt x="510" y="1"/>
                </a:cubicBezTo>
                <a:lnTo>
                  <a:pt x="489" y="1"/>
                </a:lnTo>
                <a:close/>
                <a:moveTo>
                  <a:pt x="496" y="27"/>
                </a:moveTo>
                <a:cubicBezTo>
                  <a:pt x="490" y="27"/>
                  <a:pt x="490" y="27"/>
                  <a:pt x="490" y="27"/>
                </a:cubicBezTo>
                <a:cubicBezTo>
                  <a:pt x="487" y="27"/>
                  <a:pt x="485" y="27"/>
                  <a:pt x="483" y="25"/>
                </a:cubicBezTo>
                <a:cubicBezTo>
                  <a:pt x="482" y="24"/>
                  <a:pt x="481" y="21"/>
                  <a:pt x="481" y="19"/>
                </a:cubicBezTo>
                <a:cubicBezTo>
                  <a:pt x="481" y="14"/>
                  <a:pt x="484" y="11"/>
                  <a:pt x="490" y="11"/>
                </a:cubicBezTo>
                <a:cubicBezTo>
                  <a:pt x="496" y="11"/>
                  <a:pt x="496" y="11"/>
                  <a:pt x="496" y="11"/>
                </a:cubicBezTo>
                <a:lnTo>
                  <a:pt x="496" y="27"/>
                </a:lnTo>
                <a:close/>
              </a:path>
            </a:pathLst>
          </a:custGeom>
          <a:solidFill>
            <a:srgbClr val="50E6FF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6" name="Freeform 242">
            <a:extLst>
              <a:ext uri="{FF2B5EF4-FFF2-40B4-BE49-F238E27FC236}">
                <a16:creationId xmlns:a16="http://schemas.microsoft.com/office/drawing/2014/main" id="{F8649316-6C56-A162-46B1-37EEDFC41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10129465" y="3804099"/>
            <a:ext cx="319703" cy="1203703"/>
          </a:xfrm>
          <a:custGeom>
            <a:avLst/>
            <a:gdLst>
              <a:gd name="T0" fmla="*/ 21 w 70"/>
              <a:gd name="T1" fmla="*/ 4 h 264"/>
              <a:gd name="T2" fmla="*/ 0 w 70"/>
              <a:gd name="T3" fmla="*/ 0 h 264"/>
              <a:gd name="T4" fmla="*/ 15 w 70"/>
              <a:gd name="T5" fmla="*/ 6 h 264"/>
              <a:gd name="T6" fmla="*/ 0 w 70"/>
              <a:gd name="T7" fmla="*/ 45 h 264"/>
              <a:gd name="T8" fmla="*/ 21 w 70"/>
              <a:gd name="T9" fmla="*/ 51 h 264"/>
              <a:gd name="T10" fmla="*/ 70 w 70"/>
              <a:gd name="T11" fmla="*/ 43 h 264"/>
              <a:gd name="T12" fmla="*/ 44 w 70"/>
              <a:gd name="T13" fmla="*/ 13 h 264"/>
              <a:gd name="T14" fmla="*/ 21 w 70"/>
              <a:gd name="T15" fmla="*/ 37 h 264"/>
              <a:gd name="T16" fmla="*/ 42 w 70"/>
              <a:gd name="T17" fmla="*/ 19 h 264"/>
              <a:gd name="T18" fmla="*/ 64 w 70"/>
              <a:gd name="T19" fmla="*/ 37 h 264"/>
              <a:gd name="T20" fmla="*/ 54 w 70"/>
              <a:gd name="T21" fmla="*/ 59 h 264"/>
              <a:gd name="T22" fmla="*/ 40 w 70"/>
              <a:gd name="T23" fmla="*/ 70 h 264"/>
              <a:gd name="T24" fmla="*/ 37 w 70"/>
              <a:gd name="T25" fmla="*/ 66 h 264"/>
              <a:gd name="T26" fmla="*/ 15 w 70"/>
              <a:gd name="T27" fmla="*/ 55 h 264"/>
              <a:gd name="T28" fmla="*/ 31 w 70"/>
              <a:gd name="T29" fmla="*/ 70 h 264"/>
              <a:gd name="T30" fmla="*/ 38 w 70"/>
              <a:gd name="T31" fmla="*/ 78 h 264"/>
              <a:gd name="T32" fmla="*/ 15 w 70"/>
              <a:gd name="T33" fmla="*/ 86 h 264"/>
              <a:gd name="T34" fmla="*/ 70 w 70"/>
              <a:gd name="T35" fmla="*/ 92 h 264"/>
              <a:gd name="T36" fmla="*/ 65 w 70"/>
              <a:gd name="T37" fmla="*/ 63 h 264"/>
              <a:gd name="T38" fmla="*/ 44 w 70"/>
              <a:gd name="T39" fmla="*/ 86 h 264"/>
              <a:gd name="T40" fmla="*/ 47 w 70"/>
              <a:gd name="T41" fmla="*/ 68 h 264"/>
              <a:gd name="T42" fmla="*/ 61 w 70"/>
              <a:gd name="T43" fmla="*/ 68 h 264"/>
              <a:gd name="T44" fmla="*/ 64 w 70"/>
              <a:gd name="T45" fmla="*/ 86 h 264"/>
              <a:gd name="T46" fmla="*/ 15 w 70"/>
              <a:gd name="T47" fmla="*/ 135 h 264"/>
              <a:gd name="T48" fmla="*/ 42 w 70"/>
              <a:gd name="T49" fmla="*/ 113 h 264"/>
              <a:gd name="T50" fmla="*/ 15 w 70"/>
              <a:gd name="T51" fmla="*/ 113 h 264"/>
              <a:gd name="T52" fmla="*/ 70 w 70"/>
              <a:gd name="T53" fmla="*/ 106 h 264"/>
              <a:gd name="T54" fmla="*/ 44 w 70"/>
              <a:gd name="T55" fmla="*/ 113 h 264"/>
              <a:gd name="T56" fmla="*/ 46 w 70"/>
              <a:gd name="T57" fmla="*/ 114 h 264"/>
              <a:gd name="T58" fmla="*/ 70 w 70"/>
              <a:gd name="T59" fmla="*/ 143 h 264"/>
              <a:gd name="T60" fmla="*/ 15 w 70"/>
              <a:gd name="T61" fmla="*/ 144 h 264"/>
              <a:gd name="T62" fmla="*/ 31 w 70"/>
              <a:gd name="T63" fmla="*/ 172 h 264"/>
              <a:gd name="T64" fmla="*/ 14 w 70"/>
              <a:gd name="T65" fmla="*/ 154 h 264"/>
              <a:gd name="T66" fmla="*/ 22 w 70"/>
              <a:gd name="T67" fmla="*/ 147 h 264"/>
              <a:gd name="T68" fmla="*/ 22 w 70"/>
              <a:gd name="T69" fmla="*/ 159 h 264"/>
              <a:gd name="T70" fmla="*/ 70 w 70"/>
              <a:gd name="T71" fmla="*/ 147 h 264"/>
              <a:gd name="T72" fmla="*/ 40 w 70"/>
              <a:gd name="T73" fmla="*/ 167 h 264"/>
              <a:gd name="T74" fmla="*/ 37 w 70"/>
              <a:gd name="T75" fmla="*/ 168 h 264"/>
              <a:gd name="T76" fmla="*/ 70 w 70"/>
              <a:gd name="T77" fmla="*/ 182 h 264"/>
              <a:gd name="T78" fmla="*/ 64 w 70"/>
              <a:gd name="T79" fmla="*/ 223 h 264"/>
              <a:gd name="T80" fmla="*/ 46 w 70"/>
              <a:gd name="T81" fmla="*/ 202 h 264"/>
              <a:gd name="T82" fmla="*/ 70 w 70"/>
              <a:gd name="T83" fmla="*/ 196 h 264"/>
              <a:gd name="T84" fmla="*/ 15 w 70"/>
              <a:gd name="T85" fmla="*/ 202 h 264"/>
              <a:gd name="T86" fmla="*/ 40 w 70"/>
              <a:gd name="T87" fmla="*/ 215 h 264"/>
              <a:gd name="T88" fmla="*/ 14 w 70"/>
              <a:gd name="T89" fmla="*/ 239 h 264"/>
              <a:gd name="T90" fmla="*/ 43 w 70"/>
              <a:gd name="T91" fmla="*/ 264 h 264"/>
              <a:gd name="T92" fmla="*/ 70 w 70"/>
              <a:gd name="T93" fmla="*/ 240 h 264"/>
              <a:gd name="T94" fmla="*/ 59 w 70"/>
              <a:gd name="T95" fmla="*/ 253 h 264"/>
              <a:gd name="T96" fmla="*/ 26 w 70"/>
              <a:gd name="T97" fmla="*/ 253 h 264"/>
              <a:gd name="T98" fmla="*/ 26 w 70"/>
              <a:gd name="T99" fmla="*/ 226 h 264"/>
              <a:gd name="T100" fmla="*/ 59 w 70"/>
              <a:gd name="T101" fmla="*/ 226 h 264"/>
              <a:gd name="T102" fmla="*/ 59 w 70"/>
              <a:gd name="T103" fmla="*/ 253 h 2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70" h="264">
                <a:moveTo>
                  <a:pt x="44" y="13"/>
                </a:moveTo>
                <a:cubicBezTo>
                  <a:pt x="35" y="11"/>
                  <a:pt x="27" y="8"/>
                  <a:pt x="21" y="4"/>
                </a:cubicBezTo>
                <a:cubicBezTo>
                  <a:pt x="21" y="0"/>
                  <a:pt x="21" y="0"/>
                  <a:pt x="21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6"/>
                  <a:pt x="0" y="6"/>
                  <a:pt x="0" y="6"/>
                </a:cubicBezTo>
                <a:cubicBezTo>
                  <a:pt x="15" y="6"/>
                  <a:pt x="15" y="6"/>
                  <a:pt x="15" y="6"/>
                </a:cubicBezTo>
                <a:cubicBezTo>
                  <a:pt x="15" y="45"/>
                  <a:pt x="15" y="45"/>
                  <a:pt x="15" y="45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51"/>
                  <a:pt x="0" y="51"/>
                  <a:pt x="0" y="51"/>
                </a:cubicBezTo>
                <a:cubicBezTo>
                  <a:pt x="21" y="51"/>
                  <a:pt x="21" y="51"/>
                  <a:pt x="21" y="51"/>
                </a:cubicBezTo>
                <a:cubicBezTo>
                  <a:pt x="21" y="43"/>
                  <a:pt x="21" y="43"/>
                  <a:pt x="21" y="43"/>
                </a:cubicBezTo>
                <a:cubicBezTo>
                  <a:pt x="70" y="43"/>
                  <a:pt x="70" y="43"/>
                  <a:pt x="70" y="43"/>
                </a:cubicBezTo>
                <a:cubicBezTo>
                  <a:pt x="70" y="18"/>
                  <a:pt x="70" y="18"/>
                  <a:pt x="70" y="18"/>
                </a:cubicBezTo>
                <a:cubicBezTo>
                  <a:pt x="62" y="17"/>
                  <a:pt x="53" y="16"/>
                  <a:pt x="44" y="13"/>
                </a:cubicBezTo>
                <a:close/>
                <a:moveTo>
                  <a:pt x="64" y="37"/>
                </a:moveTo>
                <a:cubicBezTo>
                  <a:pt x="21" y="37"/>
                  <a:pt x="21" y="37"/>
                  <a:pt x="21" y="37"/>
                </a:cubicBezTo>
                <a:cubicBezTo>
                  <a:pt x="21" y="11"/>
                  <a:pt x="21" y="11"/>
                  <a:pt x="21" y="11"/>
                </a:cubicBezTo>
                <a:cubicBezTo>
                  <a:pt x="26" y="14"/>
                  <a:pt x="33" y="16"/>
                  <a:pt x="42" y="19"/>
                </a:cubicBezTo>
                <a:cubicBezTo>
                  <a:pt x="50" y="21"/>
                  <a:pt x="57" y="23"/>
                  <a:pt x="64" y="23"/>
                </a:cubicBezTo>
                <a:lnTo>
                  <a:pt x="64" y="37"/>
                </a:lnTo>
                <a:close/>
                <a:moveTo>
                  <a:pt x="65" y="63"/>
                </a:moveTo>
                <a:cubicBezTo>
                  <a:pt x="63" y="60"/>
                  <a:pt x="59" y="59"/>
                  <a:pt x="54" y="59"/>
                </a:cubicBezTo>
                <a:cubicBezTo>
                  <a:pt x="51" y="59"/>
                  <a:pt x="47" y="60"/>
                  <a:pt x="45" y="62"/>
                </a:cubicBezTo>
                <a:cubicBezTo>
                  <a:pt x="42" y="64"/>
                  <a:pt x="41" y="66"/>
                  <a:pt x="40" y="70"/>
                </a:cubicBezTo>
                <a:cubicBezTo>
                  <a:pt x="40" y="70"/>
                  <a:pt x="40" y="70"/>
                  <a:pt x="40" y="70"/>
                </a:cubicBezTo>
                <a:cubicBezTo>
                  <a:pt x="39" y="69"/>
                  <a:pt x="38" y="67"/>
                  <a:pt x="37" y="66"/>
                </a:cubicBezTo>
                <a:cubicBezTo>
                  <a:pt x="36" y="65"/>
                  <a:pt x="34" y="64"/>
                  <a:pt x="33" y="64"/>
                </a:cubicBezTo>
                <a:cubicBezTo>
                  <a:pt x="15" y="55"/>
                  <a:pt x="15" y="55"/>
                  <a:pt x="15" y="55"/>
                </a:cubicBezTo>
                <a:cubicBezTo>
                  <a:pt x="15" y="63"/>
                  <a:pt x="15" y="63"/>
                  <a:pt x="15" y="63"/>
                </a:cubicBezTo>
                <a:cubicBezTo>
                  <a:pt x="31" y="70"/>
                  <a:pt x="31" y="70"/>
                  <a:pt x="31" y="70"/>
                </a:cubicBezTo>
                <a:cubicBezTo>
                  <a:pt x="34" y="71"/>
                  <a:pt x="36" y="72"/>
                  <a:pt x="37" y="74"/>
                </a:cubicBezTo>
                <a:cubicBezTo>
                  <a:pt x="38" y="75"/>
                  <a:pt x="38" y="76"/>
                  <a:pt x="38" y="78"/>
                </a:cubicBezTo>
                <a:cubicBezTo>
                  <a:pt x="38" y="86"/>
                  <a:pt x="38" y="86"/>
                  <a:pt x="38" y="86"/>
                </a:cubicBezTo>
                <a:cubicBezTo>
                  <a:pt x="15" y="86"/>
                  <a:pt x="15" y="86"/>
                  <a:pt x="15" y="86"/>
                </a:cubicBezTo>
                <a:cubicBezTo>
                  <a:pt x="15" y="92"/>
                  <a:pt x="15" y="92"/>
                  <a:pt x="15" y="92"/>
                </a:cubicBezTo>
                <a:cubicBezTo>
                  <a:pt x="70" y="92"/>
                  <a:pt x="70" y="92"/>
                  <a:pt x="70" y="92"/>
                </a:cubicBezTo>
                <a:cubicBezTo>
                  <a:pt x="70" y="76"/>
                  <a:pt x="70" y="76"/>
                  <a:pt x="70" y="76"/>
                </a:cubicBezTo>
                <a:cubicBezTo>
                  <a:pt x="70" y="71"/>
                  <a:pt x="68" y="67"/>
                  <a:pt x="65" y="63"/>
                </a:cubicBezTo>
                <a:close/>
                <a:moveTo>
                  <a:pt x="64" y="86"/>
                </a:moveTo>
                <a:cubicBezTo>
                  <a:pt x="44" y="86"/>
                  <a:pt x="44" y="86"/>
                  <a:pt x="44" y="86"/>
                </a:cubicBezTo>
                <a:cubicBezTo>
                  <a:pt x="44" y="77"/>
                  <a:pt x="44" y="77"/>
                  <a:pt x="44" y="77"/>
                </a:cubicBezTo>
                <a:cubicBezTo>
                  <a:pt x="44" y="73"/>
                  <a:pt x="45" y="70"/>
                  <a:pt x="47" y="68"/>
                </a:cubicBezTo>
                <a:cubicBezTo>
                  <a:pt x="48" y="66"/>
                  <a:pt x="51" y="65"/>
                  <a:pt x="54" y="65"/>
                </a:cubicBezTo>
                <a:cubicBezTo>
                  <a:pt x="57" y="65"/>
                  <a:pt x="59" y="66"/>
                  <a:pt x="61" y="68"/>
                </a:cubicBezTo>
                <a:cubicBezTo>
                  <a:pt x="63" y="70"/>
                  <a:pt x="64" y="73"/>
                  <a:pt x="64" y="77"/>
                </a:cubicBezTo>
                <a:lnTo>
                  <a:pt x="64" y="86"/>
                </a:lnTo>
                <a:close/>
                <a:moveTo>
                  <a:pt x="15" y="144"/>
                </a:moveTo>
                <a:cubicBezTo>
                  <a:pt x="15" y="135"/>
                  <a:pt x="15" y="135"/>
                  <a:pt x="15" y="135"/>
                </a:cubicBezTo>
                <a:cubicBezTo>
                  <a:pt x="40" y="114"/>
                  <a:pt x="40" y="114"/>
                  <a:pt x="40" y="114"/>
                </a:cubicBezTo>
                <a:cubicBezTo>
                  <a:pt x="41" y="114"/>
                  <a:pt x="42" y="113"/>
                  <a:pt x="42" y="113"/>
                </a:cubicBezTo>
                <a:cubicBezTo>
                  <a:pt x="42" y="113"/>
                  <a:pt x="42" y="113"/>
                  <a:pt x="42" y="113"/>
                </a:cubicBezTo>
                <a:cubicBezTo>
                  <a:pt x="15" y="113"/>
                  <a:pt x="15" y="113"/>
                  <a:pt x="15" y="113"/>
                </a:cubicBezTo>
                <a:cubicBezTo>
                  <a:pt x="15" y="106"/>
                  <a:pt x="15" y="106"/>
                  <a:pt x="15" y="106"/>
                </a:cubicBezTo>
                <a:cubicBezTo>
                  <a:pt x="70" y="106"/>
                  <a:pt x="70" y="106"/>
                  <a:pt x="70" y="106"/>
                </a:cubicBezTo>
                <a:cubicBezTo>
                  <a:pt x="70" y="113"/>
                  <a:pt x="70" y="113"/>
                  <a:pt x="70" y="113"/>
                </a:cubicBezTo>
                <a:cubicBezTo>
                  <a:pt x="44" y="113"/>
                  <a:pt x="44" y="113"/>
                  <a:pt x="44" y="113"/>
                </a:cubicBezTo>
                <a:cubicBezTo>
                  <a:pt x="44" y="113"/>
                  <a:pt x="44" y="113"/>
                  <a:pt x="44" y="113"/>
                </a:cubicBezTo>
                <a:cubicBezTo>
                  <a:pt x="44" y="113"/>
                  <a:pt x="45" y="114"/>
                  <a:pt x="46" y="114"/>
                </a:cubicBezTo>
                <a:cubicBezTo>
                  <a:pt x="70" y="135"/>
                  <a:pt x="70" y="135"/>
                  <a:pt x="70" y="135"/>
                </a:cubicBezTo>
                <a:cubicBezTo>
                  <a:pt x="70" y="143"/>
                  <a:pt x="70" y="143"/>
                  <a:pt x="70" y="143"/>
                </a:cubicBezTo>
                <a:cubicBezTo>
                  <a:pt x="43" y="119"/>
                  <a:pt x="43" y="119"/>
                  <a:pt x="43" y="119"/>
                </a:cubicBezTo>
                <a:lnTo>
                  <a:pt x="15" y="144"/>
                </a:lnTo>
                <a:close/>
                <a:moveTo>
                  <a:pt x="70" y="189"/>
                </a:moveTo>
                <a:cubicBezTo>
                  <a:pt x="31" y="172"/>
                  <a:pt x="31" y="172"/>
                  <a:pt x="31" y="172"/>
                </a:cubicBezTo>
                <a:cubicBezTo>
                  <a:pt x="25" y="169"/>
                  <a:pt x="20" y="166"/>
                  <a:pt x="18" y="163"/>
                </a:cubicBezTo>
                <a:cubicBezTo>
                  <a:pt x="15" y="161"/>
                  <a:pt x="14" y="158"/>
                  <a:pt x="14" y="154"/>
                </a:cubicBezTo>
                <a:cubicBezTo>
                  <a:pt x="14" y="152"/>
                  <a:pt x="14" y="149"/>
                  <a:pt x="15" y="147"/>
                </a:cubicBezTo>
                <a:cubicBezTo>
                  <a:pt x="22" y="147"/>
                  <a:pt x="22" y="147"/>
                  <a:pt x="22" y="147"/>
                </a:cubicBezTo>
                <a:cubicBezTo>
                  <a:pt x="20" y="150"/>
                  <a:pt x="20" y="152"/>
                  <a:pt x="20" y="154"/>
                </a:cubicBezTo>
                <a:cubicBezTo>
                  <a:pt x="20" y="156"/>
                  <a:pt x="21" y="158"/>
                  <a:pt x="22" y="159"/>
                </a:cubicBezTo>
                <a:cubicBezTo>
                  <a:pt x="24" y="161"/>
                  <a:pt x="27" y="163"/>
                  <a:pt x="31" y="165"/>
                </a:cubicBezTo>
                <a:cubicBezTo>
                  <a:pt x="70" y="147"/>
                  <a:pt x="70" y="147"/>
                  <a:pt x="70" y="147"/>
                </a:cubicBezTo>
                <a:cubicBezTo>
                  <a:pt x="70" y="154"/>
                  <a:pt x="70" y="154"/>
                  <a:pt x="70" y="154"/>
                </a:cubicBezTo>
                <a:cubicBezTo>
                  <a:pt x="40" y="167"/>
                  <a:pt x="40" y="167"/>
                  <a:pt x="40" y="167"/>
                </a:cubicBezTo>
                <a:cubicBezTo>
                  <a:pt x="40" y="167"/>
                  <a:pt x="39" y="168"/>
                  <a:pt x="37" y="168"/>
                </a:cubicBezTo>
                <a:cubicBezTo>
                  <a:pt x="37" y="168"/>
                  <a:pt x="37" y="168"/>
                  <a:pt x="37" y="168"/>
                </a:cubicBezTo>
                <a:cubicBezTo>
                  <a:pt x="37" y="168"/>
                  <a:pt x="38" y="169"/>
                  <a:pt x="41" y="170"/>
                </a:cubicBezTo>
                <a:cubicBezTo>
                  <a:pt x="70" y="182"/>
                  <a:pt x="70" y="182"/>
                  <a:pt x="70" y="182"/>
                </a:cubicBezTo>
                <a:lnTo>
                  <a:pt x="70" y="189"/>
                </a:lnTo>
                <a:close/>
                <a:moveTo>
                  <a:pt x="64" y="223"/>
                </a:moveTo>
                <a:cubicBezTo>
                  <a:pt x="60" y="218"/>
                  <a:pt x="54" y="216"/>
                  <a:pt x="46" y="215"/>
                </a:cubicBezTo>
                <a:cubicBezTo>
                  <a:pt x="46" y="202"/>
                  <a:pt x="46" y="202"/>
                  <a:pt x="46" y="202"/>
                </a:cubicBezTo>
                <a:cubicBezTo>
                  <a:pt x="70" y="202"/>
                  <a:pt x="70" y="202"/>
                  <a:pt x="70" y="202"/>
                </a:cubicBezTo>
                <a:cubicBezTo>
                  <a:pt x="70" y="196"/>
                  <a:pt x="70" y="196"/>
                  <a:pt x="70" y="196"/>
                </a:cubicBezTo>
                <a:cubicBezTo>
                  <a:pt x="15" y="196"/>
                  <a:pt x="15" y="196"/>
                  <a:pt x="15" y="196"/>
                </a:cubicBezTo>
                <a:cubicBezTo>
                  <a:pt x="15" y="202"/>
                  <a:pt x="15" y="202"/>
                  <a:pt x="15" y="202"/>
                </a:cubicBezTo>
                <a:cubicBezTo>
                  <a:pt x="40" y="202"/>
                  <a:pt x="40" y="202"/>
                  <a:pt x="40" y="202"/>
                </a:cubicBezTo>
                <a:cubicBezTo>
                  <a:pt x="40" y="215"/>
                  <a:pt x="40" y="215"/>
                  <a:pt x="40" y="215"/>
                </a:cubicBezTo>
                <a:cubicBezTo>
                  <a:pt x="33" y="215"/>
                  <a:pt x="26" y="217"/>
                  <a:pt x="21" y="222"/>
                </a:cubicBezTo>
                <a:cubicBezTo>
                  <a:pt x="17" y="226"/>
                  <a:pt x="14" y="232"/>
                  <a:pt x="14" y="239"/>
                </a:cubicBezTo>
                <a:cubicBezTo>
                  <a:pt x="14" y="247"/>
                  <a:pt x="17" y="253"/>
                  <a:pt x="22" y="257"/>
                </a:cubicBezTo>
                <a:cubicBezTo>
                  <a:pt x="27" y="262"/>
                  <a:pt x="34" y="264"/>
                  <a:pt x="43" y="264"/>
                </a:cubicBezTo>
                <a:cubicBezTo>
                  <a:pt x="51" y="264"/>
                  <a:pt x="58" y="262"/>
                  <a:pt x="63" y="258"/>
                </a:cubicBezTo>
                <a:cubicBezTo>
                  <a:pt x="68" y="253"/>
                  <a:pt x="70" y="247"/>
                  <a:pt x="70" y="240"/>
                </a:cubicBezTo>
                <a:cubicBezTo>
                  <a:pt x="70" y="233"/>
                  <a:pt x="68" y="227"/>
                  <a:pt x="64" y="223"/>
                </a:cubicBezTo>
                <a:close/>
                <a:moveTo>
                  <a:pt x="59" y="253"/>
                </a:moveTo>
                <a:cubicBezTo>
                  <a:pt x="55" y="256"/>
                  <a:pt x="49" y="257"/>
                  <a:pt x="42" y="257"/>
                </a:cubicBezTo>
                <a:cubicBezTo>
                  <a:pt x="35" y="257"/>
                  <a:pt x="30" y="256"/>
                  <a:pt x="26" y="253"/>
                </a:cubicBezTo>
                <a:cubicBezTo>
                  <a:pt x="22" y="249"/>
                  <a:pt x="20" y="245"/>
                  <a:pt x="20" y="239"/>
                </a:cubicBezTo>
                <a:cubicBezTo>
                  <a:pt x="20" y="233"/>
                  <a:pt x="22" y="229"/>
                  <a:pt x="26" y="226"/>
                </a:cubicBezTo>
                <a:cubicBezTo>
                  <a:pt x="30" y="223"/>
                  <a:pt x="35" y="221"/>
                  <a:pt x="42" y="221"/>
                </a:cubicBezTo>
                <a:cubicBezTo>
                  <a:pt x="49" y="221"/>
                  <a:pt x="55" y="223"/>
                  <a:pt x="59" y="226"/>
                </a:cubicBezTo>
                <a:cubicBezTo>
                  <a:pt x="63" y="229"/>
                  <a:pt x="65" y="234"/>
                  <a:pt x="65" y="240"/>
                </a:cubicBezTo>
                <a:cubicBezTo>
                  <a:pt x="65" y="245"/>
                  <a:pt x="63" y="250"/>
                  <a:pt x="59" y="253"/>
                </a:cubicBezTo>
                <a:close/>
              </a:path>
            </a:pathLst>
          </a:custGeom>
          <a:solidFill>
            <a:srgbClr val="50E6FF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7" name="Freeform 243">
            <a:extLst>
              <a:ext uri="{FF2B5EF4-FFF2-40B4-BE49-F238E27FC236}">
                <a16:creationId xmlns:a16="http://schemas.microsoft.com/office/drawing/2014/main" id="{7794C3F6-EC7E-7E40-B5C7-958A13EA5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989316" y="3715352"/>
            <a:ext cx="1077609" cy="222200"/>
          </a:xfrm>
          <a:custGeom>
            <a:avLst/>
            <a:gdLst>
              <a:gd name="T0" fmla="*/ 0 w 355"/>
              <a:gd name="T1" fmla="*/ 56 h 73"/>
              <a:gd name="T2" fmla="*/ 50 w 355"/>
              <a:gd name="T3" fmla="*/ 27 h 73"/>
              <a:gd name="T4" fmla="*/ 19 w 355"/>
              <a:gd name="T5" fmla="*/ 46 h 73"/>
              <a:gd name="T6" fmla="*/ 19 w 355"/>
              <a:gd name="T7" fmla="*/ 10 h 73"/>
              <a:gd name="T8" fmla="*/ 32 w 355"/>
              <a:gd name="T9" fmla="*/ 41 h 73"/>
              <a:gd name="T10" fmla="*/ 53 w 355"/>
              <a:gd name="T11" fmla="*/ 49 h 73"/>
              <a:gd name="T12" fmla="*/ 55 w 355"/>
              <a:gd name="T13" fmla="*/ 0 h 73"/>
              <a:gd name="T14" fmla="*/ 70 w 355"/>
              <a:gd name="T15" fmla="*/ 46 h 73"/>
              <a:gd name="T16" fmla="*/ 120 w 355"/>
              <a:gd name="T17" fmla="*/ 56 h 73"/>
              <a:gd name="T18" fmla="*/ 120 w 355"/>
              <a:gd name="T19" fmla="*/ 0 h 73"/>
              <a:gd name="T20" fmla="*/ 133 w 355"/>
              <a:gd name="T21" fmla="*/ 56 h 73"/>
              <a:gd name="T22" fmla="*/ 165 w 355"/>
              <a:gd name="T23" fmla="*/ 10 h 73"/>
              <a:gd name="T24" fmla="*/ 164 w 355"/>
              <a:gd name="T25" fmla="*/ 23 h 73"/>
              <a:gd name="T26" fmla="*/ 145 w 355"/>
              <a:gd name="T27" fmla="*/ 46 h 73"/>
              <a:gd name="T28" fmla="*/ 162 w 355"/>
              <a:gd name="T29" fmla="*/ 72 h 73"/>
              <a:gd name="T30" fmla="*/ 152 w 355"/>
              <a:gd name="T31" fmla="*/ 71 h 73"/>
              <a:gd name="T32" fmla="*/ 152 w 355"/>
              <a:gd name="T33" fmla="*/ 61 h 73"/>
              <a:gd name="T34" fmla="*/ 163 w 355"/>
              <a:gd name="T35" fmla="*/ 56 h 73"/>
              <a:gd name="T36" fmla="*/ 157 w 355"/>
              <a:gd name="T37" fmla="*/ 67 h 73"/>
              <a:gd name="T38" fmla="*/ 162 w 355"/>
              <a:gd name="T39" fmla="*/ 67 h 73"/>
              <a:gd name="T40" fmla="*/ 206 w 355"/>
              <a:gd name="T41" fmla="*/ 56 h 73"/>
              <a:gd name="T42" fmla="*/ 188 w 355"/>
              <a:gd name="T43" fmla="*/ 29 h 73"/>
              <a:gd name="T44" fmla="*/ 176 w 355"/>
              <a:gd name="T45" fmla="*/ 0 h 73"/>
              <a:gd name="T46" fmla="*/ 189 w 355"/>
              <a:gd name="T47" fmla="*/ 27 h 73"/>
              <a:gd name="T48" fmla="*/ 221 w 355"/>
              <a:gd name="T49" fmla="*/ 0 h 73"/>
              <a:gd name="T50" fmla="*/ 274 w 355"/>
              <a:gd name="T51" fmla="*/ 32 h 73"/>
              <a:gd name="T52" fmla="*/ 227 w 355"/>
              <a:gd name="T53" fmla="*/ 0 h 73"/>
              <a:gd name="T54" fmla="*/ 251 w 355"/>
              <a:gd name="T55" fmla="*/ 46 h 73"/>
              <a:gd name="T56" fmla="*/ 274 w 355"/>
              <a:gd name="T57" fmla="*/ 0 h 73"/>
              <a:gd name="T58" fmla="*/ 303 w 355"/>
              <a:gd name="T59" fmla="*/ 51 h 73"/>
              <a:gd name="T60" fmla="*/ 280 w 355"/>
              <a:gd name="T61" fmla="*/ 44 h 73"/>
              <a:gd name="T62" fmla="*/ 296 w 355"/>
              <a:gd name="T63" fmla="*/ 0 h 73"/>
              <a:gd name="T64" fmla="*/ 355 w 355"/>
              <a:gd name="T65" fmla="*/ 56 h 73"/>
              <a:gd name="T66" fmla="*/ 354 w 355"/>
              <a:gd name="T67" fmla="*/ 0 h 73"/>
              <a:gd name="T68" fmla="*/ 334 w 355"/>
              <a:gd name="T69" fmla="*/ 23 h 73"/>
              <a:gd name="T70" fmla="*/ 334 w 355"/>
              <a:gd name="T71" fmla="*/ 33 h 73"/>
              <a:gd name="T72" fmla="*/ 355 w 355"/>
              <a:gd name="T73" fmla="*/ 56 h 73"/>
              <a:gd name="T74" fmla="*/ 346 w 355"/>
              <a:gd name="T75" fmla="*/ 73 h 73"/>
              <a:gd name="T76" fmla="*/ 339 w 355"/>
              <a:gd name="T77" fmla="*/ 64 h 73"/>
              <a:gd name="T78" fmla="*/ 345 w 355"/>
              <a:gd name="T79" fmla="*/ 56 h 73"/>
              <a:gd name="T80" fmla="*/ 345 w 355"/>
              <a:gd name="T81" fmla="*/ 65 h 73"/>
              <a:gd name="T82" fmla="*/ 349 w 355"/>
              <a:gd name="T83" fmla="*/ 67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55" h="73">
                <a:moveTo>
                  <a:pt x="2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56"/>
                  <a:pt x="0" y="56"/>
                  <a:pt x="0" y="56"/>
                </a:cubicBezTo>
                <a:cubicBezTo>
                  <a:pt x="20" y="56"/>
                  <a:pt x="20" y="56"/>
                  <a:pt x="20" y="56"/>
                </a:cubicBezTo>
                <a:cubicBezTo>
                  <a:pt x="29" y="56"/>
                  <a:pt x="36" y="54"/>
                  <a:pt x="42" y="48"/>
                </a:cubicBezTo>
                <a:cubicBezTo>
                  <a:pt x="47" y="43"/>
                  <a:pt x="50" y="36"/>
                  <a:pt x="50" y="27"/>
                </a:cubicBezTo>
                <a:cubicBezTo>
                  <a:pt x="50" y="9"/>
                  <a:pt x="40" y="0"/>
                  <a:pt x="20" y="0"/>
                </a:cubicBezTo>
                <a:close/>
                <a:moveTo>
                  <a:pt x="32" y="41"/>
                </a:moveTo>
                <a:cubicBezTo>
                  <a:pt x="29" y="44"/>
                  <a:pt x="25" y="46"/>
                  <a:pt x="19" y="46"/>
                </a:cubicBezTo>
                <a:cubicBezTo>
                  <a:pt x="13" y="46"/>
                  <a:pt x="13" y="46"/>
                  <a:pt x="13" y="46"/>
                </a:cubicBezTo>
                <a:cubicBezTo>
                  <a:pt x="13" y="10"/>
                  <a:pt x="13" y="10"/>
                  <a:pt x="13" y="10"/>
                </a:cubicBezTo>
                <a:cubicBezTo>
                  <a:pt x="19" y="10"/>
                  <a:pt x="19" y="10"/>
                  <a:pt x="19" y="10"/>
                </a:cubicBezTo>
                <a:cubicBezTo>
                  <a:pt x="25" y="10"/>
                  <a:pt x="29" y="12"/>
                  <a:pt x="32" y="15"/>
                </a:cubicBezTo>
                <a:cubicBezTo>
                  <a:pt x="35" y="18"/>
                  <a:pt x="37" y="22"/>
                  <a:pt x="37" y="28"/>
                </a:cubicBezTo>
                <a:cubicBezTo>
                  <a:pt x="37" y="33"/>
                  <a:pt x="35" y="38"/>
                  <a:pt x="32" y="41"/>
                </a:cubicBezTo>
                <a:close/>
                <a:moveTo>
                  <a:pt x="99" y="56"/>
                </a:moveTo>
                <a:cubicBezTo>
                  <a:pt x="53" y="56"/>
                  <a:pt x="53" y="56"/>
                  <a:pt x="53" y="56"/>
                </a:cubicBezTo>
                <a:cubicBezTo>
                  <a:pt x="53" y="49"/>
                  <a:pt x="53" y="49"/>
                  <a:pt x="53" y="49"/>
                </a:cubicBezTo>
                <a:cubicBezTo>
                  <a:pt x="82" y="10"/>
                  <a:pt x="82" y="10"/>
                  <a:pt x="82" y="10"/>
                </a:cubicBezTo>
                <a:cubicBezTo>
                  <a:pt x="55" y="10"/>
                  <a:pt x="55" y="10"/>
                  <a:pt x="55" y="10"/>
                </a:cubicBezTo>
                <a:cubicBezTo>
                  <a:pt x="55" y="0"/>
                  <a:pt x="55" y="0"/>
                  <a:pt x="55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7"/>
                  <a:pt x="99" y="7"/>
                  <a:pt x="99" y="7"/>
                </a:cubicBezTo>
                <a:cubicBezTo>
                  <a:pt x="70" y="46"/>
                  <a:pt x="70" y="46"/>
                  <a:pt x="70" y="46"/>
                </a:cubicBezTo>
                <a:cubicBezTo>
                  <a:pt x="99" y="46"/>
                  <a:pt x="99" y="46"/>
                  <a:pt x="99" y="46"/>
                </a:cubicBezTo>
                <a:lnTo>
                  <a:pt x="99" y="56"/>
                </a:lnTo>
                <a:close/>
                <a:moveTo>
                  <a:pt x="120" y="56"/>
                </a:moveTo>
                <a:cubicBezTo>
                  <a:pt x="107" y="56"/>
                  <a:pt x="107" y="56"/>
                  <a:pt x="107" y="56"/>
                </a:cubicBezTo>
                <a:cubicBezTo>
                  <a:pt x="107" y="0"/>
                  <a:pt x="107" y="0"/>
                  <a:pt x="107" y="0"/>
                </a:cubicBezTo>
                <a:cubicBezTo>
                  <a:pt x="120" y="0"/>
                  <a:pt x="120" y="0"/>
                  <a:pt x="120" y="0"/>
                </a:cubicBezTo>
                <a:lnTo>
                  <a:pt x="120" y="56"/>
                </a:lnTo>
                <a:close/>
                <a:moveTo>
                  <a:pt x="166" y="56"/>
                </a:moveTo>
                <a:cubicBezTo>
                  <a:pt x="133" y="56"/>
                  <a:pt x="133" y="56"/>
                  <a:pt x="133" y="56"/>
                </a:cubicBezTo>
                <a:cubicBezTo>
                  <a:pt x="133" y="0"/>
                  <a:pt x="133" y="0"/>
                  <a:pt x="133" y="0"/>
                </a:cubicBezTo>
                <a:cubicBezTo>
                  <a:pt x="165" y="0"/>
                  <a:pt x="165" y="0"/>
                  <a:pt x="165" y="0"/>
                </a:cubicBezTo>
                <a:cubicBezTo>
                  <a:pt x="165" y="10"/>
                  <a:pt x="165" y="10"/>
                  <a:pt x="165" y="10"/>
                </a:cubicBezTo>
                <a:cubicBezTo>
                  <a:pt x="145" y="10"/>
                  <a:pt x="145" y="10"/>
                  <a:pt x="145" y="10"/>
                </a:cubicBezTo>
                <a:cubicBezTo>
                  <a:pt x="145" y="23"/>
                  <a:pt x="145" y="23"/>
                  <a:pt x="145" y="23"/>
                </a:cubicBezTo>
                <a:cubicBezTo>
                  <a:pt x="164" y="23"/>
                  <a:pt x="164" y="23"/>
                  <a:pt x="164" y="23"/>
                </a:cubicBezTo>
                <a:cubicBezTo>
                  <a:pt x="164" y="33"/>
                  <a:pt x="164" y="33"/>
                  <a:pt x="164" y="33"/>
                </a:cubicBezTo>
                <a:cubicBezTo>
                  <a:pt x="145" y="33"/>
                  <a:pt x="145" y="33"/>
                  <a:pt x="145" y="33"/>
                </a:cubicBezTo>
                <a:cubicBezTo>
                  <a:pt x="145" y="46"/>
                  <a:pt x="145" y="46"/>
                  <a:pt x="145" y="46"/>
                </a:cubicBezTo>
                <a:cubicBezTo>
                  <a:pt x="166" y="46"/>
                  <a:pt x="166" y="46"/>
                  <a:pt x="166" y="46"/>
                </a:cubicBezTo>
                <a:lnTo>
                  <a:pt x="166" y="56"/>
                </a:lnTo>
                <a:close/>
                <a:moveTo>
                  <a:pt x="162" y="72"/>
                </a:moveTo>
                <a:cubicBezTo>
                  <a:pt x="162" y="72"/>
                  <a:pt x="161" y="73"/>
                  <a:pt x="160" y="73"/>
                </a:cubicBezTo>
                <a:cubicBezTo>
                  <a:pt x="159" y="73"/>
                  <a:pt x="158" y="73"/>
                  <a:pt x="157" y="73"/>
                </a:cubicBezTo>
                <a:cubicBezTo>
                  <a:pt x="155" y="73"/>
                  <a:pt x="153" y="72"/>
                  <a:pt x="152" y="71"/>
                </a:cubicBezTo>
                <a:cubicBezTo>
                  <a:pt x="151" y="70"/>
                  <a:pt x="150" y="68"/>
                  <a:pt x="150" y="66"/>
                </a:cubicBezTo>
                <a:cubicBezTo>
                  <a:pt x="150" y="65"/>
                  <a:pt x="150" y="64"/>
                  <a:pt x="150" y="64"/>
                </a:cubicBezTo>
                <a:cubicBezTo>
                  <a:pt x="151" y="63"/>
                  <a:pt x="151" y="62"/>
                  <a:pt x="152" y="61"/>
                </a:cubicBezTo>
                <a:cubicBezTo>
                  <a:pt x="152" y="60"/>
                  <a:pt x="153" y="59"/>
                  <a:pt x="154" y="58"/>
                </a:cubicBezTo>
                <a:cubicBezTo>
                  <a:pt x="155" y="58"/>
                  <a:pt x="156" y="57"/>
                  <a:pt x="157" y="56"/>
                </a:cubicBezTo>
                <a:cubicBezTo>
                  <a:pt x="163" y="56"/>
                  <a:pt x="163" y="56"/>
                  <a:pt x="163" y="56"/>
                </a:cubicBezTo>
                <a:cubicBezTo>
                  <a:pt x="161" y="58"/>
                  <a:pt x="159" y="59"/>
                  <a:pt x="158" y="61"/>
                </a:cubicBezTo>
                <a:cubicBezTo>
                  <a:pt x="157" y="62"/>
                  <a:pt x="157" y="63"/>
                  <a:pt x="157" y="65"/>
                </a:cubicBezTo>
                <a:cubicBezTo>
                  <a:pt x="157" y="65"/>
                  <a:pt x="157" y="66"/>
                  <a:pt x="157" y="67"/>
                </a:cubicBezTo>
                <a:cubicBezTo>
                  <a:pt x="158" y="67"/>
                  <a:pt x="158" y="67"/>
                  <a:pt x="159" y="67"/>
                </a:cubicBezTo>
                <a:cubicBezTo>
                  <a:pt x="160" y="67"/>
                  <a:pt x="160" y="67"/>
                  <a:pt x="161" y="67"/>
                </a:cubicBezTo>
                <a:cubicBezTo>
                  <a:pt x="161" y="67"/>
                  <a:pt x="162" y="67"/>
                  <a:pt x="162" y="67"/>
                </a:cubicBezTo>
                <a:lnTo>
                  <a:pt x="162" y="72"/>
                </a:lnTo>
                <a:close/>
                <a:moveTo>
                  <a:pt x="223" y="56"/>
                </a:moveTo>
                <a:cubicBezTo>
                  <a:pt x="206" y="56"/>
                  <a:pt x="206" y="56"/>
                  <a:pt x="206" y="56"/>
                </a:cubicBezTo>
                <a:cubicBezTo>
                  <a:pt x="190" y="32"/>
                  <a:pt x="190" y="32"/>
                  <a:pt x="190" y="32"/>
                </a:cubicBezTo>
                <a:cubicBezTo>
                  <a:pt x="190" y="31"/>
                  <a:pt x="189" y="30"/>
                  <a:pt x="189" y="29"/>
                </a:cubicBezTo>
                <a:cubicBezTo>
                  <a:pt x="188" y="29"/>
                  <a:pt x="188" y="29"/>
                  <a:pt x="188" y="29"/>
                </a:cubicBezTo>
                <a:cubicBezTo>
                  <a:pt x="188" y="56"/>
                  <a:pt x="188" y="56"/>
                  <a:pt x="188" y="56"/>
                </a:cubicBezTo>
                <a:cubicBezTo>
                  <a:pt x="176" y="56"/>
                  <a:pt x="176" y="56"/>
                  <a:pt x="176" y="56"/>
                </a:cubicBezTo>
                <a:cubicBezTo>
                  <a:pt x="176" y="0"/>
                  <a:pt x="176" y="0"/>
                  <a:pt x="176" y="0"/>
                </a:cubicBezTo>
                <a:cubicBezTo>
                  <a:pt x="188" y="0"/>
                  <a:pt x="188" y="0"/>
                  <a:pt x="188" y="0"/>
                </a:cubicBezTo>
                <a:cubicBezTo>
                  <a:pt x="188" y="27"/>
                  <a:pt x="188" y="27"/>
                  <a:pt x="188" y="27"/>
                </a:cubicBezTo>
                <a:cubicBezTo>
                  <a:pt x="189" y="27"/>
                  <a:pt x="189" y="27"/>
                  <a:pt x="189" y="27"/>
                </a:cubicBezTo>
                <a:cubicBezTo>
                  <a:pt x="189" y="26"/>
                  <a:pt x="189" y="25"/>
                  <a:pt x="190" y="23"/>
                </a:cubicBezTo>
                <a:cubicBezTo>
                  <a:pt x="206" y="0"/>
                  <a:pt x="206" y="0"/>
                  <a:pt x="206" y="0"/>
                </a:cubicBezTo>
                <a:cubicBezTo>
                  <a:pt x="221" y="0"/>
                  <a:pt x="221" y="0"/>
                  <a:pt x="221" y="0"/>
                </a:cubicBezTo>
                <a:cubicBezTo>
                  <a:pt x="201" y="27"/>
                  <a:pt x="201" y="27"/>
                  <a:pt x="201" y="27"/>
                </a:cubicBezTo>
                <a:lnTo>
                  <a:pt x="223" y="56"/>
                </a:lnTo>
                <a:close/>
                <a:moveTo>
                  <a:pt x="274" y="32"/>
                </a:moveTo>
                <a:cubicBezTo>
                  <a:pt x="274" y="49"/>
                  <a:pt x="266" y="57"/>
                  <a:pt x="250" y="57"/>
                </a:cubicBezTo>
                <a:cubicBezTo>
                  <a:pt x="235" y="57"/>
                  <a:pt x="227" y="49"/>
                  <a:pt x="227" y="32"/>
                </a:cubicBezTo>
                <a:cubicBezTo>
                  <a:pt x="227" y="0"/>
                  <a:pt x="227" y="0"/>
                  <a:pt x="227" y="0"/>
                </a:cubicBezTo>
                <a:cubicBezTo>
                  <a:pt x="240" y="0"/>
                  <a:pt x="240" y="0"/>
                  <a:pt x="240" y="0"/>
                </a:cubicBezTo>
                <a:cubicBezTo>
                  <a:pt x="240" y="33"/>
                  <a:pt x="240" y="33"/>
                  <a:pt x="240" y="33"/>
                </a:cubicBezTo>
                <a:cubicBezTo>
                  <a:pt x="240" y="42"/>
                  <a:pt x="244" y="46"/>
                  <a:pt x="251" y="46"/>
                </a:cubicBezTo>
                <a:cubicBezTo>
                  <a:pt x="258" y="46"/>
                  <a:pt x="261" y="42"/>
                  <a:pt x="261" y="33"/>
                </a:cubicBezTo>
                <a:cubicBezTo>
                  <a:pt x="261" y="0"/>
                  <a:pt x="261" y="0"/>
                  <a:pt x="261" y="0"/>
                </a:cubicBezTo>
                <a:cubicBezTo>
                  <a:pt x="274" y="0"/>
                  <a:pt x="274" y="0"/>
                  <a:pt x="274" y="0"/>
                </a:cubicBezTo>
                <a:lnTo>
                  <a:pt x="274" y="32"/>
                </a:lnTo>
                <a:close/>
                <a:moveTo>
                  <a:pt x="309" y="34"/>
                </a:moveTo>
                <a:cubicBezTo>
                  <a:pt x="309" y="42"/>
                  <a:pt x="307" y="47"/>
                  <a:pt x="303" y="51"/>
                </a:cubicBezTo>
                <a:cubicBezTo>
                  <a:pt x="300" y="55"/>
                  <a:pt x="295" y="57"/>
                  <a:pt x="288" y="57"/>
                </a:cubicBezTo>
                <a:cubicBezTo>
                  <a:pt x="285" y="57"/>
                  <a:pt x="282" y="57"/>
                  <a:pt x="280" y="56"/>
                </a:cubicBezTo>
                <a:cubicBezTo>
                  <a:pt x="280" y="44"/>
                  <a:pt x="280" y="44"/>
                  <a:pt x="280" y="44"/>
                </a:cubicBezTo>
                <a:cubicBezTo>
                  <a:pt x="282" y="46"/>
                  <a:pt x="284" y="46"/>
                  <a:pt x="287" y="46"/>
                </a:cubicBezTo>
                <a:cubicBezTo>
                  <a:pt x="293" y="46"/>
                  <a:pt x="296" y="42"/>
                  <a:pt x="296" y="33"/>
                </a:cubicBezTo>
                <a:cubicBezTo>
                  <a:pt x="296" y="0"/>
                  <a:pt x="296" y="0"/>
                  <a:pt x="296" y="0"/>
                </a:cubicBezTo>
                <a:cubicBezTo>
                  <a:pt x="309" y="0"/>
                  <a:pt x="309" y="0"/>
                  <a:pt x="309" y="0"/>
                </a:cubicBezTo>
                <a:lnTo>
                  <a:pt x="309" y="34"/>
                </a:lnTo>
                <a:close/>
                <a:moveTo>
                  <a:pt x="355" y="56"/>
                </a:moveTo>
                <a:cubicBezTo>
                  <a:pt x="321" y="56"/>
                  <a:pt x="321" y="56"/>
                  <a:pt x="321" y="56"/>
                </a:cubicBezTo>
                <a:cubicBezTo>
                  <a:pt x="321" y="0"/>
                  <a:pt x="321" y="0"/>
                  <a:pt x="321" y="0"/>
                </a:cubicBezTo>
                <a:cubicBezTo>
                  <a:pt x="354" y="0"/>
                  <a:pt x="354" y="0"/>
                  <a:pt x="354" y="0"/>
                </a:cubicBezTo>
                <a:cubicBezTo>
                  <a:pt x="354" y="10"/>
                  <a:pt x="354" y="10"/>
                  <a:pt x="354" y="10"/>
                </a:cubicBezTo>
                <a:cubicBezTo>
                  <a:pt x="334" y="10"/>
                  <a:pt x="334" y="10"/>
                  <a:pt x="334" y="10"/>
                </a:cubicBezTo>
                <a:cubicBezTo>
                  <a:pt x="334" y="23"/>
                  <a:pt x="334" y="23"/>
                  <a:pt x="334" y="23"/>
                </a:cubicBezTo>
                <a:cubicBezTo>
                  <a:pt x="352" y="23"/>
                  <a:pt x="352" y="23"/>
                  <a:pt x="352" y="23"/>
                </a:cubicBezTo>
                <a:cubicBezTo>
                  <a:pt x="352" y="33"/>
                  <a:pt x="352" y="33"/>
                  <a:pt x="352" y="33"/>
                </a:cubicBezTo>
                <a:cubicBezTo>
                  <a:pt x="334" y="33"/>
                  <a:pt x="334" y="33"/>
                  <a:pt x="334" y="33"/>
                </a:cubicBezTo>
                <a:cubicBezTo>
                  <a:pt x="334" y="46"/>
                  <a:pt x="334" y="46"/>
                  <a:pt x="334" y="46"/>
                </a:cubicBezTo>
                <a:cubicBezTo>
                  <a:pt x="355" y="46"/>
                  <a:pt x="355" y="46"/>
                  <a:pt x="355" y="46"/>
                </a:cubicBezTo>
                <a:lnTo>
                  <a:pt x="355" y="56"/>
                </a:lnTo>
                <a:close/>
                <a:moveTo>
                  <a:pt x="351" y="72"/>
                </a:moveTo>
                <a:cubicBezTo>
                  <a:pt x="350" y="72"/>
                  <a:pt x="349" y="73"/>
                  <a:pt x="348" y="73"/>
                </a:cubicBezTo>
                <a:cubicBezTo>
                  <a:pt x="348" y="73"/>
                  <a:pt x="347" y="73"/>
                  <a:pt x="346" y="73"/>
                </a:cubicBezTo>
                <a:cubicBezTo>
                  <a:pt x="344" y="73"/>
                  <a:pt x="342" y="72"/>
                  <a:pt x="340" y="71"/>
                </a:cubicBezTo>
                <a:cubicBezTo>
                  <a:pt x="339" y="70"/>
                  <a:pt x="338" y="68"/>
                  <a:pt x="338" y="66"/>
                </a:cubicBezTo>
                <a:cubicBezTo>
                  <a:pt x="338" y="65"/>
                  <a:pt x="339" y="64"/>
                  <a:pt x="339" y="64"/>
                </a:cubicBezTo>
                <a:cubicBezTo>
                  <a:pt x="339" y="63"/>
                  <a:pt x="340" y="62"/>
                  <a:pt x="340" y="61"/>
                </a:cubicBezTo>
                <a:cubicBezTo>
                  <a:pt x="341" y="60"/>
                  <a:pt x="341" y="59"/>
                  <a:pt x="342" y="58"/>
                </a:cubicBezTo>
                <a:cubicBezTo>
                  <a:pt x="343" y="58"/>
                  <a:pt x="344" y="57"/>
                  <a:pt x="345" y="56"/>
                </a:cubicBezTo>
                <a:cubicBezTo>
                  <a:pt x="351" y="56"/>
                  <a:pt x="351" y="56"/>
                  <a:pt x="351" y="56"/>
                </a:cubicBezTo>
                <a:cubicBezTo>
                  <a:pt x="349" y="58"/>
                  <a:pt x="348" y="59"/>
                  <a:pt x="347" y="61"/>
                </a:cubicBezTo>
                <a:cubicBezTo>
                  <a:pt x="346" y="62"/>
                  <a:pt x="345" y="63"/>
                  <a:pt x="345" y="65"/>
                </a:cubicBezTo>
                <a:cubicBezTo>
                  <a:pt x="345" y="65"/>
                  <a:pt x="345" y="66"/>
                  <a:pt x="346" y="67"/>
                </a:cubicBezTo>
                <a:cubicBezTo>
                  <a:pt x="346" y="67"/>
                  <a:pt x="347" y="67"/>
                  <a:pt x="348" y="67"/>
                </a:cubicBezTo>
                <a:cubicBezTo>
                  <a:pt x="348" y="67"/>
                  <a:pt x="349" y="67"/>
                  <a:pt x="349" y="67"/>
                </a:cubicBezTo>
                <a:cubicBezTo>
                  <a:pt x="350" y="67"/>
                  <a:pt x="350" y="67"/>
                  <a:pt x="351" y="67"/>
                </a:cubicBezTo>
                <a:lnTo>
                  <a:pt x="351" y="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8" name="Freeform 245">
            <a:extLst>
              <a:ext uri="{FF2B5EF4-FFF2-40B4-BE49-F238E27FC236}">
                <a16:creationId xmlns:a16="http://schemas.microsoft.com/office/drawing/2014/main" id="{FE369442-1DAB-61E1-EF11-18903A02C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2206899" y="4938364"/>
            <a:ext cx="217637" cy="1139516"/>
          </a:xfrm>
          <a:custGeom>
            <a:avLst/>
            <a:gdLst>
              <a:gd name="T0" fmla="*/ 32 w 90"/>
              <a:gd name="T1" fmla="*/ 20 h 469"/>
              <a:gd name="T2" fmla="*/ 7 w 90"/>
              <a:gd name="T3" fmla="*/ 32 h 469"/>
              <a:gd name="T4" fmla="*/ 30 w 90"/>
              <a:gd name="T5" fmla="*/ 68 h 469"/>
              <a:gd name="T6" fmla="*/ 33 w 90"/>
              <a:gd name="T7" fmla="*/ 33 h 469"/>
              <a:gd name="T8" fmla="*/ 25 w 90"/>
              <a:gd name="T9" fmla="*/ 32 h 469"/>
              <a:gd name="T10" fmla="*/ 11 w 90"/>
              <a:gd name="T11" fmla="*/ 60 h 469"/>
              <a:gd name="T12" fmla="*/ 78 w 90"/>
              <a:gd name="T13" fmla="*/ 5 h 469"/>
              <a:gd name="T14" fmla="*/ 78 w 90"/>
              <a:gd name="T15" fmla="*/ 40 h 469"/>
              <a:gd name="T16" fmla="*/ 33 w 90"/>
              <a:gd name="T17" fmla="*/ 0 h 469"/>
              <a:gd name="T18" fmla="*/ 74 w 90"/>
              <a:gd name="T19" fmla="*/ 19 h 469"/>
              <a:gd name="T20" fmla="*/ 90 w 90"/>
              <a:gd name="T21" fmla="*/ 55 h 469"/>
              <a:gd name="T22" fmla="*/ 57 w 90"/>
              <a:gd name="T23" fmla="*/ 68 h 469"/>
              <a:gd name="T24" fmla="*/ 54 w 90"/>
              <a:gd name="T25" fmla="*/ 84 h 469"/>
              <a:gd name="T26" fmla="*/ 82 w 90"/>
              <a:gd name="T27" fmla="*/ 62 h 469"/>
              <a:gd name="T28" fmla="*/ 90 w 90"/>
              <a:gd name="T29" fmla="*/ 150 h 469"/>
              <a:gd name="T30" fmla="*/ 47 w 90"/>
              <a:gd name="T31" fmla="*/ 163 h 469"/>
              <a:gd name="T32" fmla="*/ 44 w 90"/>
              <a:gd name="T33" fmla="*/ 180 h 469"/>
              <a:gd name="T34" fmla="*/ 1 w 90"/>
              <a:gd name="T35" fmla="*/ 159 h 469"/>
              <a:gd name="T36" fmla="*/ 70 w 90"/>
              <a:gd name="T37" fmla="*/ 121 h 469"/>
              <a:gd name="T38" fmla="*/ 71 w 90"/>
              <a:gd name="T39" fmla="*/ 129 h 469"/>
              <a:gd name="T40" fmla="*/ 33 w 90"/>
              <a:gd name="T41" fmla="*/ 142 h 469"/>
              <a:gd name="T42" fmla="*/ 27 w 90"/>
              <a:gd name="T43" fmla="*/ 92 h 469"/>
              <a:gd name="T44" fmla="*/ 34 w 90"/>
              <a:gd name="T45" fmla="*/ 248 h 469"/>
              <a:gd name="T46" fmla="*/ 28 w 90"/>
              <a:gd name="T47" fmla="*/ 225 h 469"/>
              <a:gd name="T48" fmla="*/ 32 w 90"/>
              <a:gd name="T49" fmla="*/ 211 h 469"/>
              <a:gd name="T50" fmla="*/ 0 w 90"/>
              <a:gd name="T51" fmla="*/ 221 h 469"/>
              <a:gd name="T52" fmla="*/ 14 w 90"/>
              <a:gd name="T53" fmla="*/ 258 h 469"/>
              <a:gd name="T54" fmla="*/ 35 w 90"/>
              <a:gd name="T55" fmla="*/ 246 h 469"/>
              <a:gd name="T56" fmla="*/ 21 w 90"/>
              <a:gd name="T57" fmla="*/ 253 h 469"/>
              <a:gd name="T58" fmla="*/ 72 w 90"/>
              <a:gd name="T59" fmla="*/ 196 h 469"/>
              <a:gd name="T60" fmla="*/ 68 w 90"/>
              <a:gd name="T61" fmla="*/ 205 h 469"/>
              <a:gd name="T62" fmla="*/ 52 w 90"/>
              <a:gd name="T63" fmla="*/ 203 h 469"/>
              <a:gd name="T64" fmla="*/ 66 w 90"/>
              <a:gd name="T65" fmla="*/ 223 h 469"/>
              <a:gd name="T66" fmla="*/ 74 w 90"/>
              <a:gd name="T67" fmla="*/ 239 h 469"/>
              <a:gd name="T68" fmla="*/ 52 w 90"/>
              <a:gd name="T69" fmla="*/ 208 h 469"/>
              <a:gd name="T70" fmla="*/ 87 w 90"/>
              <a:gd name="T71" fmla="*/ 244 h 469"/>
              <a:gd name="T72" fmla="*/ 85 w 90"/>
              <a:gd name="T73" fmla="*/ 259 h 469"/>
              <a:gd name="T74" fmla="*/ 59 w 90"/>
              <a:gd name="T75" fmla="*/ 272 h 469"/>
              <a:gd name="T76" fmla="*/ 41 w 90"/>
              <a:gd name="T77" fmla="*/ 254 h 469"/>
              <a:gd name="T78" fmla="*/ 84 w 90"/>
              <a:gd name="T79" fmla="*/ 206 h 469"/>
              <a:gd name="T80" fmla="*/ 81 w 90"/>
              <a:gd name="T81" fmla="*/ 230 h 469"/>
              <a:gd name="T82" fmla="*/ 87 w 90"/>
              <a:gd name="T83" fmla="*/ 344 h 469"/>
              <a:gd name="T84" fmla="*/ 85 w 90"/>
              <a:gd name="T85" fmla="*/ 358 h 469"/>
              <a:gd name="T86" fmla="*/ 1 w 90"/>
              <a:gd name="T87" fmla="*/ 354 h 469"/>
              <a:gd name="T88" fmla="*/ 34 w 90"/>
              <a:gd name="T89" fmla="*/ 300 h 469"/>
              <a:gd name="T90" fmla="*/ 72 w 90"/>
              <a:gd name="T91" fmla="*/ 292 h 469"/>
              <a:gd name="T92" fmla="*/ 38 w 90"/>
              <a:gd name="T93" fmla="*/ 305 h 469"/>
              <a:gd name="T94" fmla="*/ 82 w 90"/>
              <a:gd name="T95" fmla="*/ 444 h 469"/>
              <a:gd name="T96" fmla="*/ 87 w 90"/>
              <a:gd name="T97" fmla="*/ 448 h 469"/>
              <a:gd name="T98" fmla="*/ 47 w 90"/>
              <a:gd name="T99" fmla="*/ 455 h 469"/>
              <a:gd name="T100" fmla="*/ 44 w 90"/>
              <a:gd name="T101" fmla="*/ 450 h 469"/>
              <a:gd name="T102" fmla="*/ 5 w 90"/>
              <a:gd name="T103" fmla="*/ 444 h 469"/>
              <a:gd name="T104" fmla="*/ 65 w 90"/>
              <a:gd name="T105" fmla="*/ 392 h 469"/>
              <a:gd name="T106" fmla="*/ 71 w 90"/>
              <a:gd name="T107" fmla="*/ 399 h 469"/>
              <a:gd name="T108" fmla="*/ 69 w 90"/>
              <a:gd name="T109" fmla="*/ 428 h 469"/>
              <a:gd name="T110" fmla="*/ 33 w 90"/>
              <a:gd name="T111" fmla="*/ 401 h 4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0" h="469">
                <a:moveTo>
                  <a:pt x="33" y="33"/>
                </a:moveTo>
                <a:cubicBezTo>
                  <a:pt x="34" y="31"/>
                  <a:pt x="35" y="25"/>
                  <a:pt x="35" y="21"/>
                </a:cubicBezTo>
                <a:cubicBezTo>
                  <a:pt x="34" y="19"/>
                  <a:pt x="34" y="18"/>
                  <a:pt x="33" y="18"/>
                </a:cubicBezTo>
                <a:cubicBezTo>
                  <a:pt x="33" y="18"/>
                  <a:pt x="32" y="19"/>
                  <a:pt x="32" y="20"/>
                </a:cubicBezTo>
                <a:cubicBezTo>
                  <a:pt x="31" y="24"/>
                  <a:pt x="30" y="25"/>
                  <a:pt x="28" y="26"/>
                </a:cubicBezTo>
                <a:cubicBezTo>
                  <a:pt x="6" y="27"/>
                  <a:pt x="6" y="27"/>
                  <a:pt x="6" y="27"/>
                </a:cubicBezTo>
                <a:cubicBezTo>
                  <a:pt x="2" y="27"/>
                  <a:pt x="0" y="28"/>
                  <a:pt x="0" y="29"/>
                </a:cubicBezTo>
                <a:cubicBezTo>
                  <a:pt x="0" y="30"/>
                  <a:pt x="3" y="32"/>
                  <a:pt x="7" y="32"/>
                </a:cubicBezTo>
                <a:cubicBezTo>
                  <a:pt x="7" y="65"/>
                  <a:pt x="7" y="65"/>
                  <a:pt x="7" y="65"/>
                </a:cubicBezTo>
                <a:cubicBezTo>
                  <a:pt x="7" y="67"/>
                  <a:pt x="7" y="68"/>
                  <a:pt x="8" y="68"/>
                </a:cubicBezTo>
                <a:cubicBezTo>
                  <a:pt x="9" y="68"/>
                  <a:pt x="10" y="67"/>
                  <a:pt x="11" y="63"/>
                </a:cubicBezTo>
                <a:cubicBezTo>
                  <a:pt x="13" y="64"/>
                  <a:pt x="23" y="66"/>
                  <a:pt x="30" y="68"/>
                </a:cubicBezTo>
                <a:cubicBezTo>
                  <a:pt x="31" y="68"/>
                  <a:pt x="32" y="69"/>
                  <a:pt x="33" y="69"/>
                </a:cubicBezTo>
                <a:cubicBezTo>
                  <a:pt x="34" y="69"/>
                  <a:pt x="35" y="65"/>
                  <a:pt x="35" y="63"/>
                </a:cubicBezTo>
                <a:cubicBezTo>
                  <a:pt x="35" y="61"/>
                  <a:pt x="34" y="61"/>
                  <a:pt x="34" y="59"/>
                </a:cubicBezTo>
                <a:lnTo>
                  <a:pt x="33" y="33"/>
                </a:lnTo>
                <a:close/>
                <a:moveTo>
                  <a:pt x="11" y="60"/>
                </a:moveTo>
                <a:cubicBezTo>
                  <a:pt x="10" y="57"/>
                  <a:pt x="9" y="57"/>
                  <a:pt x="9" y="54"/>
                </a:cubicBezTo>
                <a:cubicBezTo>
                  <a:pt x="9" y="32"/>
                  <a:pt x="9" y="32"/>
                  <a:pt x="9" y="32"/>
                </a:cubicBezTo>
                <a:cubicBezTo>
                  <a:pt x="25" y="32"/>
                  <a:pt x="25" y="32"/>
                  <a:pt x="25" y="32"/>
                </a:cubicBezTo>
                <a:cubicBezTo>
                  <a:pt x="29" y="32"/>
                  <a:pt x="29" y="32"/>
                  <a:pt x="29" y="32"/>
                </a:cubicBezTo>
                <a:cubicBezTo>
                  <a:pt x="30" y="32"/>
                  <a:pt x="30" y="33"/>
                  <a:pt x="31" y="33"/>
                </a:cubicBezTo>
                <a:cubicBezTo>
                  <a:pt x="31" y="61"/>
                  <a:pt x="31" y="61"/>
                  <a:pt x="31" y="61"/>
                </a:cubicBezTo>
                <a:lnTo>
                  <a:pt x="11" y="60"/>
                </a:lnTo>
                <a:close/>
                <a:moveTo>
                  <a:pt x="74" y="19"/>
                </a:moveTo>
                <a:cubicBezTo>
                  <a:pt x="73" y="16"/>
                  <a:pt x="72" y="15"/>
                  <a:pt x="72" y="14"/>
                </a:cubicBezTo>
                <a:cubicBezTo>
                  <a:pt x="72" y="11"/>
                  <a:pt x="76" y="4"/>
                  <a:pt x="77" y="4"/>
                </a:cubicBezTo>
                <a:cubicBezTo>
                  <a:pt x="77" y="4"/>
                  <a:pt x="78" y="4"/>
                  <a:pt x="78" y="5"/>
                </a:cubicBezTo>
                <a:cubicBezTo>
                  <a:pt x="78" y="6"/>
                  <a:pt x="77" y="6"/>
                  <a:pt x="77" y="7"/>
                </a:cubicBezTo>
                <a:cubicBezTo>
                  <a:pt x="77" y="11"/>
                  <a:pt x="77" y="16"/>
                  <a:pt x="77" y="21"/>
                </a:cubicBezTo>
                <a:cubicBezTo>
                  <a:pt x="77" y="25"/>
                  <a:pt x="77" y="30"/>
                  <a:pt x="77" y="35"/>
                </a:cubicBezTo>
                <a:cubicBezTo>
                  <a:pt x="77" y="38"/>
                  <a:pt x="78" y="37"/>
                  <a:pt x="78" y="40"/>
                </a:cubicBezTo>
                <a:cubicBezTo>
                  <a:pt x="78" y="42"/>
                  <a:pt x="78" y="46"/>
                  <a:pt x="76" y="46"/>
                </a:cubicBezTo>
                <a:cubicBezTo>
                  <a:pt x="76" y="46"/>
                  <a:pt x="75" y="45"/>
                  <a:pt x="74" y="44"/>
                </a:cubicBezTo>
                <a:cubicBezTo>
                  <a:pt x="58" y="36"/>
                  <a:pt x="44" y="22"/>
                  <a:pt x="35" y="3"/>
                </a:cubicBezTo>
                <a:cubicBezTo>
                  <a:pt x="34" y="2"/>
                  <a:pt x="33" y="1"/>
                  <a:pt x="33" y="0"/>
                </a:cubicBezTo>
                <a:cubicBezTo>
                  <a:pt x="33" y="0"/>
                  <a:pt x="33" y="0"/>
                  <a:pt x="33" y="0"/>
                </a:cubicBezTo>
                <a:cubicBezTo>
                  <a:pt x="34" y="0"/>
                  <a:pt x="35" y="1"/>
                  <a:pt x="36" y="3"/>
                </a:cubicBezTo>
                <a:cubicBezTo>
                  <a:pt x="45" y="16"/>
                  <a:pt x="63" y="32"/>
                  <a:pt x="75" y="37"/>
                </a:cubicBezTo>
                <a:lnTo>
                  <a:pt x="74" y="19"/>
                </a:lnTo>
                <a:close/>
                <a:moveTo>
                  <a:pt x="82" y="62"/>
                </a:moveTo>
                <a:cubicBezTo>
                  <a:pt x="83" y="62"/>
                  <a:pt x="85" y="59"/>
                  <a:pt x="87" y="53"/>
                </a:cubicBezTo>
                <a:cubicBezTo>
                  <a:pt x="88" y="52"/>
                  <a:pt x="88" y="51"/>
                  <a:pt x="89" y="51"/>
                </a:cubicBezTo>
                <a:cubicBezTo>
                  <a:pt x="89" y="51"/>
                  <a:pt x="90" y="52"/>
                  <a:pt x="90" y="55"/>
                </a:cubicBezTo>
                <a:cubicBezTo>
                  <a:pt x="89" y="59"/>
                  <a:pt x="88" y="62"/>
                  <a:pt x="88" y="65"/>
                </a:cubicBezTo>
                <a:cubicBezTo>
                  <a:pt x="87" y="68"/>
                  <a:pt x="86" y="68"/>
                  <a:pt x="85" y="68"/>
                </a:cubicBezTo>
                <a:cubicBezTo>
                  <a:pt x="84" y="68"/>
                  <a:pt x="83" y="68"/>
                  <a:pt x="82" y="68"/>
                </a:cubicBezTo>
                <a:cubicBezTo>
                  <a:pt x="57" y="68"/>
                  <a:pt x="57" y="68"/>
                  <a:pt x="57" y="68"/>
                </a:cubicBezTo>
                <a:cubicBezTo>
                  <a:pt x="57" y="69"/>
                  <a:pt x="57" y="70"/>
                  <a:pt x="57" y="71"/>
                </a:cubicBezTo>
                <a:cubicBezTo>
                  <a:pt x="57" y="76"/>
                  <a:pt x="59" y="74"/>
                  <a:pt x="59" y="81"/>
                </a:cubicBezTo>
                <a:cubicBezTo>
                  <a:pt x="59" y="83"/>
                  <a:pt x="59" y="87"/>
                  <a:pt x="57" y="87"/>
                </a:cubicBezTo>
                <a:cubicBezTo>
                  <a:pt x="56" y="87"/>
                  <a:pt x="55" y="86"/>
                  <a:pt x="54" y="84"/>
                </a:cubicBezTo>
                <a:cubicBezTo>
                  <a:pt x="54" y="68"/>
                  <a:pt x="54" y="68"/>
                  <a:pt x="54" y="68"/>
                </a:cubicBezTo>
                <a:cubicBezTo>
                  <a:pt x="40" y="67"/>
                  <a:pt x="38" y="64"/>
                  <a:pt x="38" y="63"/>
                </a:cubicBezTo>
                <a:cubicBezTo>
                  <a:pt x="38" y="62"/>
                  <a:pt x="39" y="62"/>
                  <a:pt x="42" y="62"/>
                </a:cubicBezTo>
                <a:lnTo>
                  <a:pt x="82" y="62"/>
                </a:lnTo>
                <a:close/>
                <a:moveTo>
                  <a:pt x="82" y="157"/>
                </a:moveTo>
                <a:cubicBezTo>
                  <a:pt x="83" y="157"/>
                  <a:pt x="86" y="152"/>
                  <a:pt x="87" y="148"/>
                </a:cubicBezTo>
                <a:cubicBezTo>
                  <a:pt x="88" y="147"/>
                  <a:pt x="88" y="146"/>
                  <a:pt x="89" y="146"/>
                </a:cubicBezTo>
                <a:cubicBezTo>
                  <a:pt x="89" y="146"/>
                  <a:pt x="90" y="147"/>
                  <a:pt x="90" y="150"/>
                </a:cubicBezTo>
                <a:cubicBezTo>
                  <a:pt x="89" y="154"/>
                  <a:pt x="88" y="158"/>
                  <a:pt x="87" y="161"/>
                </a:cubicBezTo>
                <a:cubicBezTo>
                  <a:pt x="87" y="163"/>
                  <a:pt x="86" y="164"/>
                  <a:pt x="85" y="164"/>
                </a:cubicBezTo>
                <a:cubicBezTo>
                  <a:pt x="84" y="164"/>
                  <a:pt x="83" y="163"/>
                  <a:pt x="82" y="163"/>
                </a:cubicBezTo>
                <a:cubicBezTo>
                  <a:pt x="47" y="163"/>
                  <a:pt x="47" y="163"/>
                  <a:pt x="47" y="163"/>
                </a:cubicBezTo>
                <a:cubicBezTo>
                  <a:pt x="47" y="168"/>
                  <a:pt x="47" y="168"/>
                  <a:pt x="47" y="168"/>
                </a:cubicBezTo>
                <a:cubicBezTo>
                  <a:pt x="48" y="173"/>
                  <a:pt x="50" y="171"/>
                  <a:pt x="50" y="177"/>
                </a:cubicBezTo>
                <a:cubicBezTo>
                  <a:pt x="50" y="179"/>
                  <a:pt x="50" y="183"/>
                  <a:pt x="47" y="183"/>
                </a:cubicBezTo>
                <a:cubicBezTo>
                  <a:pt x="45" y="183"/>
                  <a:pt x="44" y="182"/>
                  <a:pt x="44" y="180"/>
                </a:cubicBezTo>
                <a:cubicBezTo>
                  <a:pt x="44" y="163"/>
                  <a:pt x="44" y="163"/>
                  <a:pt x="44" y="163"/>
                </a:cubicBezTo>
                <a:cubicBezTo>
                  <a:pt x="16" y="163"/>
                  <a:pt x="16" y="163"/>
                  <a:pt x="16" y="163"/>
                </a:cubicBezTo>
                <a:cubicBezTo>
                  <a:pt x="10" y="163"/>
                  <a:pt x="6" y="162"/>
                  <a:pt x="2" y="161"/>
                </a:cubicBezTo>
                <a:cubicBezTo>
                  <a:pt x="1" y="160"/>
                  <a:pt x="1" y="159"/>
                  <a:pt x="1" y="159"/>
                </a:cubicBezTo>
                <a:cubicBezTo>
                  <a:pt x="1" y="158"/>
                  <a:pt x="2" y="157"/>
                  <a:pt x="5" y="157"/>
                </a:cubicBezTo>
                <a:lnTo>
                  <a:pt x="82" y="157"/>
                </a:lnTo>
                <a:close/>
                <a:moveTo>
                  <a:pt x="30" y="94"/>
                </a:moveTo>
                <a:cubicBezTo>
                  <a:pt x="37" y="102"/>
                  <a:pt x="53" y="116"/>
                  <a:pt x="70" y="121"/>
                </a:cubicBezTo>
                <a:cubicBezTo>
                  <a:pt x="71" y="121"/>
                  <a:pt x="72" y="121"/>
                  <a:pt x="76" y="116"/>
                </a:cubicBezTo>
                <a:cubicBezTo>
                  <a:pt x="77" y="114"/>
                  <a:pt x="78" y="114"/>
                  <a:pt x="78" y="116"/>
                </a:cubicBezTo>
                <a:cubicBezTo>
                  <a:pt x="78" y="117"/>
                  <a:pt x="78" y="118"/>
                  <a:pt x="78" y="120"/>
                </a:cubicBezTo>
                <a:cubicBezTo>
                  <a:pt x="74" y="127"/>
                  <a:pt x="73" y="129"/>
                  <a:pt x="71" y="129"/>
                </a:cubicBezTo>
                <a:cubicBezTo>
                  <a:pt x="70" y="129"/>
                  <a:pt x="68" y="128"/>
                  <a:pt x="57" y="122"/>
                </a:cubicBezTo>
                <a:cubicBezTo>
                  <a:pt x="53" y="124"/>
                  <a:pt x="50" y="128"/>
                  <a:pt x="46" y="132"/>
                </a:cubicBezTo>
                <a:cubicBezTo>
                  <a:pt x="43" y="136"/>
                  <a:pt x="44" y="137"/>
                  <a:pt x="37" y="140"/>
                </a:cubicBezTo>
                <a:cubicBezTo>
                  <a:pt x="35" y="141"/>
                  <a:pt x="34" y="142"/>
                  <a:pt x="33" y="142"/>
                </a:cubicBezTo>
                <a:cubicBezTo>
                  <a:pt x="31" y="142"/>
                  <a:pt x="30" y="141"/>
                  <a:pt x="30" y="140"/>
                </a:cubicBezTo>
                <a:cubicBezTo>
                  <a:pt x="30" y="139"/>
                  <a:pt x="30" y="138"/>
                  <a:pt x="31" y="138"/>
                </a:cubicBezTo>
                <a:cubicBezTo>
                  <a:pt x="35" y="134"/>
                  <a:pt x="44" y="128"/>
                  <a:pt x="54" y="120"/>
                </a:cubicBezTo>
                <a:cubicBezTo>
                  <a:pt x="39" y="110"/>
                  <a:pt x="27" y="94"/>
                  <a:pt x="27" y="92"/>
                </a:cubicBezTo>
                <a:cubicBezTo>
                  <a:pt x="27" y="92"/>
                  <a:pt x="27" y="92"/>
                  <a:pt x="27" y="92"/>
                </a:cubicBezTo>
                <a:cubicBezTo>
                  <a:pt x="28" y="92"/>
                  <a:pt x="28" y="92"/>
                  <a:pt x="30" y="94"/>
                </a:cubicBezTo>
                <a:close/>
                <a:moveTo>
                  <a:pt x="35" y="246"/>
                </a:moveTo>
                <a:cubicBezTo>
                  <a:pt x="34" y="246"/>
                  <a:pt x="34" y="247"/>
                  <a:pt x="34" y="248"/>
                </a:cubicBezTo>
                <a:cubicBezTo>
                  <a:pt x="33" y="251"/>
                  <a:pt x="31" y="253"/>
                  <a:pt x="30" y="253"/>
                </a:cubicBezTo>
                <a:cubicBezTo>
                  <a:pt x="24" y="253"/>
                  <a:pt x="24" y="253"/>
                  <a:pt x="24" y="253"/>
                </a:cubicBezTo>
                <a:cubicBezTo>
                  <a:pt x="23" y="225"/>
                  <a:pt x="23" y="225"/>
                  <a:pt x="23" y="225"/>
                </a:cubicBezTo>
                <a:cubicBezTo>
                  <a:pt x="28" y="225"/>
                  <a:pt x="28" y="225"/>
                  <a:pt x="28" y="225"/>
                </a:cubicBezTo>
                <a:cubicBezTo>
                  <a:pt x="29" y="225"/>
                  <a:pt x="30" y="225"/>
                  <a:pt x="30" y="225"/>
                </a:cubicBezTo>
                <a:cubicBezTo>
                  <a:pt x="31" y="225"/>
                  <a:pt x="32" y="224"/>
                  <a:pt x="32" y="221"/>
                </a:cubicBezTo>
                <a:cubicBezTo>
                  <a:pt x="32" y="220"/>
                  <a:pt x="33" y="217"/>
                  <a:pt x="33" y="215"/>
                </a:cubicBezTo>
                <a:cubicBezTo>
                  <a:pt x="33" y="214"/>
                  <a:pt x="32" y="211"/>
                  <a:pt x="32" y="211"/>
                </a:cubicBezTo>
                <a:cubicBezTo>
                  <a:pt x="31" y="211"/>
                  <a:pt x="31" y="212"/>
                  <a:pt x="31" y="213"/>
                </a:cubicBezTo>
                <a:cubicBezTo>
                  <a:pt x="30" y="216"/>
                  <a:pt x="28" y="219"/>
                  <a:pt x="27" y="219"/>
                </a:cubicBezTo>
                <a:cubicBezTo>
                  <a:pt x="4" y="219"/>
                  <a:pt x="4" y="219"/>
                  <a:pt x="4" y="219"/>
                </a:cubicBezTo>
                <a:cubicBezTo>
                  <a:pt x="1" y="219"/>
                  <a:pt x="0" y="220"/>
                  <a:pt x="0" y="221"/>
                </a:cubicBezTo>
                <a:cubicBezTo>
                  <a:pt x="0" y="222"/>
                  <a:pt x="3" y="224"/>
                  <a:pt x="6" y="224"/>
                </a:cubicBezTo>
                <a:cubicBezTo>
                  <a:pt x="6" y="253"/>
                  <a:pt x="6" y="253"/>
                  <a:pt x="6" y="253"/>
                </a:cubicBezTo>
                <a:cubicBezTo>
                  <a:pt x="3" y="253"/>
                  <a:pt x="2" y="254"/>
                  <a:pt x="2" y="255"/>
                </a:cubicBezTo>
                <a:cubicBezTo>
                  <a:pt x="2" y="257"/>
                  <a:pt x="7" y="258"/>
                  <a:pt x="14" y="258"/>
                </a:cubicBezTo>
                <a:cubicBezTo>
                  <a:pt x="31" y="258"/>
                  <a:pt x="31" y="258"/>
                  <a:pt x="31" y="258"/>
                </a:cubicBezTo>
                <a:cubicBezTo>
                  <a:pt x="32" y="258"/>
                  <a:pt x="32" y="259"/>
                  <a:pt x="33" y="259"/>
                </a:cubicBezTo>
                <a:cubicBezTo>
                  <a:pt x="35" y="259"/>
                  <a:pt x="36" y="250"/>
                  <a:pt x="36" y="249"/>
                </a:cubicBezTo>
                <a:cubicBezTo>
                  <a:pt x="36" y="248"/>
                  <a:pt x="36" y="246"/>
                  <a:pt x="35" y="246"/>
                </a:cubicBezTo>
                <a:close/>
                <a:moveTo>
                  <a:pt x="9" y="253"/>
                </a:moveTo>
                <a:cubicBezTo>
                  <a:pt x="9" y="225"/>
                  <a:pt x="9" y="225"/>
                  <a:pt x="9" y="225"/>
                </a:cubicBezTo>
                <a:cubicBezTo>
                  <a:pt x="20" y="225"/>
                  <a:pt x="20" y="225"/>
                  <a:pt x="20" y="225"/>
                </a:cubicBezTo>
                <a:cubicBezTo>
                  <a:pt x="21" y="253"/>
                  <a:pt x="21" y="253"/>
                  <a:pt x="21" y="253"/>
                </a:cubicBezTo>
                <a:lnTo>
                  <a:pt x="9" y="253"/>
                </a:lnTo>
                <a:close/>
                <a:moveTo>
                  <a:pt x="72" y="229"/>
                </a:moveTo>
                <a:cubicBezTo>
                  <a:pt x="71" y="220"/>
                  <a:pt x="71" y="214"/>
                  <a:pt x="71" y="210"/>
                </a:cubicBezTo>
                <a:cubicBezTo>
                  <a:pt x="71" y="205"/>
                  <a:pt x="71" y="201"/>
                  <a:pt x="72" y="196"/>
                </a:cubicBezTo>
                <a:cubicBezTo>
                  <a:pt x="72" y="196"/>
                  <a:pt x="72" y="195"/>
                  <a:pt x="72" y="194"/>
                </a:cubicBezTo>
                <a:cubicBezTo>
                  <a:pt x="72" y="194"/>
                  <a:pt x="72" y="193"/>
                  <a:pt x="72" y="193"/>
                </a:cubicBezTo>
                <a:cubicBezTo>
                  <a:pt x="71" y="193"/>
                  <a:pt x="67" y="201"/>
                  <a:pt x="67" y="202"/>
                </a:cubicBezTo>
                <a:cubicBezTo>
                  <a:pt x="67" y="203"/>
                  <a:pt x="68" y="203"/>
                  <a:pt x="68" y="205"/>
                </a:cubicBezTo>
                <a:cubicBezTo>
                  <a:pt x="68" y="210"/>
                  <a:pt x="69" y="213"/>
                  <a:pt x="69" y="217"/>
                </a:cubicBezTo>
                <a:cubicBezTo>
                  <a:pt x="68" y="218"/>
                  <a:pt x="67" y="218"/>
                  <a:pt x="66" y="218"/>
                </a:cubicBezTo>
                <a:cubicBezTo>
                  <a:pt x="66" y="218"/>
                  <a:pt x="65" y="218"/>
                  <a:pt x="64" y="217"/>
                </a:cubicBezTo>
                <a:cubicBezTo>
                  <a:pt x="63" y="207"/>
                  <a:pt x="58" y="203"/>
                  <a:pt x="52" y="203"/>
                </a:cubicBezTo>
                <a:cubicBezTo>
                  <a:pt x="45" y="203"/>
                  <a:pt x="39" y="209"/>
                  <a:pt x="39" y="220"/>
                </a:cubicBezTo>
                <a:cubicBezTo>
                  <a:pt x="39" y="231"/>
                  <a:pt x="46" y="237"/>
                  <a:pt x="52" y="237"/>
                </a:cubicBezTo>
                <a:cubicBezTo>
                  <a:pt x="57" y="237"/>
                  <a:pt x="63" y="232"/>
                  <a:pt x="64" y="222"/>
                </a:cubicBezTo>
                <a:cubicBezTo>
                  <a:pt x="65" y="222"/>
                  <a:pt x="66" y="223"/>
                  <a:pt x="66" y="223"/>
                </a:cubicBezTo>
                <a:cubicBezTo>
                  <a:pt x="67" y="223"/>
                  <a:pt x="68" y="222"/>
                  <a:pt x="69" y="221"/>
                </a:cubicBezTo>
                <a:cubicBezTo>
                  <a:pt x="70" y="226"/>
                  <a:pt x="70" y="233"/>
                  <a:pt x="70" y="241"/>
                </a:cubicBezTo>
                <a:cubicBezTo>
                  <a:pt x="70" y="243"/>
                  <a:pt x="71" y="245"/>
                  <a:pt x="72" y="245"/>
                </a:cubicBezTo>
                <a:cubicBezTo>
                  <a:pt x="72" y="245"/>
                  <a:pt x="74" y="244"/>
                  <a:pt x="74" y="239"/>
                </a:cubicBezTo>
                <a:cubicBezTo>
                  <a:pt x="74" y="232"/>
                  <a:pt x="73" y="234"/>
                  <a:pt x="72" y="229"/>
                </a:cubicBezTo>
                <a:close/>
                <a:moveTo>
                  <a:pt x="52" y="231"/>
                </a:moveTo>
                <a:cubicBezTo>
                  <a:pt x="47" y="231"/>
                  <a:pt x="42" y="228"/>
                  <a:pt x="42" y="220"/>
                </a:cubicBezTo>
                <a:cubicBezTo>
                  <a:pt x="42" y="212"/>
                  <a:pt x="47" y="208"/>
                  <a:pt x="52" y="208"/>
                </a:cubicBezTo>
                <a:cubicBezTo>
                  <a:pt x="57" y="208"/>
                  <a:pt x="62" y="212"/>
                  <a:pt x="62" y="220"/>
                </a:cubicBezTo>
                <a:cubicBezTo>
                  <a:pt x="62" y="228"/>
                  <a:pt x="57" y="231"/>
                  <a:pt x="52" y="231"/>
                </a:cubicBezTo>
                <a:close/>
                <a:moveTo>
                  <a:pt x="82" y="253"/>
                </a:moveTo>
                <a:cubicBezTo>
                  <a:pt x="83" y="253"/>
                  <a:pt x="85" y="250"/>
                  <a:pt x="87" y="244"/>
                </a:cubicBezTo>
                <a:cubicBezTo>
                  <a:pt x="88" y="243"/>
                  <a:pt x="88" y="242"/>
                  <a:pt x="89" y="242"/>
                </a:cubicBezTo>
                <a:cubicBezTo>
                  <a:pt x="89" y="242"/>
                  <a:pt x="90" y="243"/>
                  <a:pt x="90" y="246"/>
                </a:cubicBezTo>
                <a:cubicBezTo>
                  <a:pt x="89" y="250"/>
                  <a:pt x="88" y="253"/>
                  <a:pt x="88" y="256"/>
                </a:cubicBezTo>
                <a:cubicBezTo>
                  <a:pt x="87" y="258"/>
                  <a:pt x="86" y="259"/>
                  <a:pt x="85" y="259"/>
                </a:cubicBezTo>
                <a:cubicBezTo>
                  <a:pt x="84" y="259"/>
                  <a:pt x="83" y="259"/>
                  <a:pt x="82" y="259"/>
                </a:cubicBezTo>
                <a:cubicBezTo>
                  <a:pt x="57" y="259"/>
                  <a:pt x="57" y="259"/>
                  <a:pt x="57" y="259"/>
                </a:cubicBezTo>
                <a:cubicBezTo>
                  <a:pt x="57" y="260"/>
                  <a:pt x="57" y="261"/>
                  <a:pt x="57" y="262"/>
                </a:cubicBezTo>
                <a:cubicBezTo>
                  <a:pt x="58" y="267"/>
                  <a:pt x="59" y="265"/>
                  <a:pt x="59" y="272"/>
                </a:cubicBezTo>
                <a:cubicBezTo>
                  <a:pt x="59" y="274"/>
                  <a:pt x="59" y="278"/>
                  <a:pt x="57" y="278"/>
                </a:cubicBezTo>
                <a:cubicBezTo>
                  <a:pt x="56" y="278"/>
                  <a:pt x="55" y="276"/>
                  <a:pt x="54" y="275"/>
                </a:cubicBezTo>
                <a:cubicBezTo>
                  <a:pt x="54" y="259"/>
                  <a:pt x="54" y="259"/>
                  <a:pt x="54" y="259"/>
                </a:cubicBezTo>
                <a:cubicBezTo>
                  <a:pt x="44" y="258"/>
                  <a:pt x="41" y="255"/>
                  <a:pt x="41" y="254"/>
                </a:cubicBezTo>
                <a:cubicBezTo>
                  <a:pt x="41" y="253"/>
                  <a:pt x="42" y="253"/>
                  <a:pt x="45" y="253"/>
                </a:cubicBezTo>
                <a:lnTo>
                  <a:pt x="82" y="253"/>
                </a:lnTo>
                <a:close/>
                <a:moveTo>
                  <a:pt x="79" y="214"/>
                </a:moveTo>
                <a:cubicBezTo>
                  <a:pt x="79" y="212"/>
                  <a:pt x="83" y="206"/>
                  <a:pt x="84" y="206"/>
                </a:cubicBezTo>
                <a:cubicBezTo>
                  <a:pt x="84" y="206"/>
                  <a:pt x="84" y="207"/>
                  <a:pt x="84" y="207"/>
                </a:cubicBezTo>
                <a:cubicBezTo>
                  <a:pt x="84" y="208"/>
                  <a:pt x="84" y="208"/>
                  <a:pt x="84" y="209"/>
                </a:cubicBezTo>
                <a:cubicBezTo>
                  <a:pt x="83" y="213"/>
                  <a:pt x="83" y="214"/>
                  <a:pt x="83" y="226"/>
                </a:cubicBezTo>
                <a:cubicBezTo>
                  <a:pt x="83" y="229"/>
                  <a:pt x="82" y="230"/>
                  <a:pt x="81" y="230"/>
                </a:cubicBezTo>
                <a:cubicBezTo>
                  <a:pt x="80" y="230"/>
                  <a:pt x="79" y="229"/>
                  <a:pt x="79" y="225"/>
                </a:cubicBezTo>
                <a:lnTo>
                  <a:pt x="79" y="214"/>
                </a:lnTo>
                <a:close/>
                <a:moveTo>
                  <a:pt x="81" y="352"/>
                </a:moveTo>
                <a:cubicBezTo>
                  <a:pt x="82" y="352"/>
                  <a:pt x="85" y="349"/>
                  <a:pt x="87" y="344"/>
                </a:cubicBezTo>
                <a:cubicBezTo>
                  <a:pt x="88" y="343"/>
                  <a:pt x="88" y="342"/>
                  <a:pt x="89" y="342"/>
                </a:cubicBezTo>
                <a:cubicBezTo>
                  <a:pt x="89" y="342"/>
                  <a:pt x="90" y="343"/>
                  <a:pt x="90" y="345"/>
                </a:cubicBezTo>
                <a:cubicBezTo>
                  <a:pt x="89" y="351"/>
                  <a:pt x="88" y="354"/>
                  <a:pt x="87" y="357"/>
                </a:cubicBezTo>
                <a:cubicBezTo>
                  <a:pt x="86" y="358"/>
                  <a:pt x="86" y="358"/>
                  <a:pt x="85" y="358"/>
                </a:cubicBezTo>
                <a:cubicBezTo>
                  <a:pt x="84" y="358"/>
                  <a:pt x="83" y="358"/>
                  <a:pt x="82" y="358"/>
                </a:cubicBezTo>
                <a:cubicBezTo>
                  <a:pt x="26" y="358"/>
                  <a:pt x="26" y="358"/>
                  <a:pt x="26" y="358"/>
                </a:cubicBezTo>
                <a:cubicBezTo>
                  <a:pt x="8" y="358"/>
                  <a:pt x="6" y="357"/>
                  <a:pt x="2" y="356"/>
                </a:cubicBezTo>
                <a:cubicBezTo>
                  <a:pt x="1" y="355"/>
                  <a:pt x="1" y="354"/>
                  <a:pt x="1" y="354"/>
                </a:cubicBezTo>
                <a:cubicBezTo>
                  <a:pt x="1" y="353"/>
                  <a:pt x="2" y="352"/>
                  <a:pt x="5" y="352"/>
                </a:cubicBezTo>
                <a:cubicBezTo>
                  <a:pt x="42" y="352"/>
                  <a:pt x="42" y="352"/>
                  <a:pt x="42" y="352"/>
                </a:cubicBezTo>
                <a:cubicBezTo>
                  <a:pt x="35" y="339"/>
                  <a:pt x="28" y="307"/>
                  <a:pt x="28" y="304"/>
                </a:cubicBezTo>
                <a:cubicBezTo>
                  <a:pt x="28" y="301"/>
                  <a:pt x="32" y="300"/>
                  <a:pt x="34" y="300"/>
                </a:cubicBezTo>
                <a:cubicBezTo>
                  <a:pt x="65" y="299"/>
                  <a:pt x="65" y="299"/>
                  <a:pt x="65" y="299"/>
                </a:cubicBezTo>
                <a:cubicBezTo>
                  <a:pt x="67" y="299"/>
                  <a:pt x="68" y="295"/>
                  <a:pt x="69" y="291"/>
                </a:cubicBezTo>
                <a:cubicBezTo>
                  <a:pt x="70" y="289"/>
                  <a:pt x="70" y="289"/>
                  <a:pt x="71" y="289"/>
                </a:cubicBezTo>
                <a:cubicBezTo>
                  <a:pt x="71" y="289"/>
                  <a:pt x="72" y="289"/>
                  <a:pt x="72" y="292"/>
                </a:cubicBezTo>
                <a:cubicBezTo>
                  <a:pt x="72" y="297"/>
                  <a:pt x="72" y="300"/>
                  <a:pt x="71" y="303"/>
                </a:cubicBezTo>
                <a:cubicBezTo>
                  <a:pt x="71" y="305"/>
                  <a:pt x="71" y="306"/>
                  <a:pt x="70" y="306"/>
                </a:cubicBezTo>
                <a:cubicBezTo>
                  <a:pt x="69" y="306"/>
                  <a:pt x="68" y="306"/>
                  <a:pt x="66" y="306"/>
                </a:cubicBezTo>
                <a:cubicBezTo>
                  <a:pt x="38" y="305"/>
                  <a:pt x="38" y="305"/>
                  <a:pt x="38" y="305"/>
                </a:cubicBezTo>
                <a:cubicBezTo>
                  <a:pt x="35" y="305"/>
                  <a:pt x="35" y="306"/>
                  <a:pt x="35" y="308"/>
                </a:cubicBezTo>
                <a:cubicBezTo>
                  <a:pt x="35" y="317"/>
                  <a:pt x="39" y="342"/>
                  <a:pt x="44" y="352"/>
                </a:cubicBezTo>
                <a:lnTo>
                  <a:pt x="81" y="352"/>
                </a:lnTo>
                <a:close/>
                <a:moveTo>
                  <a:pt x="82" y="444"/>
                </a:moveTo>
                <a:cubicBezTo>
                  <a:pt x="83" y="443"/>
                  <a:pt x="86" y="438"/>
                  <a:pt x="87" y="434"/>
                </a:cubicBezTo>
                <a:cubicBezTo>
                  <a:pt x="88" y="433"/>
                  <a:pt x="88" y="433"/>
                  <a:pt x="89" y="433"/>
                </a:cubicBezTo>
                <a:cubicBezTo>
                  <a:pt x="89" y="433"/>
                  <a:pt x="90" y="434"/>
                  <a:pt x="90" y="437"/>
                </a:cubicBezTo>
                <a:cubicBezTo>
                  <a:pt x="89" y="441"/>
                  <a:pt x="88" y="445"/>
                  <a:pt x="87" y="448"/>
                </a:cubicBezTo>
                <a:cubicBezTo>
                  <a:pt x="87" y="450"/>
                  <a:pt x="86" y="450"/>
                  <a:pt x="85" y="450"/>
                </a:cubicBezTo>
                <a:cubicBezTo>
                  <a:pt x="84" y="450"/>
                  <a:pt x="83" y="450"/>
                  <a:pt x="82" y="450"/>
                </a:cubicBezTo>
                <a:cubicBezTo>
                  <a:pt x="47" y="450"/>
                  <a:pt x="47" y="450"/>
                  <a:pt x="47" y="450"/>
                </a:cubicBezTo>
                <a:cubicBezTo>
                  <a:pt x="47" y="455"/>
                  <a:pt x="47" y="455"/>
                  <a:pt x="47" y="455"/>
                </a:cubicBezTo>
                <a:cubicBezTo>
                  <a:pt x="48" y="459"/>
                  <a:pt x="50" y="458"/>
                  <a:pt x="50" y="464"/>
                </a:cubicBezTo>
                <a:cubicBezTo>
                  <a:pt x="50" y="465"/>
                  <a:pt x="50" y="469"/>
                  <a:pt x="47" y="469"/>
                </a:cubicBezTo>
                <a:cubicBezTo>
                  <a:pt x="45" y="469"/>
                  <a:pt x="44" y="468"/>
                  <a:pt x="44" y="466"/>
                </a:cubicBezTo>
                <a:cubicBezTo>
                  <a:pt x="44" y="450"/>
                  <a:pt x="44" y="450"/>
                  <a:pt x="44" y="450"/>
                </a:cubicBezTo>
                <a:cubicBezTo>
                  <a:pt x="16" y="450"/>
                  <a:pt x="16" y="450"/>
                  <a:pt x="16" y="450"/>
                </a:cubicBezTo>
                <a:cubicBezTo>
                  <a:pt x="10" y="450"/>
                  <a:pt x="6" y="449"/>
                  <a:pt x="2" y="447"/>
                </a:cubicBezTo>
                <a:cubicBezTo>
                  <a:pt x="1" y="446"/>
                  <a:pt x="1" y="446"/>
                  <a:pt x="1" y="445"/>
                </a:cubicBezTo>
                <a:cubicBezTo>
                  <a:pt x="1" y="444"/>
                  <a:pt x="2" y="444"/>
                  <a:pt x="5" y="444"/>
                </a:cubicBezTo>
                <a:cubicBezTo>
                  <a:pt x="42" y="444"/>
                  <a:pt x="42" y="444"/>
                  <a:pt x="42" y="444"/>
                </a:cubicBezTo>
                <a:cubicBezTo>
                  <a:pt x="36" y="432"/>
                  <a:pt x="27" y="408"/>
                  <a:pt x="27" y="397"/>
                </a:cubicBezTo>
                <a:cubicBezTo>
                  <a:pt x="27" y="395"/>
                  <a:pt x="31" y="392"/>
                  <a:pt x="35" y="392"/>
                </a:cubicBezTo>
                <a:cubicBezTo>
                  <a:pt x="65" y="392"/>
                  <a:pt x="65" y="392"/>
                  <a:pt x="65" y="392"/>
                </a:cubicBezTo>
                <a:cubicBezTo>
                  <a:pt x="68" y="391"/>
                  <a:pt x="68" y="389"/>
                  <a:pt x="70" y="384"/>
                </a:cubicBezTo>
                <a:cubicBezTo>
                  <a:pt x="70" y="383"/>
                  <a:pt x="71" y="383"/>
                  <a:pt x="71" y="383"/>
                </a:cubicBezTo>
                <a:cubicBezTo>
                  <a:pt x="71" y="383"/>
                  <a:pt x="72" y="384"/>
                  <a:pt x="73" y="386"/>
                </a:cubicBezTo>
                <a:cubicBezTo>
                  <a:pt x="72" y="391"/>
                  <a:pt x="71" y="397"/>
                  <a:pt x="71" y="399"/>
                </a:cubicBezTo>
                <a:cubicBezTo>
                  <a:pt x="71" y="405"/>
                  <a:pt x="71" y="411"/>
                  <a:pt x="71" y="414"/>
                </a:cubicBezTo>
                <a:cubicBezTo>
                  <a:pt x="72" y="419"/>
                  <a:pt x="74" y="418"/>
                  <a:pt x="74" y="424"/>
                </a:cubicBezTo>
                <a:cubicBezTo>
                  <a:pt x="74" y="427"/>
                  <a:pt x="74" y="431"/>
                  <a:pt x="72" y="431"/>
                </a:cubicBezTo>
                <a:cubicBezTo>
                  <a:pt x="71" y="431"/>
                  <a:pt x="70" y="430"/>
                  <a:pt x="69" y="428"/>
                </a:cubicBezTo>
                <a:cubicBezTo>
                  <a:pt x="69" y="419"/>
                  <a:pt x="68" y="409"/>
                  <a:pt x="68" y="400"/>
                </a:cubicBezTo>
                <a:cubicBezTo>
                  <a:pt x="68" y="399"/>
                  <a:pt x="69" y="398"/>
                  <a:pt x="67" y="398"/>
                </a:cubicBezTo>
                <a:cubicBezTo>
                  <a:pt x="63" y="398"/>
                  <a:pt x="48" y="398"/>
                  <a:pt x="40" y="398"/>
                </a:cubicBezTo>
                <a:cubicBezTo>
                  <a:pt x="33" y="398"/>
                  <a:pt x="33" y="398"/>
                  <a:pt x="33" y="401"/>
                </a:cubicBezTo>
                <a:cubicBezTo>
                  <a:pt x="33" y="404"/>
                  <a:pt x="37" y="429"/>
                  <a:pt x="44" y="444"/>
                </a:cubicBezTo>
                <a:lnTo>
                  <a:pt x="82" y="444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29" name="Freeform 247">
            <a:extLst>
              <a:ext uri="{FF2B5EF4-FFF2-40B4-BE49-F238E27FC236}">
                <a16:creationId xmlns:a16="http://schemas.microsoft.com/office/drawing/2014/main" id="{DA678A23-9A44-66B3-347C-C40FC44A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8406004" y="5108920"/>
            <a:ext cx="382750" cy="1049352"/>
          </a:xfrm>
          <a:custGeom>
            <a:avLst/>
            <a:gdLst>
              <a:gd name="T0" fmla="*/ 114 w 126"/>
              <a:gd name="T1" fmla="*/ 228 h 345"/>
              <a:gd name="T2" fmla="*/ 119 w 126"/>
              <a:gd name="T3" fmla="*/ 243 h 345"/>
              <a:gd name="T4" fmla="*/ 117 w 126"/>
              <a:gd name="T5" fmla="*/ 282 h 345"/>
              <a:gd name="T6" fmla="*/ 103 w 126"/>
              <a:gd name="T7" fmla="*/ 288 h 345"/>
              <a:gd name="T8" fmla="*/ 117 w 126"/>
              <a:gd name="T9" fmla="*/ 282 h 345"/>
              <a:gd name="T10" fmla="*/ 104 w 126"/>
              <a:gd name="T11" fmla="*/ 240 h 345"/>
              <a:gd name="T12" fmla="*/ 107 w 126"/>
              <a:gd name="T13" fmla="*/ 255 h 345"/>
              <a:gd name="T14" fmla="*/ 111 w 126"/>
              <a:gd name="T15" fmla="*/ 267 h 345"/>
              <a:gd name="T16" fmla="*/ 97 w 126"/>
              <a:gd name="T17" fmla="*/ 273 h 345"/>
              <a:gd name="T18" fmla="*/ 111 w 126"/>
              <a:gd name="T19" fmla="*/ 267 h 345"/>
              <a:gd name="T20" fmla="*/ 97 w 126"/>
              <a:gd name="T21" fmla="*/ 225 h 345"/>
              <a:gd name="T22" fmla="*/ 101 w 126"/>
              <a:gd name="T23" fmla="*/ 241 h 345"/>
              <a:gd name="T24" fmla="*/ 47 w 126"/>
              <a:gd name="T25" fmla="*/ 59 h 345"/>
              <a:gd name="T26" fmla="*/ 62 w 126"/>
              <a:gd name="T27" fmla="*/ 27 h 345"/>
              <a:gd name="T28" fmla="*/ 63 w 126"/>
              <a:gd name="T29" fmla="*/ 44 h 345"/>
              <a:gd name="T30" fmla="*/ 58 w 126"/>
              <a:gd name="T31" fmla="*/ 48 h 345"/>
              <a:gd name="T32" fmla="*/ 0 w 126"/>
              <a:gd name="T33" fmla="*/ 27 h 345"/>
              <a:gd name="T34" fmla="*/ 47 w 126"/>
              <a:gd name="T35" fmla="*/ 59 h 345"/>
              <a:gd name="T36" fmla="*/ 80 w 126"/>
              <a:gd name="T37" fmla="*/ 140 h 345"/>
              <a:gd name="T38" fmla="*/ 65 w 126"/>
              <a:gd name="T39" fmla="*/ 149 h 345"/>
              <a:gd name="T40" fmla="*/ 84 w 126"/>
              <a:gd name="T41" fmla="*/ 116 h 345"/>
              <a:gd name="T42" fmla="*/ 75 w 126"/>
              <a:gd name="T43" fmla="*/ 109 h 345"/>
              <a:gd name="T44" fmla="*/ 24 w 126"/>
              <a:gd name="T45" fmla="*/ 86 h 345"/>
              <a:gd name="T46" fmla="*/ 24 w 126"/>
              <a:gd name="T47" fmla="*/ 64 h 345"/>
              <a:gd name="T48" fmla="*/ 16 w 126"/>
              <a:gd name="T49" fmla="*/ 95 h 345"/>
              <a:gd name="T50" fmla="*/ 72 w 126"/>
              <a:gd name="T51" fmla="*/ 155 h 345"/>
              <a:gd name="T52" fmla="*/ 51 w 126"/>
              <a:gd name="T53" fmla="*/ 213 h 345"/>
              <a:gd name="T54" fmla="*/ 52 w 126"/>
              <a:gd name="T55" fmla="*/ 244 h 345"/>
              <a:gd name="T56" fmla="*/ 55 w 126"/>
              <a:gd name="T57" fmla="*/ 317 h 345"/>
              <a:gd name="T58" fmla="*/ 83 w 126"/>
              <a:gd name="T59" fmla="*/ 335 h 345"/>
              <a:gd name="T60" fmla="*/ 88 w 126"/>
              <a:gd name="T61" fmla="*/ 286 h 345"/>
              <a:gd name="T62" fmla="*/ 59 w 126"/>
              <a:gd name="T63" fmla="*/ 288 h 345"/>
              <a:gd name="T64" fmla="*/ 82 w 126"/>
              <a:gd name="T65" fmla="*/ 257 h 345"/>
              <a:gd name="T66" fmla="*/ 74 w 126"/>
              <a:gd name="T67" fmla="*/ 252 h 345"/>
              <a:gd name="T68" fmla="*/ 77 w 126"/>
              <a:gd name="T69" fmla="*/ 243 h 345"/>
              <a:gd name="T70" fmla="*/ 60 w 126"/>
              <a:gd name="T71" fmla="*/ 239 h 345"/>
              <a:gd name="T72" fmla="*/ 77 w 126"/>
              <a:gd name="T73" fmla="*/ 212 h 345"/>
              <a:gd name="T74" fmla="*/ 60 w 126"/>
              <a:gd name="T75" fmla="*/ 207 h 345"/>
              <a:gd name="T76" fmla="*/ 91 w 126"/>
              <a:gd name="T77" fmla="*/ 148 h 345"/>
              <a:gd name="T78" fmla="*/ 115 w 126"/>
              <a:gd name="T79" fmla="*/ 169 h 345"/>
              <a:gd name="T80" fmla="*/ 90 w 126"/>
              <a:gd name="T81" fmla="*/ 128 h 345"/>
              <a:gd name="T82" fmla="*/ 74 w 126"/>
              <a:gd name="T83" fmla="*/ 331 h 345"/>
              <a:gd name="T84" fmla="*/ 66 w 126"/>
              <a:gd name="T85" fmla="*/ 323 h 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26" h="345">
                <a:moveTo>
                  <a:pt x="124" y="232"/>
                </a:moveTo>
                <a:cubicBezTo>
                  <a:pt x="121" y="231"/>
                  <a:pt x="117" y="229"/>
                  <a:pt x="114" y="228"/>
                </a:cubicBezTo>
                <a:cubicBezTo>
                  <a:pt x="113" y="231"/>
                  <a:pt x="111" y="235"/>
                  <a:pt x="109" y="238"/>
                </a:cubicBezTo>
                <a:cubicBezTo>
                  <a:pt x="112" y="240"/>
                  <a:pt x="116" y="241"/>
                  <a:pt x="119" y="243"/>
                </a:cubicBezTo>
                <a:cubicBezTo>
                  <a:pt x="121" y="240"/>
                  <a:pt x="122" y="236"/>
                  <a:pt x="124" y="232"/>
                </a:cubicBezTo>
                <a:close/>
                <a:moveTo>
                  <a:pt x="117" y="282"/>
                </a:moveTo>
                <a:cubicBezTo>
                  <a:pt x="114" y="281"/>
                  <a:pt x="111" y="279"/>
                  <a:pt x="109" y="278"/>
                </a:cubicBezTo>
                <a:cubicBezTo>
                  <a:pt x="106" y="281"/>
                  <a:pt x="104" y="284"/>
                  <a:pt x="103" y="288"/>
                </a:cubicBezTo>
                <a:cubicBezTo>
                  <a:pt x="106" y="290"/>
                  <a:pt x="109" y="291"/>
                  <a:pt x="112" y="293"/>
                </a:cubicBezTo>
                <a:cubicBezTo>
                  <a:pt x="114" y="289"/>
                  <a:pt x="116" y="286"/>
                  <a:pt x="117" y="282"/>
                </a:cubicBezTo>
                <a:close/>
                <a:moveTo>
                  <a:pt x="112" y="245"/>
                </a:moveTo>
                <a:cubicBezTo>
                  <a:pt x="109" y="243"/>
                  <a:pt x="106" y="242"/>
                  <a:pt x="104" y="240"/>
                </a:cubicBezTo>
                <a:cubicBezTo>
                  <a:pt x="102" y="244"/>
                  <a:pt x="100" y="247"/>
                  <a:pt x="98" y="250"/>
                </a:cubicBezTo>
                <a:cubicBezTo>
                  <a:pt x="101" y="252"/>
                  <a:pt x="104" y="254"/>
                  <a:pt x="107" y="255"/>
                </a:cubicBezTo>
                <a:cubicBezTo>
                  <a:pt x="109" y="252"/>
                  <a:pt x="111" y="248"/>
                  <a:pt x="112" y="245"/>
                </a:cubicBezTo>
                <a:close/>
                <a:moveTo>
                  <a:pt x="111" y="267"/>
                </a:moveTo>
                <a:cubicBezTo>
                  <a:pt x="108" y="266"/>
                  <a:pt x="105" y="264"/>
                  <a:pt x="102" y="263"/>
                </a:cubicBezTo>
                <a:cubicBezTo>
                  <a:pt x="100" y="266"/>
                  <a:pt x="98" y="269"/>
                  <a:pt x="97" y="273"/>
                </a:cubicBezTo>
                <a:cubicBezTo>
                  <a:pt x="100" y="275"/>
                  <a:pt x="103" y="276"/>
                  <a:pt x="106" y="278"/>
                </a:cubicBezTo>
                <a:cubicBezTo>
                  <a:pt x="108" y="274"/>
                  <a:pt x="110" y="271"/>
                  <a:pt x="111" y="267"/>
                </a:cubicBezTo>
                <a:close/>
                <a:moveTo>
                  <a:pt x="106" y="230"/>
                </a:moveTo>
                <a:cubicBezTo>
                  <a:pt x="103" y="228"/>
                  <a:pt x="100" y="227"/>
                  <a:pt x="97" y="225"/>
                </a:cubicBezTo>
                <a:cubicBezTo>
                  <a:pt x="95" y="229"/>
                  <a:pt x="93" y="232"/>
                  <a:pt x="92" y="236"/>
                </a:cubicBezTo>
                <a:cubicBezTo>
                  <a:pt x="95" y="237"/>
                  <a:pt x="98" y="239"/>
                  <a:pt x="101" y="241"/>
                </a:cubicBezTo>
                <a:cubicBezTo>
                  <a:pt x="103" y="237"/>
                  <a:pt x="105" y="233"/>
                  <a:pt x="106" y="230"/>
                </a:cubicBezTo>
                <a:close/>
                <a:moveTo>
                  <a:pt x="47" y="59"/>
                </a:moveTo>
                <a:cubicBezTo>
                  <a:pt x="73" y="60"/>
                  <a:pt x="87" y="36"/>
                  <a:pt x="63" y="26"/>
                </a:cubicBezTo>
                <a:cubicBezTo>
                  <a:pt x="63" y="26"/>
                  <a:pt x="62" y="27"/>
                  <a:pt x="62" y="27"/>
                </a:cubicBezTo>
                <a:cubicBezTo>
                  <a:pt x="61" y="29"/>
                  <a:pt x="65" y="32"/>
                  <a:pt x="66" y="34"/>
                </a:cubicBezTo>
                <a:cubicBezTo>
                  <a:pt x="66" y="40"/>
                  <a:pt x="64" y="41"/>
                  <a:pt x="63" y="44"/>
                </a:cubicBezTo>
                <a:cubicBezTo>
                  <a:pt x="62" y="45"/>
                  <a:pt x="60" y="47"/>
                  <a:pt x="59" y="48"/>
                </a:cubicBezTo>
                <a:cubicBezTo>
                  <a:pt x="59" y="48"/>
                  <a:pt x="59" y="48"/>
                  <a:pt x="58" y="48"/>
                </a:cubicBezTo>
                <a:cubicBezTo>
                  <a:pt x="58" y="0"/>
                  <a:pt x="27" y="22"/>
                  <a:pt x="0" y="26"/>
                </a:cubicBezTo>
                <a:cubicBezTo>
                  <a:pt x="0" y="26"/>
                  <a:pt x="0" y="27"/>
                  <a:pt x="0" y="27"/>
                </a:cubicBezTo>
                <a:cubicBezTo>
                  <a:pt x="12" y="33"/>
                  <a:pt x="26" y="23"/>
                  <a:pt x="39" y="23"/>
                </a:cubicBezTo>
                <a:cubicBezTo>
                  <a:pt x="47" y="30"/>
                  <a:pt x="48" y="45"/>
                  <a:pt x="47" y="59"/>
                </a:cubicBezTo>
                <a:close/>
                <a:moveTo>
                  <a:pt x="90" y="128"/>
                </a:moveTo>
                <a:cubicBezTo>
                  <a:pt x="86" y="131"/>
                  <a:pt x="82" y="135"/>
                  <a:pt x="80" y="140"/>
                </a:cubicBezTo>
                <a:cubicBezTo>
                  <a:pt x="80" y="140"/>
                  <a:pt x="81" y="141"/>
                  <a:pt x="82" y="141"/>
                </a:cubicBezTo>
                <a:cubicBezTo>
                  <a:pt x="80" y="147"/>
                  <a:pt x="72" y="155"/>
                  <a:pt x="65" y="149"/>
                </a:cubicBezTo>
                <a:cubicBezTo>
                  <a:pt x="60" y="145"/>
                  <a:pt x="58" y="134"/>
                  <a:pt x="59" y="124"/>
                </a:cubicBezTo>
                <a:cubicBezTo>
                  <a:pt x="72" y="124"/>
                  <a:pt x="76" y="119"/>
                  <a:pt x="84" y="116"/>
                </a:cubicBezTo>
                <a:cubicBezTo>
                  <a:pt x="84" y="115"/>
                  <a:pt x="85" y="114"/>
                  <a:pt x="85" y="113"/>
                </a:cubicBezTo>
                <a:cubicBezTo>
                  <a:pt x="82" y="112"/>
                  <a:pt x="79" y="111"/>
                  <a:pt x="75" y="109"/>
                </a:cubicBezTo>
                <a:cubicBezTo>
                  <a:pt x="71" y="113"/>
                  <a:pt x="66" y="118"/>
                  <a:pt x="60" y="119"/>
                </a:cubicBezTo>
                <a:cubicBezTo>
                  <a:pt x="42" y="122"/>
                  <a:pt x="27" y="100"/>
                  <a:pt x="24" y="86"/>
                </a:cubicBezTo>
                <a:cubicBezTo>
                  <a:pt x="22" y="79"/>
                  <a:pt x="25" y="70"/>
                  <a:pt x="27" y="64"/>
                </a:cubicBezTo>
                <a:cubicBezTo>
                  <a:pt x="26" y="64"/>
                  <a:pt x="25" y="64"/>
                  <a:pt x="24" y="64"/>
                </a:cubicBezTo>
                <a:cubicBezTo>
                  <a:pt x="23" y="67"/>
                  <a:pt x="21" y="71"/>
                  <a:pt x="20" y="74"/>
                </a:cubicBezTo>
                <a:cubicBezTo>
                  <a:pt x="18" y="79"/>
                  <a:pt x="14" y="87"/>
                  <a:pt x="16" y="95"/>
                </a:cubicBezTo>
                <a:cubicBezTo>
                  <a:pt x="18" y="106"/>
                  <a:pt x="34" y="124"/>
                  <a:pt x="47" y="124"/>
                </a:cubicBezTo>
                <a:cubicBezTo>
                  <a:pt x="47" y="142"/>
                  <a:pt x="54" y="155"/>
                  <a:pt x="72" y="155"/>
                </a:cubicBezTo>
                <a:cubicBezTo>
                  <a:pt x="61" y="170"/>
                  <a:pt x="47" y="166"/>
                  <a:pt x="47" y="194"/>
                </a:cubicBezTo>
                <a:cubicBezTo>
                  <a:pt x="47" y="203"/>
                  <a:pt x="48" y="208"/>
                  <a:pt x="51" y="213"/>
                </a:cubicBezTo>
                <a:cubicBezTo>
                  <a:pt x="49" y="218"/>
                  <a:pt x="45" y="226"/>
                  <a:pt x="47" y="235"/>
                </a:cubicBezTo>
                <a:cubicBezTo>
                  <a:pt x="48" y="239"/>
                  <a:pt x="50" y="242"/>
                  <a:pt x="52" y="244"/>
                </a:cubicBezTo>
                <a:cubicBezTo>
                  <a:pt x="47" y="247"/>
                  <a:pt x="47" y="257"/>
                  <a:pt x="47" y="266"/>
                </a:cubicBezTo>
                <a:cubicBezTo>
                  <a:pt x="47" y="285"/>
                  <a:pt x="44" y="309"/>
                  <a:pt x="55" y="317"/>
                </a:cubicBezTo>
                <a:cubicBezTo>
                  <a:pt x="52" y="327"/>
                  <a:pt x="47" y="329"/>
                  <a:pt x="47" y="345"/>
                </a:cubicBezTo>
                <a:cubicBezTo>
                  <a:pt x="69" y="345"/>
                  <a:pt x="69" y="340"/>
                  <a:pt x="83" y="335"/>
                </a:cubicBezTo>
                <a:cubicBezTo>
                  <a:pt x="80" y="315"/>
                  <a:pt x="59" y="318"/>
                  <a:pt x="59" y="293"/>
                </a:cubicBezTo>
                <a:cubicBezTo>
                  <a:pt x="72" y="293"/>
                  <a:pt x="82" y="293"/>
                  <a:pt x="88" y="286"/>
                </a:cubicBezTo>
                <a:cubicBezTo>
                  <a:pt x="89" y="286"/>
                  <a:pt x="89" y="286"/>
                  <a:pt x="89" y="286"/>
                </a:cubicBezTo>
                <a:cubicBezTo>
                  <a:pt x="78" y="275"/>
                  <a:pt x="74" y="288"/>
                  <a:pt x="59" y="288"/>
                </a:cubicBezTo>
                <a:cubicBezTo>
                  <a:pt x="59" y="262"/>
                  <a:pt x="59" y="262"/>
                  <a:pt x="59" y="262"/>
                </a:cubicBezTo>
                <a:cubicBezTo>
                  <a:pt x="70" y="262"/>
                  <a:pt x="75" y="260"/>
                  <a:pt x="82" y="257"/>
                </a:cubicBezTo>
                <a:cubicBezTo>
                  <a:pt x="82" y="257"/>
                  <a:pt x="82" y="257"/>
                  <a:pt x="82" y="257"/>
                </a:cubicBezTo>
                <a:cubicBezTo>
                  <a:pt x="79" y="255"/>
                  <a:pt x="77" y="254"/>
                  <a:pt x="74" y="252"/>
                </a:cubicBezTo>
                <a:cubicBezTo>
                  <a:pt x="72" y="255"/>
                  <a:pt x="62" y="262"/>
                  <a:pt x="59" y="256"/>
                </a:cubicBezTo>
                <a:cubicBezTo>
                  <a:pt x="55" y="246"/>
                  <a:pt x="71" y="245"/>
                  <a:pt x="77" y="243"/>
                </a:cubicBezTo>
                <a:cubicBezTo>
                  <a:pt x="77" y="243"/>
                  <a:pt x="77" y="242"/>
                  <a:pt x="77" y="242"/>
                </a:cubicBezTo>
                <a:cubicBezTo>
                  <a:pt x="73" y="241"/>
                  <a:pt x="62" y="242"/>
                  <a:pt x="60" y="239"/>
                </a:cubicBezTo>
                <a:cubicBezTo>
                  <a:pt x="59" y="237"/>
                  <a:pt x="59" y="234"/>
                  <a:pt x="59" y="230"/>
                </a:cubicBezTo>
                <a:cubicBezTo>
                  <a:pt x="59" y="218"/>
                  <a:pt x="67" y="214"/>
                  <a:pt x="77" y="212"/>
                </a:cubicBezTo>
                <a:cubicBezTo>
                  <a:pt x="77" y="212"/>
                  <a:pt x="77" y="212"/>
                  <a:pt x="77" y="211"/>
                </a:cubicBezTo>
                <a:cubicBezTo>
                  <a:pt x="73" y="210"/>
                  <a:pt x="62" y="211"/>
                  <a:pt x="60" y="207"/>
                </a:cubicBezTo>
                <a:cubicBezTo>
                  <a:pt x="58" y="205"/>
                  <a:pt x="58" y="185"/>
                  <a:pt x="59" y="181"/>
                </a:cubicBezTo>
                <a:cubicBezTo>
                  <a:pt x="61" y="174"/>
                  <a:pt x="84" y="157"/>
                  <a:pt x="91" y="148"/>
                </a:cubicBezTo>
                <a:cubicBezTo>
                  <a:pt x="94" y="145"/>
                  <a:pt x="97" y="137"/>
                  <a:pt x="102" y="136"/>
                </a:cubicBezTo>
                <a:cubicBezTo>
                  <a:pt x="107" y="141"/>
                  <a:pt x="113" y="161"/>
                  <a:pt x="115" y="169"/>
                </a:cubicBezTo>
                <a:cubicBezTo>
                  <a:pt x="126" y="169"/>
                  <a:pt x="126" y="169"/>
                  <a:pt x="126" y="169"/>
                </a:cubicBezTo>
                <a:cubicBezTo>
                  <a:pt x="121" y="150"/>
                  <a:pt x="114" y="128"/>
                  <a:pt x="90" y="128"/>
                </a:cubicBezTo>
                <a:close/>
                <a:moveTo>
                  <a:pt x="66" y="323"/>
                </a:moveTo>
                <a:cubicBezTo>
                  <a:pt x="67" y="321"/>
                  <a:pt x="73" y="328"/>
                  <a:pt x="74" y="331"/>
                </a:cubicBezTo>
                <a:cubicBezTo>
                  <a:pt x="71" y="334"/>
                  <a:pt x="65" y="338"/>
                  <a:pt x="60" y="338"/>
                </a:cubicBezTo>
                <a:cubicBezTo>
                  <a:pt x="60" y="332"/>
                  <a:pt x="62" y="326"/>
                  <a:pt x="66" y="3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30" name="Freeform 248">
            <a:extLst>
              <a:ext uri="{FF2B5EF4-FFF2-40B4-BE49-F238E27FC236}">
                <a16:creationId xmlns:a16="http://schemas.microsoft.com/office/drawing/2014/main" id="{66EDF254-F2A1-4571-E138-20B40A13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044752" y="1098787"/>
            <a:ext cx="1128984" cy="453392"/>
          </a:xfrm>
          <a:custGeom>
            <a:avLst/>
            <a:gdLst>
              <a:gd name="T0" fmla="*/ 323 w 372"/>
              <a:gd name="T1" fmla="*/ 16 h 149"/>
              <a:gd name="T2" fmla="*/ 347 w 372"/>
              <a:gd name="T3" fmla="*/ 7 h 149"/>
              <a:gd name="T4" fmla="*/ 297 w 372"/>
              <a:gd name="T5" fmla="*/ 61 h 149"/>
              <a:gd name="T6" fmla="*/ 255 w 372"/>
              <a:gd name="T7" fmla="*/ 85 h 149"/>
              <a:gd name="T8" fmla="*/ 208 w 372"/>
              <a:gd name="T9" fmla="*/ 43 h 149"/>
              <a:gd name="T10" fmla="*/ 242 w 372"/>
              <a:gd name="T11" fmla="*/ 10 h 149"/>
              <a:gd name="T12" fmla="*/ 206 w 372"/>
              <a:gd name="T13" fmla="*/ 65 h 149"/>
              <a:gd name="T14" fmla="*/ 214 w 372"/>
              <a:gd name="T15" fmla="*/ 80 h 149"/>
              <a:gd name="T16" fmla="*/ 169 w 372"/>
              <a:gd name="T17" fmla="*/ 55 h 149"/>
              <a:gd name="T18" fmla="*/ 163 w 372"/>
              <a:gd name="T19" fmla="*/ 76 h 149"/>
              <a:gd name="T20" fmla="*/ 136 w 372"/>
              <a:gd name="T21" fmla="*/ 129 h 149"/>
              <a:gd name="T22" fmla="*/ 108 w 372"/>
              <a:gd name="T23" fmla="*/ 125 h 149"/>
              <a:gd name="T24" fmla="*/ 138 w 372"/>
              <a:gd name="T25" fmla="*/ 144 h 149"/>
              <a:gd name="T26" fmla="*/ 223 w 372"/>
              <a:gd name="T27" fmla="*/ 80 h 149"/>
              <a:gd name="T28" fmla="*/ 285 w 372"/>
              <a:gd name="T29" fmla="*/ 106 h 149"/>
              <a:gd name="T30" fmla="*/ 303 w 372"/>
              <a:gd name="T31" fmla="*/ 105 h 149"/>
              <a:gd name="T32" fmla="*/ 372 w 372"/>
              <a:gd name="T33" fmla="*/ 107 h 149"/>
              <a:gd name="T34" fmla="*/ 367 w 372"/>
              <a:gd name="T35" fmla="*/ 57 h 149"/>
              <a:gd name="T36" fmla="*/ 363 w 372"/>
              <a:gd name="T37" fmla="*/ 82 h 149"/>
              <a:gd name="T38" fmla="*/ 349 w 372"/>
              <a:gd name="T39" fmla="*/ 81 h 149"/>
              <a:gd name="T40" fmla="*/ 337 w 372"/>
              <a:gd name="T41" fmla="*/ 82 h 149"/>
              <a:gd name="T42" fmla="*/ 302 w 372"/>
              <a:gd name="T43" fmla="*/ 62 h 149"/>
              <a:gd name="T44" fmla="*/ 347 w 372"/>
              <a:gd name="T45" fmla="*/ 20 h 149"/>
              <a:gd name="T46" fmla="*/ 329 w 372"/>
              <a:gd name="T47" fmla="*/ 27 h 149"/>
              <a:gd name="T48" fmla="*/ 334 w 372"/>
              <a:gd name="T49" fmla="*/ 51 h 149"/>
              <a:gd name="T50" fmla="*/ 353 w 372"/>
              <a:gd name="T51" fmla="*/ 45 h 149"/>
              <a:gd name="T52" fmla="*/ 347 w 372"/>
              <a:gd name="T53" fmla="*/ 20 h 149"/>
              <a:gd name="T54" fmla="*/ 104 w 372"/>
              <a:gd name="T55" fmla="*/ 60 h 149"/>
              <a:gd name="T56" fmla="*/ 96 w 372"/>
              <a:gd name="T57" fmla="*/ 49 h 149"/>
              <a:gd name="T58" fmla="*/ 99 w 372"/>
              <a:gd name="T59" fmla="*/ 85 h 149"/>
              <a:gd name="T60" fmla="*/ 35 w 372"/>
              <a:gd name="T61" fmla="*/ 68 h 149"/>
              <a:gd name="T62" fmla="*/ 4 w 372"/>
              <a:gd name="T63" fmla="*/ 120 h 149"/>
              <a:gd name="T64" fmla="*/ 51 w 372"/>
              <a:gd name="T65" fmla="*/ 107 h 149"/>
              <a:gd name="T66" fmla="*/ 90 w 372"/>
              <a:gd name="T67" fmla="*/ 114 h 149"/>
              <a:gd name="T68" fmla="*/ 72 w 372"/>
              <a:gd name="T69" fmla="*/ 122 h 149"/>
              <a:gd name="T70" fmla="*/ 78 w 372"/>
              <a:gd name="T71" fmla="*/ 146 h 149"/>
              <a:gd name="T72" fmla="*/ 96 w 372"/>
              <a:gd name="T73" fmla="*/ 139 h 149"/>
              <a:gd name="T74" fmla="*/ 90 w 372"/>
              <a:gd name="T75" fmla="*/ 114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72" h="149">
                <a:moveTo>
                  <a:pt x="331" y="0"/>
                </a:moveTo>
                <a:cubicBezTo>
                  <a:pt x="328" y="6"/>
                  <a:pt x="326" y="11"/>
                  <a:pt x="323" y="16"/>
                </a:cubicBezTo>
                <a:cubicBezTo>
                  <a:pt x="328" y="19"/>
                  <a:pt x="333" y="22"/>
                  <a:pt x="338" y="25"/>
                </a:cubicBezTo>
                <a:cubicBezTo>
                  <a:pt x="341" y="19"/>
                  <a:pt x="344" y="13"/>
                  <a:pt x="347" y="7"/>
                </a:cubicBezTo>
                <a:cubicBezTo>
                  <a:pt x="341" y="5"/>
                  <a:pt x="336" y="2"/>
                  <a:pt x="331" y="0"/>
                </a:cubicBezTo>
                <a:close/>
                <a:moveTo>
                  <a:pt x="297" y="61"/>
                </a:moveTo>
                <a:cubicBezTo>
                  <a:pt x="297" y="80"/>
                  <a:pt x="287" y="85"/>
                  <a:pt x="268" y="85"/>
                </a:cubicBezTo>
                <a:cubicBezTo>
                  <a:pt x="264" y="85"/>
                  <a:pt x="259" y="85"/>
                  <a:pt x="255" y="85"/>
                </a:cubicBezTo>
                <a:cubicBezTo>
                  <a:pt x="248" y="83"/>
                  <a:pt x="211" y="52"/>
                  <a:pt x="209" y="47"/>
                </a:cubicBezTo>
                <a:cubicBezTo>
                  <a:pt x="209" y="45"/>
                  <a:pt x="209" y="44"/>
                  <a:pt x="208" y="43"/>
                </a:cubicBezTo>
                <a:cubicBezTo>
                  <a:pt x="214" y="37"/>
                  <a:pt x="232" y="31"/>
                  <a:pt x="242" y="30"/>
                </a:cubicBezTo>
                <a:cubicBezTo>
                  <a:pt x="242" y="23"/>
                  <a:pt x="242" y="16"/>
                  <a:pt x="242" y="10"/>
                </a:cubicBezTo>
                <a:cubicBezTo>
                  <a:pt x="228" y="13"/>
                  <a:pt x="197" y="25"/>
                  <a:pt x="192" y="36"/>
                </a:cubicBezTo>
                <a:cubicBezTo>
                  <a:pt x="186" y="50"/>
                  <a:pt x="198" y="71"/>
                  <a:pt x="206" y="65"/>
                </a:cubicBezTo>
                <a:cubicBezTo>
                  <a:pt x="210" y="67"/>
                  <a:pt x="213" y="70"/>
                  <a:pt x="215" y="74"/>
                </a:cubicBezTo>
                <a:cubicBezTo>
                  <a:pt x="215" y="76"/>
                  <a:pt x="214" y="78"/>
                  <a:pt x="214" y="80"/>
                </a:cubicBezTo>
                <a:cubicBezTo>
                  <a:pt x="206" y="85"/>
                  <a:pt x="193" y="85"/>
                  <a:pt x="179" y="85"/>
                </a:cubicBezTo>
                <a:cubicBezTo>
                  <a:pt x="179" y="70"/>
                  <a:pt x="173" y="64"/>
                  <a:pt x="169" y="55"/>
                </a:cubicBezTo>
                <a:cubicBezTo>
                  <a:pt x="168" y="55"/>
                  <a:pt x="168" y="54"/>
                  <a:pt x="168" y="54"/>
                </a:cubicBezTo>
                <a:cubicBezTo>
                  <a:pt x="166" y="62"/>
                  <a:pt x="164" y="69"/>
                  <a:pt x="163" y="76"/>
                </a:cubicBezTo>
                <a:cubicBezTo>
                  <a:pt x="167" y="81"/>
                  <a:pt x="175" y="89"/>
                  <a:pt x="172" y="99"/>
                </a:cubicBezTo>
                <a:cubicBezTo>
                  <a:pt x="169" y="108"/>
                  <a:pt x="146" y="127"/>
                  <a:pt x="136" y="129"/>
                </a:cubicBezTo>
                <a:cubicBezTo>
                  <a:pt x="123" y="132"/>
                  <a:pt x="117" y="124"/>
                  <a:pt x="109" y="121"/>
                </a:cubicBezTo>
                <a:cubicBezTo>
                  <a:pt x="109" y="122"/>
                  <a:pt x="108" y="124"/>
                  <a:pt x="108" y="125"/>
                </a:cubicBezTo>
                <a:cubicBezTo>
                  <a:pt x="108" y="125"/>
                  <a:pt x="107" y="126"/>
                  <a:pt x="107" y="127"/>
                </a:cubicBezTo>
                <a:cubicBezTo>
                  <a:pt x="118" y="131"/>
                  <a:pt x="126" y="140"/>
                  <a:pt x="138" y="144"/>
                </a:cubicBezTo>
                <a:cubicBezTo>
                  <a:pt x="157" y="149"/>
                  <a:pt x="180" y="123"/>
                  <a:pt x="179" y="107"/>
                </a:cubicBezTo>
                <a:cubicBezTo>
                  <a:pt x="203" y="108"/>
                  <a:pt x="223" y="103"/>
                  <a:pt x="223" y="80"/>
                </a:cubicBezTo>
                <a:cubicBezTo>
                  <a:pt x="223" y="80"/>
                  <a:pt x="223" y="80"/>
                  <a:pt x="223" y="80"/>
                </a:cubicBezTo>
                <a:cubicBezTo>
                  <a:pt x="230" y="94"/>
                  <a:pt x="257" y="117"/>
                  <a:pt x="285" y="106"/>
                </a:cubicBezTo>
                <a:cubicBezTo>
                  <a:pt x="290" y="104"/>
                  <a:pt x="293" y="99"/>
                  <a:pt x="297" y="96"/>
                </a:cubicBezTo>
                <a:cubicBezTo>
                  <a:pt x="299" y="99"/>
                  <a:pt x="301" y="102"/>
                  <a:pt x="303" y="105"/>
                </a:cubicBezTo>
                <a:cubicBezTo>
                  <a:pt x="313" y="113"/>
                  <a:pt x="339" y="106"/>
                  <a:pt x="345" y="102"/>
                </a:cubicBezTo>
                <a:cubicBezTo>
                  <a:pt x="353" y="106"/>
                  <a:pt x="361" y="108"/>
                  <a:pt x="372" y="107"/>
                </a:cubicBezTo>
                <a:cubicBezTo>
                  <a:pt x="372" y="89"/>
                  <a:pt x="372" y="71"/>
                  <a:pt x="369" y="57"/>
                </a:cubicBezTo>
                <a:cubicBezTo>
                  <a:pt x="368" y="57"/>
                  <a:pt x="368" y="57"/>
                  <a:pt x="367" y="57"/>
                </a:cubicBezTo>
                <a:cubicBezTo>
                  <a:pt x="365" y="61"/>
                  <a:pt x="362" y="65"/>
                  <a:pt x="359" y="69"/>
                </a:cubicBezTo>
                <a:cubicBezTo>
                  <a:pt x="359" y="75"/>
                  <a:pt x="361" y="78"/>
                  <a:pt x="363" y="82"/>
                </a:cubicBezTo>
                <a:cubicBezTo>
                  <a:pt x="363" y="83"/>
                  <a:pt x="363" y="84"/>
                  <a:pt x="363" y="85"/>
                </a:cubicBezTo>
                <a:cubicBezTo>
                  <a:pt x="358" y="84"/>
                  <a:pt x="353" y="83"/>
                  <a:pt x="349" y="81"/>
                </a:cubicBezTo>
                <a:cubicBezTo>
                  <a:pt x="349" y="75"/>
                  <a:pt x="349" y="68"/>
                  <a:pt x="349" y="61"/>
                </a:cubicBezTo>
                <a:cubicBezTo>
                  <a:pt x="340" y="68"/>
                  <a:pt x="344" y="77"/>
                  <a:pt x="337" y="82"/>
                </a:cubicBezTo>
                <a:cubicBezTo>
                  <a:pt x="333" y="85"/>
                  <a:pt x="328" y="85"/>
                  <a:pt x="321" y="85"/>
                </a:cubicBezTo>
                <a:cubicBezTo>
                  <a:pt x="302" y="85"/>
                  <a:pt x="302" y="80"/>
                  <a:pt x="302" y="62"/>
                </a:cubicBezTo>
                <a:cubicBezTo>
                  <a:pt x="300" y="62"/>
                  <a:pt x="299" y="61"/>
                  <a:pt x="297" y="61"/>
                </a:cubicBezTo>
                <a:close/>
                <a:moveTo>
                  <a:pt x="347" y="20"/>
                </a:moveTo>
                <a:cubicBezTo>
                  <a:pt x="345" y="24"/>
                  <a:pt x="343" y="28"/>
                  <a:pt x="341" y="32"/>
                </a:cubicBezTo>
                <a:cubicBezTo>
                  <a:pt x="338" y="33"/>
                  <a:pt x="332" y="28"/>
                  <a:pt x="329" y="27"/>
                </a:cubicBezTo>
                <a:cubicBezTo>
                  <a:pt x="325" y="30"/>
                  <a:pt x="321" y="39"/>
                  <a:pt x="320" y="44"/>
                </a:cubicBezTo>
                <a:cubicBezTo>
                  <a:pt x="325" y="46"/>
                  <a:pt x="329" y="49"/>
                  <a:pt x="334" y="51"/>
                </a:cubicBezTo>
                <a:cubicBezTo>
                  <a:pt x="336" y="47"/>
                  <a:pt x="339" y="43"/>
                  <a:pt x="341" y="39"/>
                </a:cubicBezTo>
                <a:cubicBezTo>
                  <a:pt x="345" y="39"/>
                  <a:pt x="349" y="43"/>
                  <a:pt x="353" y="45"/>
                </a:cubicBezTo>
                <a:cubicBezTo>
                  <a:pt x="356" y="40"/>
                  <a:pt x="359" y="34"/>
                  <a:pt x="363" y="29"/>
                </a:cubicBezTo>
                <a:cubicBezTo>
                  <a:pt x="357" y="26"/>
                  <a:pt x="352" y="23"/>
                  <a:pt x="347" y="20"/>
                </a:cubicBezTo>
                <a:close/>
                <a:moveTo>
                  <a:pt x="107" y="107"/>
                </a:moveTo>
                <a:cubicBezTo>
                  <a:pt x="107" y="91"/>
                  <a:pt x="109" y="72"/>
                  <a:pt x="104" y="60"/>
                </a:cubicBezTo>
                <a:cubicBezTo>
                  <a:pt x="102" y="57"/>
                  <a:pt x="100" y="53"/>
                  <a:pt x="97" y="50"/>
                </a:cubicBezTo>
                <a:cubicBezTo>
                  <a:pt x="97" y="49"/>
                  <a:pt x="97" y="49"/>
                  <a:pt x="96" y="49"/>
                </a:cubicBezTo>
                <a:cubicBezTo>
                  <a:pt x="94" y="55"/>
                  <a:pt x="92" y="62"/>
                  <a:pt x="90" y="68"/>
                </a:cubicBezTo>
                <a:cubicBezTo>
                  <a:pt x="93" y="73"/>
                  <a:pt x="98" y="77"/>
                  <a:pt x="99" y="85"/>
                </a:cubicBezTo>
                <a:cubicBezTo>
                  <a:pt x="85" y="85"/>
                  <a:pt x="70" y="85"/>
                  <a:pt x="56" y="85"/>
                </a:cubicBezTo>
                <a:cubicBezTo>
                  <a:pt x="47" y="82"/>
                  <a:pt x="43" y="72"/>
                  <a:pt x="35" y="68"/>
                </a:cubicBezTo>
                <a:cubicBezTo>
                  <a:pt x="20" y="68"/>
                  <a:pt x="2" y="104"/>
                  <a:pt x="0" y="118"/>
                </a:cubicBezTo>
                <a:cubicBezTo>
                  <a:pt x="1" y="119"/>
                  <a:pt x="3" y="119"/>
                  <a:pt x="4" y="120"/>
                </a:cubicBezTo>
                <a:cubicBezTo>
                  <a:pt x="10" y="112"/>
                  <a:pt x="17" y="87"/>
                  <a:pt x="31" y="90"/>
                </a:cubicBezTo>
                <a:cubicBezTo>
                  <a:pt x="39" y="94"/>
                  <a:pt x="42" y="104"/>
                  <a:pt x="51" y="107"/>
                </a:cubicBezTo>
                <a:cubicBezTo>
                  <a:pt x="70" y="107"/>
                  <a:pt x="89" y="107"/>
                  <a:pt x="107" y="107"/>
                </a:cubicBezTo>
                <a:close/>
                <a:moveTo>
                  <a:pt x="90" y="114"/>
                </a:moveTo>
                <a:cubicBezTo>
                  <a:pt x="88" y="119"/>
                  <a:pt x="86" y="123"/>
                  <a:pt x="84" y="127"/>
                </a:cubicBezTo>
                <a:cubicBezTo>
                  <a:pt x="80" y="125"/>
                  <a:pt x="76" y="123"/>
                  <a:pt x="72" y="122"/>
                </a:cubicBezTo>
                <a:cubicBezTo>
                  <a:pt x="69" y="127"/>
                  <a:pt x="66" y="132"/>
                  <a:pt x="63" y="137"/>
                </a:cubicBezTo>
                <a:cubicBezTo>
                  <a:pt x="68" y="140"/>
                  <a:pt x="73" y="143"/>
                  <a:pt x="78" y="146"/>
                </a:cubicBezTo>
                <a:cubicBezTo>
                  <a:pt x="80" y="141"/>
                  <a:pt x="82" y="137"/>
                  <a:pt x="84" y="132"/>
                </a:cubicBezTo>
                <a:cubicBezTo>
                  <a:pt x="89" y="134"/>
                  <a:pt x="92" y="137"/>
                  <a:pt x="96" y="139"/>
                </a:cubicBezTo>
                <a:cubicBezTo>
                  <a:pt x="100" y="133"/>
                  <a:pt x="103" y="128"/>
                  <a:pt x="106" y="123"/>
                </a:cubicBezTo>
                <a:cubicBezTo>
                  <a:pt x="101" y="120"/>
                  <a:pt x="95" y="117"/>
                  <a:pt x="90" y="114"/>
                </a:cubicBezTo>
                <a:close/>
              </a:path>
            </a:pathLst>
          </a:custGeom>
          <a:solidFill>
            <a:srgbClr val="FF5C39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4364C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31" name="Freeform 249">
            <a:extLst>
              <a:ext uri="{FF2B5EF4-FFF2-40B4-BE49-F238E27FC236}">
                <a16:creationId xmlns:a16="http://schemas.microsoft.com/office/drawing/2014/main" id="{11C1D3B4-93C3-C552-8F72-308F103D88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194833" y="4302119"/>
            <a:ext cx="669171" cy="431557"/>
          </a:xfrm>
          <a:custGeom>
            <a:avLst/>
            <a:gdLst>
              <a:gd name="T0" fmla="*/ 0 w 220"/>
              <a:gd name="T1" fmla="*/ 13 h 142"/>
              <a:gd name="T2" fmla="*/ 22 w 220"/>
              <a:gd name="T3" fmla="*/ 0 h 142"/>
              <a:gd name="T4" fmla="*/ 0 w 220"/>
              <a:gd name="T5" fmla="*/ 23 h 142"/>
              <a:gd name="T6" fmla="*/ 22 w 220"/>
              <a:gd name="T7" fmla="*/ 10 h 142"/>
              <a:gd name="T8" fmla="*/ 8 w 220"/>
              <a:gd name="T9" fmla="*/ 39 h 142"/>
              <a:gd name="T10" fmla="*/ 13 w 220"/>
              <a:gd name="T11" fmla="*/ 110 h 142"/>
              <a:gd name="T12" fmla="*/ 20 w 220"/>
              <a:gd name="T13" fmla="*/ 96 h 142"/>
              <a:gd name="T14" fmla="*/ 14 w 220"/>
              <a:gd name="T15" fmla="*/ 27 h 142"/>
              <a:gd name="T16" fmla="*/ 217 w 220"/>
              <a:gd name="T17" fmla="*/ 80 h 142"/>
              <a:gd name="T18" fmla="*/ 213 w 220"/>
              <a:gd name="T19" fmla="*/ 73 h 142"/>
              <a:gd name="T20" fmla="*/ 213 w 220"/>
              <a:gd name="T21" fmla="*/ 96 h 142"/>
              <a:gd name="T22" fmla="*/ 198 w 220"/>
              <a:gd name="T23" fmla="*/ 78 h 142"/>
              <a:gd name="T24" fmla="*/ 186 w 220"/>
              <a:gd name="T25" fmla="*/ 97 h 142"/>
              <a:gd name="T26" fmla="*/ 167 w 220"/>
              <a:gd name="T27" fmla="*/ 78 h 142"/>
              <a:gd name="T28" fmla="*/ 140 w 220"/>
              <a:gd name="T29" fmla="*/ 86 h 142"/>
              <a:gd name="T30" fmla="*/ 106 w 220"/>
              <a:gd name="T31" fmla="*/ 53 h 142"/>
              <a:gd name="T32" fmla="*/ 139 w 220"/>
              <a:gd name="T33" fmla="*/ 28 h 142"/>
              <a:gd name="T34" fmla="*/ 108 w 220"/>
              <a:gd name="T35" fmla="*/ 74 h 142"/>
              <a:gd name="T36" fmla="*/ 138 w 220"/>
              <a:gd name="T37" fmla="*/ 95 h 142"/>
              <a:gd name="T38" fmla="*/ 92 w 220"/>
              <a:gd name="T39" fmla="*/ 97 h 142"/>
              <a:gd name="T40" fmla="*/ 81 w 220"/>
              <a:gd name="T41" fmla="*/ 69 h 142"/>
              <a:gd name="T42" fmla="*/ 87 w 220"/>
              <a:gd name="T43" fmla="*/ 104 h 142"/>
              <a:gd name="T44" fmla="*/ 31 w 220"/>
              <a:gd name="T45" fmla="*/ 132 h 142"/>
              <a:gd name="T46" fmla="*/ 63 w 220"/>
              <a:gd name="T47" fmla="*/ 140 h 142"/>
              <a:gd name="T48" fmla="*/ 168 w 220"/>
              <a:gd name="T49" fmla="*/ 104 h 142"/>
              <a:gd name="T50" fmla="*/ 218 w 220"/>
              <a:gd name="T51" fmla="*/ 108 h 142"/>
              <a:gd name="T52" fmla="*/ 184 w 220"/>
              <a:gd name="T53" fmla="*/ 40 h 142"/>
              <a:gd name="T54" fmla="*/ 199 w 220"/>
              <a:gd name="T55" fmla="*/ 36 h 142"/>
              <a:gd name="T56" fmla="*/ 201 w 220"/>
              <a:gd name="T57" fmla="*/ 42 h 142"/>
              <a:gd name="T58" fmla="*/ 207 w 220"/>
              <a:gd name="T59" fmla="*/ 57 h 142"/>
              <a:gd name="T60" fmla="*/ 201 w 220"/>
              <a:gd name="T61" fmla="*/ 42 h 142"/>
              <a:gd name="T62" fmla="*/ 181 w 220"/>
              <a:gd name="T63" fmla="*/ 58 h 142"/>
              <a:gd name="T64" fmla="*/ 197 w 220"/>
              <a:gd name="T65" fmla="*/ 53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20" h="142">
                <a:moveTo>
                  <a:pt x="22" y="0"/>
                </a:moveTo>
                <a:cubicBezTo>
                  <a:pt x="15" y="4"/>
                  <a:pt x="2" y="4"/>
                  <a:pt x="0" y="13"/>
                </a:cubicBezTo>
                <a:cubicBezTo>
                  <a:pt x="8" y="11"/>
                  <a:pt x="18" y="7"/>
                  <a:pt x="23" y="2"/>
                </a:cubicBezTo>
                <a:cubicBezTo>
                  <a:pt x="22" y="0"/>
                  <a:pt x="23" y="1"/>
                  <a:pt x="22" y="0"/>
                </a:cubicBezTo>
                <a:close/>
                <a:moveTo>
                  <a:pt x="22" y="10"/>
                </a:moveTo>
                <a:cubicBezTo>
                  <a:pt x="15" y="14"/>
                  <a:pt x="2" y="14"/>
                  <a:pt x="0" y="23"/>
                </a:cubicBezTo>
                <a:cubicBezTo>
                  <a:pt x="6" y="22"/>
                  <a:pt x="19" y="18"/>
                  <a:pt x="22" y="13"/>
                </a:cubicBezTo>
                <a:cubicBezTo>
                  <a:pt x="23" y="12"/>
                  <a:pt x="23" y="11"/>
                  <a:pt x="22" y="10"/>
                </a:cubicBezTo>
                <a:close/>
                <a:moveTo>
                  <a:pt x="14" y="27"/>
                </a:moveTo>
                <a:cubicBezTo>
                  <a:pt x="11" y="31"/>
                  <a:pt x="10" y="35"/>
                  <a:pt x="8" y="39"/>
                </a:cubicBezTo>
                <a:cubicBezTo>
                  <a:pt x="9" y="46"/>
                  <a:pt x="9" y="54"/>
                  <a:pt x="10" y="61"/>
                </a:cubicBezTo>
                <a:cubicBezTo>
                  <a:pt x="13" y="77"/>
                  <a:pt x="14" y="93"/>
                  <a:pt x="13" y="110"/>
                </a:cubicBezTo>
                <a:cubicBezTo>
                  <a:pt x="13" y="110"/>
                  <a:pt x="14" y="110"/>
                  <a:pt x="14" y="110"/>
                </a:cubicBezTo>
                <a:cubicBezTo>
                  <a:pt x="16" y="105"/>
                  <a:pt x="19" y="102"/>
                  <a:pt x="20" y="96"/>
                </a:cubicBezTo>
                <a:cubicBezTo>
                  <a:pt x="23" y="83"/>
                  <a:pt x="18" y="58"/>
                  <a:pt x="16" y="46"/>
                </a:cubicBezTo>
                <a:cubicBezTo>
                  <a:pt x="15" y="40"/>
                  <a:pt x="14" y="34"/>
                  <a:pt x="14" y="27"/>
                </a:cubicBezTo>
                <a:close/>
                <a:moveTo>
                  <a:pt x="218" y="108"/>
                </a:moveTo>
                <a:cubicBezTo>
                  <a:pt x="218" y="99"/>
                  <a:pt x="220" y="87"/>
                  <a:pt x="217" y="80"/>
                </a:cubicBezTo>
                <a:cubicBezTo>
                  <a:pt x="216" y="78"/>
                  <a:pt x="215" y="76"/>
                  <a:pt x="213" y="73"/>
                </a:cubicBezTo>
                <a:cubicBezTo>
                  <a:pt x="213" y="73"/>
                  <a:pt x="213" y="73"/>
                  <a:pt x="213" y="73"/>
                </a:cubicBezTo>
                <a:cubicBezTo>
                  <a:pt x="212" y="76"/>
                  <a:pt x="210" y="78"/>
                  <a:pt x="209" y="81"/>
                </a:cubicBezTo>
                <a:cubicBezTo>
                  <a:pt x="211" y="83"/>
                  <a:pt x="219" y="93"/>
                  <a:pt x="213" y="96"/>
                </a:cubicBezTo>
                <a:cubicBezTo>
                  <a:pt x="202" y="101"/>
                  <a:pt x="202" y="84"/>
                  <a:pt x="199" y="78"/>
                </a:cubicBezTo>
                <a:cubicBezTo>
                  <a:pt x="199" y="78"/>
                  <a:pt x="199" y="78"/>
                  <a:pt x="198" y="78"/>
                </a:cubicBezTo>
                <a:cubicBezTo>
                  <a:pt x="197" y="82"/>
                  <a:pt x="198" y="93"/>
                  <a:pt x="195" y="95"/>
                </a:cubicBezTo>
                <a:cubicBezTo>
                  <a:pt x="193" y="97"/>
                  <a:pt x="189" y="97"/>
                  <a:pt x="186" y="97"/>
                </a:cubicBezTo>
                <a:cubicBezTo>
                  <a:pt x="174" y="97"/>
                  <a:pt x="169" y="88"/>
                  <a:pt x="168" y="78"/>
                </a:cubicBezTo>
                <a:cubicBezTo>
                  <a:pt x="167" y="78"/>
                  <a:pt x="167" y="78"/>
                  <a:pt x="167" y="78"/>
                </a:cubicBezTo>
                <a:cubicBezTo>
                  <a:pt x="161" y="93"/>
                  <a:pt x="171" y="97"/>
                  <a:pt x="146" y="97"/>
                </a:cubicBezTo>
                <a:cubicBezTo>
                  <a:pt x="144" y="93"/>
                  <a:pt x="142" y="90"/>
                  <a:pt x="140" y="86"/>
                </a:cubicBezTo>
                <a:cubicBezTo>
                  <a:pt x="134" y="78"/>
                  <a:pt x="127" y="71"/>
                  <a:pt x="119" y="65"/>
                </a:cubicBezTo>
                <a:cubicBezTo>
                  <a:pt x="115" y="62"/>
                  <a:pt x="107" y="58"/>
                  <a:pt x="106" y="53"/>
                </a:cubicBezTo>
                <a:cubicBezTo>
                  <a:pt x="110" y="47"/>
                  <a:pt x="131" y="41"/>
                  <a:pt x="139" y="39"/>
                </a:cubicBezTo>
                <a:cubicBezTo>
                  <a:pt x="139" y="35"/>
                  <a:pt x="139" y="32"/>
                  <a:pt x="139" y="28"/>
                </a:cubicBezTo>
                <a:cubicBezTo>
                  <a:pt x="120" y="33"/>
                  <a:pt x="97" y="40"/>
                  <a:pt x="98" y="65"/>
                </a:cubicBezTo>
                <a:cubicBezTo>
                  <a:pt x="100" y="68"/>
                  <a:pt x="104" y="72"/>
                  <a:pt x="108" y="74"/>
                </a:cubicBezTo>
                <a:cubicBezTo>
                  <a:pt x="110" y="75"/>
                  <a:pt x="110" y="75"/>
                  <a:pt x="111" y="73"/>
                </a:cubicBezTo>
                <a:cubicBezTo>
                  <a:pt x="123" y="77"/>
                  <a:pt x="129" y="88"/>
                  <a:pt x="138" y="95"/>
                </a:cubicBezTo>
                <a:cubicBezTo>
                  <a:pt x="138" y="96"/>
                  <a:pt x="138" y="96"/>
                  <a:pt x="138" y="97"/>
                </a:cubicBezTo>
                <a:cubicBezTo>
                  <a:pt x="123" y="97"/>
                  <a:pt x="107" y="97"/>
                  <a:pt x="92" y="97"/>
                </a:cubicBezTo>
                <a:cubicBezTo>
                  <a:pt x="92" y="83"/>
                  <a:pt x="88" y="79"/>
                  <a:pt x="84" y="71"/>
                </a:cubicBezTo>
                <a:cubicBezTo>
                  <a:pt x="83" y="71"/>
                  <a:pt x="82" y="70"/>
                  <a:pt x="81" y="69"/>
                </a:cubicBezTo>
                <a:cubicBezTo>
                  <a:pt x="80" y="73"/>
                  <a:pt x="79" y="76"/>
                  <a:pt x="77" y="80"/>
                </a:cubicBezTo>
                <a:cubicBezTo>
                  <a:pt x="81" y="85"/>
                  <a:pt x="90" y="93"/>
                  <a:pt x="87" y="104"/>
                </a:cubicBezTo>
                <a:cubicBezTo>
                  <a:pt x="83" y="123"/>
                  <a:pt x="56" y="138"/>
                  <a:pt x="32" y="129"/>
                </a:cubicBezTo>
                <a:cubicBezTo>
                  <a:pt x="31" y="130"/>
                  <a:pt x="31" y="131"/>
                  <a:pt x="31" y="132"/>
                </a:cubicBezTo>
                <a:cubicBezTo>
                  <a:pt x="35" y="133"/>
                  <a:pt x="38" y="135"/>
                  <a:pt x="42" y="136"/>
                </a:cubicBezTo>
                <a:cubicBezTo>
                  <a:pt x="47" y="138"/>
                  <a:pt x="55" y="142"/>
                  <a:pt x="63" y="140"/>
                </a:cubicBezTo>
                <a:cubicBezTo>
                  <a:pt x="74" y="138"/>
                  <a:pt x="92" y="122"/>
                  <a:pt x="92" y="108"/>
                </a:cubicBezTo>
                <a:cubicBezTo>
                  <a:pt x="113" y="108"/>
                  <a:pt x="156" y="112"/>
                  <a:pt x="168" y="104"/>
                </a:cubicBezTo>
                <a:cubicBezTo>
                  <a:pt x="176" y="108"/>
                  <a:pt x="194" y="111"/>
                  <a:pt x="200" y="104"/>
                </a:cubicBezTo>
                <a:cubicBezTo>
                  <a:pt x="203" y="108"/>
                  <a:pt x="211" y="108"/>
                  <a:pt x="218" y="108"/>
                </a:cubicBezTo>
                <a:close/>
                <a:moveTo>
                  <a:pt x="188" y="31"/>
                </a:moveTo>
                <a:cubicBezTo>
                  <a:pt x="187" y="34"/>
                  <a:pt x="185" y="37"/>
                  <a:pt x="184" y="40"/>
                </a:cubicBezTo>
                <a:cubicBezTo>
                  <a:pt x="187" y="42"/>
                  <a:pt x="191" y="44"/>
                  <a:pt x="194" y="46"/>
                </a:cubicBezTo>
                <a:cubicBezTo>
                  <a:pt x="196" y="42"/>
                  <a:pt x="198" y="39"/>
                  <a:pt x="199" y="36"/>
                </a:cubicBezTo>
                <a:cubicBezTo>
                  <a:pt x="195" y="34"/>
                  <a:pt x="192" y="32"/>
                  <a:pt x="188" y="31"/>
                </a:cubicBezTo>
                <a:close/>
                <a:moveTo>
                  <a:pt x="201" y="42"/>
                </a:moveTo>
                <a:cubicBezTo>
                  <a:pt x="199" y="45"/>
                  <a:pt x="198" y="48"/>
                  <a:pt x="196" y="51"/>
                </a:cubicBezTo>
                <a:cubicBezTo>
                  <a:pt x="200" y="53"/>
                  <a:pt x="203" y="55"/>
                  <a:pt x="207" y="57"/>
                </a:cubicBezTo>
                <a:cubicBezTo>
                  <a:pt x="208" y="54"/>
                  <a:pt x="210" y="51"/>
                  <a:pt x="212" y="47"/>
                </a:cubicBezTo>
                <a:cubicBezTo>
                  <a:pt x="208" y="46"/>
                  <a:pt x="204" y="44"/>
                  <a:pt x="201" y="42"/>
                </a:cubicBezTo>
                <a:close/>
                <a:moveTo>
                  <a:pt x="186" y="48"/>
                </a:moveTo>
                <a:cubicBezTo>
                  <a:pt x="184" y="52"/>
                  <a:pt x="183" y="55"/>
                  <a:pt x="181" y="58"/>
                </a:cubicBezTo>
                <a:cubicBezTo>
                  <a:pt x="185" y="60"/>
                  <a:pt x="188" y="62"/>
                  <a:pt x="192" y="63"/>
                </a:cubicBezTo>
                <a:cubicBezTo>
                  <a:pt x="193" y="60"/>
                  <a:pt x="195" y="57"/>
                  <a:pt x="197" y="53"/>
                </a:cubicBezTo>
                <a:cubicBezTo>
                  <a:pt x="193" y="52"/>
                  <a:pt x="189" y="50"/>
                  <a:pt x="186" y="48"/>
                </a:cubicBezTo>
                <a:close/>
              </a:path>
            </a:pathLst>
          </a:custGeom>
          <a:solidFill>
            <a:srgbClr val="00BCF2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32" name="Freeform 250">
            <a:extLst>
              <a:ext uri="{FF2B5EF4-FFF2-40B4-BE49-F238E27FC236}">
                <a16:creationId xmlns:a16="http://schemas.microsoft.com/office/drawing/2014/main" id="{4B6F001D-D0BA-ECF0-5AE4-27525AC88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286327" y="4213039"/>
            <a:ext cx="883665" cy="288989"/>
          </a:xfrm>
          <a:custGeom>
            <a:avLst/>
            <a:gdLst>
              <a:gd name="T0" fmla="*/ 42 w 291"/>
              <a:gd name="T1" fmla="*/ 54 h 95"/>
              <a:gd name="T2" fmla="*/ 80 w 291"/>
              <a:gd name="T3" fmla="*/ 59 h 95"/>
              <a:gd name="T4" fmla="*/ 41 w 291"/>
              <a:gd name="T5" fmla="*/ 82 h 95"/>
              <a:gd name="T6" fmla="*/ 6 w 291"/>
              <a:gd name="T7" fmla="*/ 72 h 95"/>
              <a:gd name="T8" fmla="*/ 31 w 291"/>
              <a:gd name="T9" fmla="*/ 20 h 95"/>
              <a:gd name="T10" fmla="*/ 30 w 291"/>
              <a:gd name="T11" fmla="*/ 21 h 95"/>
              <a:gd name="T12" fmla="*/ 28 w 291"/>
              <a:gd name="T13" fmla="*/ 16 h 95"/>
              <a:gd name="T14" fmla="*/ 38 w 291"/>
              <a:gd name="T15" fmla="*/ 15 h 95"/>
              <a:gd name="T16" fmla="*/ 76 w 291"/>
              <a:gd name="T17" fmla="*/ 19 h 95"/>
              <a:gd name="T18" fmla="*/ 37 w 291"/>
              <a:gd name="T19" fmla="*/ 40 h 95"/>
              <a:gd name="T20" fmla="*/ 34 w 291"/>
              <a:gd name="T21" fmla="*/ 62 h 95"/>
              <a:gd name="T22" fmla="*/ 32 w 291"/>
              <a:gd name="T23" fmla="*/ 63 h 95"/>
              <a:gd name="T24" fmla="*/ 106 w 291"/>
              <a:gd name="T25" fmla="*/ 3 h 95"/>
              <a:gd name="T26" fmla="*/ 125 w 291"/>
              <a:gd name="T27" fmla="*/ 14 h 95"/>
              <a:gd name="T28" fmla="*/ 96 w 291"/>
              <a:gd name="T29" fmla="*/ 18 h 95"/>
              <a:gd name="T30" fmla="*/ 100 w 291"/>
              <a:gd name="T31" fmla="*/ 31 h 95"/>
              <a:gd name="T32" fmla="*/ 111 w 291"/>
              <a:gd name="T33" fmla="*/ 34 h 95"/>
              <a:gd name="T34" fmla="*/ 101 w 291"/>
              <a:gd name="T35" fmla="*/ 46 h 95"/>
              <a:gd name="T36" fmla="*/ 112 w 291"/>
              <a:gd name="T37" fmla="*/ 49 h 95"/>
              <a:gd name="T38" fmla="*/ 127 w 291"/>
              <a:gd name="T39" fmla="*/ 61 h 95"/>
              <a:gd name="T40" fmla="*/ 102 w 291"/>
              <a:gd name="T41" fmla="*/ 57 h 95"/>
              <a:gd name="T42" fmla="*/ 107 w 291"/>
              <a:gd name="T43" fmla="*/ 82 h 95"/>
              <a:gd name="T44" fmla="*/ 125 w 291"/>
              <a:gd name="T45" fmla="*/ 64 h 95"/>
              <a:gd name="T46" fmla="*/ 107 w 291"/>
              <a:gd name="T47" fmla="*/ 63 h 95"/>
              <a:gd name="T48" fmla="*/ 160 w 291"/>
              <a:gd name="T49" fmla="*/ 16 h 95"/>
              <a:gd name="T50" fmla="*/ 147 w 291"/>
              <a:gd name="T51" fmla="*/ 9 h 95"/>
              <a:gd name="T52" fmla="*/ 138 w 291"/>
              <a:gd name="T53" fmla="*/ 16 h 95"/>
              <a:gd name="T54" fmla="*/ 130 w 291"/>
              <a:gd name="T55" fmla="*/ 59 h 95"/>
              <a:gd name="T56" fmla="*/ 121 w 291"/>
              <a:gd name="T57" fmla="*/ 92 h 95"/>
              <a:gd name="T58" fmla="*/ 141 w 291"/>
              <a:gd name="T59" fmla="*/ 85 h 95"/>
              <a:gd name="T60" fmla="*/ 157 w 291"/>
              <a:gd name="T61" fmla="*/ 19 h 95"/>
              <a:gd name="T62" fmla="*/ 138 w 291"/>
              <a:gd name="T63" fmla="*/ 29 h 95"/>
              <a:gd name="T64" fmla="*/ 138 w 291"/>
              <a:gd name="T65" fmla="*/ 42 h 95"/>
              <a:gd name="T66" fmla="*/ 138 w 291"/>
              <a:gd name="T67" fmla="*/ 44 h 95"/>
              <a:gd name="T68" fmla="*/ 181 w 291"/>
              <a:gd name="T69" fmla="*/ 29 h 95"/>
              <a:gd name="T70" fmla="*/ 181 w 291"/>
              <a:gd name="T71" fmla="*/ 85 h 95"/>
              <a:gd name="T72" fmla="*/ 174 w 291"/>
              <a:gd name="T73" fmla="*/ 85 h 95"/>
              <a:gd name="T74" fmla="*/ 162 w 291"/>
              <a:gd name="T75" fmla="*/ 33 h 95"/>
              <a:gd name="T76" fmla="*/ 184 w 291"/>
              <a:gd name="T77" fmla="*/ 6 h 95"/>
              <a:gd name="T78" fmla="*/ 161 w 291"/>
              <a:gd name="T79" fmla="*/ 41 h 95"/>
              <a:gd name="T80" fmla="*/ 167 w 291"/>
              <a:gd name="T81" fmla="*/ 56 h 95"/>
              <a:gd name="T82" fmla="*/ 232 w 291"/>
              <a:gd name="T83" fmla="*/ 15 h 95"/>
              <a:gd name="T84" fmla="*/ 201 w 291"/>
              <a:gd name="T85" fmla="*/ 10 h 95"/>
              <a:gd name="T86" fmla="*/ 206 w 291"/>
              <a:gd name="T87" fmla="*/ 72 h 95"/>
              <a:gd name="T88" fmla="*/ 228 w 291"/>
              <a:gd name="T89" fmla="*/ 17 h 95"/>
              <a:gd name="T90" fmla="*/ 223 w 291"/>
              <a:gd name="T91" fmla="*/ 41 h 95"/>
              <a:gd name="T92" fmla="*/ 206 w 291"/>
              <a:gd name="T93" fmla="*/ 44 h 95"/>
              <a:gd name="T94" fmla="*/ 282 w 291"/>
              <a:gd name="T95" fmla="*/ 26 h 95"/>
              <a:gd name="T96" fmla="*/ 291 w 291"/>
              <a:gd name="T97" fmla="*/ 12 h 95"/>
              <a:gd name="T98" fmla="*/ 233 w 291"/>
              <a:gd name="T99" fmla="*/ 12 h 95"/>
              <a:gd name="T100" fmla="*/ 240 w 291"/>
              <a:gd name="T101" fmla="*/ 30 h 95"/>
              <a:gd name="T102" fmla="*/ 240 w 291"/>
              <a:gd name="T103" fmla="*/ 90 h 95"/>
              <a:gd name="T104" fmla="*/ 285 w 291"/>
              <a:gd name="T105" fmla="*/ 89 h 95"/>
              <a:gd name="T106" fmla="*/ 255 w 291"/>
              <a:gd name="T107" fmla="*/ 12 h 95"/>
              <a:gd name="T108" fmla="*/ 255 w 291"/>
              <a:gd name="T109" fmla="*/ 12 h 95"/>
              <a:gd name="T110" fmla="*/ 240 w 291"/>
              <a:gd name="T111" fmla="*/ 69 h 95"/>
              <a:gd name="T112" fmla="*/ 252 w 291"/>
              <a:gd name="T113" fmla="*/ 55 h 95"/>
              <a:gd name="T114" fmla="*/ 269 w 291"/>
              <a:gd name="T115" fmla="*/ 64 h 95"/>
              <a:gd name="T116" fmla="*/ 271 w 291"/>
              <a:gd name="T117" fmla="*/ 59 h 95"/>
              <a:gd name="T118" fmla="*/ 279 w 291"/>
              <a:gd name="T119" fmla="*/ 81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91" h="95">
                <a:moveTo>
                  <a:pt x="46" y="41"/>
                </a:moveTo>
                <a:cubicBezTo>
                  <a:pt x="53" y="48"/>
                  <a:pt x="53" y="48"/>
                  <a:pt x="53" y="48"/>
                </a:cubicBezTo>
                <a:cubicBezTo>
                  <a:pt x="49" y="49"/>
                  <a:pt x="49" y="49"/>
                  <a:pt x="49" y="49"/>
                </a:cubicBezTo>
                <a:cubicBezTo>
                  <a:pt x="48" y="49"/>
                  <a:pt x="46" y="51"/>
                  <a:pt x="42" y="54"/>
                </a:cubicBezTo>
                <a:cubicBezTo>
                  <a:pt x="74" y="54"/>
                  <a:pt x="74" y="54"/>
                  <a:pt x="74" y="54"/>
                </a:cubicBezTo>
                <a:cubicBezTo>
                  <a:pt x="78" y="50"/>
                  <a:pt x="78" y="50"/>
                  <a:pt x="78" y="50"/>
                </a:cubicBezTo>
                <a:cubicBezTo>
                  <a:pt x="85" y="56"/>
                  <a:pt x="85" y="56"/>
                  <a:pt x="85" y="56"/>
                </a:cubicBezTo>
                <a:cubicBezTo>
                  <a:pt x="80" y="59"/>
                  <a:pt x="80" y="59"/>
                  <a:pt x="80" y="59"/>
                </a:cubicBezTo>
                <a:cubicBezTo>
                  <a:pt x="67" y="73"/>
                  <a:pt x="54" y="82"/>
                  <a:pt x="41" y="86"/>
                </a:cubicBezTo>
                <a:cubicBezTo>
                  <a:pt x="27" y="91"/>
                  <a:pt x="14" y="94"/>
                  <a:pt x="0" y="95"/>
                </a:cubicBezTo>
                <a:cubicBezTo>
                  <a:pt x="0" y="93"/>
                  <a:pt x="0" y="93"/>
                  <a:pt x="0" y="93"/>
                </a:cubicBezTo>
                <a:cubicBezTo>
                  <a:pt x="15" y="91"/>
                  <a:pt x="29" y="87"/>
                  <a:pt x="41" y="82"/>
                </a:cubicBezTo>
                <a:cubicBezTo>
                  <a:pt x="53" y="76"/>
                  <a:pt x="64" y="68"/>
                  <a:pt x="74" y="56"/>
                </a:cubicBezTo>
                <a:cubicBezTo>
                  <a:pt x="41" y="56"/>
                  <a:pt x="41" y="56"/>
                  <a:pt x="41" y="56"/>
                </a:cubicBezTo>
                <a:cubicBezTo>
                  <a:pt x="31" y="63"/>
                  <a:pt x="20" y="69"/>
                  <a:pt x="7" y="74"/>
                </a:cubicBezTo>
                <a:cubicBezTo>
                  <a:pt x="6" y="72"/>
                  <a:pt x="6" y="72"/>
                  <a:pt x="6" y="72"/>
                </a:cubicBezTo>
                <a:cubicBezTo>
                  <a:pt x="15" y="68"/>
                  <a:pt x="22" y="64"/>
                  <a:pt x="28" y="59"/>
                </a:cubicBezTo>
                <a:cubicBezTo>
                  <a:pt x="35" y="54"/>
                  <a:pt x="41" y="48"/>
                  <a:pt x="46" y="41"/>
                </a:cubicBezTo>
                <a:close/>
                <a:moveTo>
                  <a:pt x="36" y="17"/>
                </a:moveTo>
                <a:cubicBezTo>
                  <a:pt x="31" y="20"/>
                  <a:pt x="31" y="20"/>
                  <a:pt x="31" y="20"/>
                </a:cubicBezTo>
                <a:cubicBezTo>
                  <a:pt x="36" y="23"/>
                  <a:pt x="40" y="26"/>
                  <a:pt x="41" y="28"/>
                </a:cubicBezTo>
                <a:cubicBezTo>
                  <a:pt x="42" y="30"/>
                  <a:pt x="42" y="32"/>
                  <a:pt x="40" y="34"/>
                </a:cubicBezTo>
                <a:cubicBezTo>
                  <a:pt x="38" y="37"/>
                  <a:pt x="37" y="36"/>
                  <a:pt x="36" y="33"/>
                </a:cubicBezTo>
                <a:cubicBezTo>
                  <a:pt x="35" y="30"/>
                  <a:pt x="33" y="26"/>
                  <a:pt x="30" y="21"/>
                </a:cubicBezTo>
                <a:cubicBezTo>
                  <a:pt x="26" y="23"/>
                  <a:pt x="22" y="25"/>
                  <a:pt x="18" y="27"/>
                </a:cubicBezTo>
                <a:cubicBezTo>
                  <a:pt x="14" y="29"/>
                  <a:pt x="9" y="32"/>
                  <a:pt x="4" y="34"/>
                </a:cubicBezTo>
                <a:cubicBezTo>
                  <a:pt x="3" y="32"/>
                  <a:pt x="3" y="32"/>
                  <a:pt x="3" y="32"/>
                </a:cubicBezTo>
                <a:cubicBezTo>
                  <a:pt x="14" y="27"/>
                  <a:pt x="22" y="22"/>
                  <a:pt x="28" y="16"/>
                </a:cubicBezTo>
                <a:cubicBezTo>
                  <a:pt x="35" y="10"/>
                  <a:pt x="40" y="5"/>
                  <a:pt x="42" y="1"/>
                </a:cubicBezTo>
                <a:cubicBezTo>
                  <a:pt x="49" y="7"/>
                  <a:pt x="49" y="7"/>
                  <a:pt x="49" y="7"/>
                </a:cubicBezTo>
                <a:cubicBezTo>
                  <a:pt x="45" y="9"/>
                  <a:pt x="45" y="9"/>
                  <a:pt x="45" y="9"/>
                </a:cubicBezTo>
                <a:cubicBezTo>
                  <a:pt x="38" y="15"/>
                  <a:pt x="38" y="15"/>
                  <a:pt x="38" y="15"/>
                </a:cubicBezTo>
                <a:cubicBezTo>
                  <a:pt x="68" y="15"/>
                  <a:pt x="68" y="15"/>
                  <a:pt x="68" y="15"/>
                </a:cubicBezTo>
                <a:cubicBezTo>
                  <a:pt x="73" y="10"/>
                  <a:pt x="73" y="10"/>
                  <a:pt x="73" y="10"/>
                </a:cubicBezTo>
                <a:cubicBezTo>
                  <a:pt x="80" y="18"/>
                  <a:pt x="80" y="18"/>
                  <a:pt x="80" y="18"/>
                </a:cubicBezTo>
                <a:cubicBezTo>
                  <a:pt x="76" y="19"/>
                  <a:pt x="76" y="19"/>
                  <a:pt x="76" y="19"/>
                </a:cubicBezTo>
                <a:cubicBezTo>
                  <a:pt x="68" y="26"/>
                  <a:pt x="58" y="33"/>
                  <a:pt x="47" y="40"/>
                </a:cubicBezTo>
                <a:cubicBezTo>
                  <a:pt x="36" y="46"/>
                  <a:pt x="21" y="50"/>
                  <a:pt x="1" y="53"/>
                </a:cubicBezTo>
                <a:cubicBezTo>
                  <a:pt x="1" y="52"/>
                  <a:pt x="1" y="52"/>
                  <a:pt x="1" y="52"/>
                </a:cubicBezTo>
                <a:cubicBezTo>
                  <a:pt x="14" y="49"/>
                  <a:pt x="26" y="45"/>
                  <a:pt x="37" y="40"/>
                </a:cubicBezTo>
                <a:cubicBezTo>
                  <a:pt x="48" y="35"/>
                  <a:pt x="59" y="28"/>
                  <a:pt x="68" y="17"/>
                </a:cubicBezTo>
                <a:cubicBezTo>
                  <a:pt x="36" y="17"/>
                  <a:pt x="36" y="17"/>
                  <a:pt x="36" y="17"/>
                </a:cubicBezTo>
                <a:cubicBezTo>
                  <a:pt x="36" y="17"/>
                  <a:pt x="36" y="17"/>
                  <a:pt x="36" y="17"/>
                </a:cubicBezTo>
                <a:close/>
                <a:moveTo>
                  <a:pt x="34" y="62"/>
                </a:moveTo>
                <a:cubicBezTo>
                  <a:pt x="39" y="65"/>
                  <a:pt x="41" y="68"/>
                  <a:pt x="43" y="71"/>
                </a:cubicBezTo>
                <a:cubicBezTo>
                  <a:pt x="44" y="73"/>
                  <a:pt x="44" y="76"/>
                  <a:pt x="41" y="78"/>
                </a:cubicBezTo>
                <a:cubicBezTo>
                  <a:pt x="39" y="80"/>
                  <a:pt x="37" y="80"/>
                  <a:pt x="37" y="76"/>
                </a:cubicBezTo>
                <a:cubicBezTo>
                  <a:pt x="36" y="72"/>
                  <a:pt x="35" y="68"/>
                  <a:pt x="32" y="63"/>
                </a:cubicBezTo>
                <a:cubicBezTo>
                  <a:pt x="34" y="62"/>
                  <a:pt x="34" y="62"/>
                  <a:pt x="34" y="62"/>
                </a:cubicBezTo>
                <a:cubicBezTo>
                  <a:pt x="34" y="62"/>
                  <a:pt x="34" y="62"/>
                  <a:pt x="34" y="62"/>
                </a:cubicBezTo>
                <a:close/>
                <a:moveTo>
                  <a:pt x="105" y="4"/>
                </a:moveTo>
                <a:cubicBezTo>
                  <a:pt x="106" y="3"/>
                  <a:pt x="106" y="3"/>
                  <a:pt x="106" y="3"/>
                </a:cubicBezTo>
                <a:cubicBezTo>
                  <a:pt x="112" y="6"/>
                  <a:pt x="116" y="9"/>
                  <a:pt x="117" y="11"/>
                </a:cubicBezTo>
                <a:cubicBezTo>
                  <a:pt x="118" y="13"/>
                  <a:pt x="117" y="16"/>
                  <a:pt x="114" y="18"/>
                </a:cubicBezTo>
                <a:cubicBezTo>
                  <a:pt x="121" y="18"/>
                  <a:pt x="121" y="18"/>
                  <a:pt x="121" y="18"/>
                </a:cubicBezTo>
                <a:cubicBezTo>
                  <a:pt x="125" y="14"/>
                  <a:pt x="125" y="14"/>
                  <a:pt x="125" y="14"/>
                </a:cubicBezTo>
                <a:cubicBezTo>
                  <a:pt x="131" y="20"/>
                  <a:pt x="131" y="20"/>
                  <a:pt x="131" y="20"/>
                </a:cubicBezTo>
                <a:cubicBezTo>
                  <a:pt x="107" y="20"/>
                  <a:pt x="107" y="20"/>
                  <a:pt x="107" y="20"/>
                </a:cubicBezTo>
                <a:cubicBezTo>
                  <a:pt x="105" y="20"/>
                  <a:pt x="103" y="21"/>
                  <a:pt x="99" y="22"/>
                </a:cubicBezTo>
                <a:cubicBezTo>
                  <a:pt x="96" y="18"/>
                  <a:pt x="96" y="18"/>
                  <a:pt x="96" y="18"/>
                </a:cubicBezTo>
                <a:cubicBezTo>
                  <a:pt x="112" y="18"/>
                  <a:pt x="112" y="18"/>
                  <a:pt x="112" y="18"/>
                </a:cubicBezTo>
                <a:cubicBezTo>
                  <a:pt x="112" y="16"/>
                  <a:pt x="112" y="15"/>
                  <a:pt x="111" y="13"/>
                </a:cubicBezTo>
                <a:cubicBezTo>
                  <a:pt x="110" y="10"/>
                  <a:pt x="108" y="8"/>
                  <a:pt x="105" y="4"/>
                </a:cubicBezTo>
                <a:close/>
                <a:moveTo>
                  <a:pt x="100" y="31"/>
                </a:moveTo>
                <a:cubicBezTo>
                  <a:pt x="118" y="31"/>
                  <a:pt x="118" y="31"/>
                  <a:pt x="118" y="31"/>
                </a:cubicBezTo>
                <a:cubicBezTo>
                  <a:pt x="122" y="28"/>
                  <a:pt x="122" y="28"/>
                  <a:pt x="122" y="28"/>
                </a:cubicBezTo>
                <a:cubicBezTo>
                  <a:pt x="128" y="34"/>
                  <a:pt x="128" y="34"/>
                  <a:pt x="128" y="34"/>
                </a:cubicBezTo>
                <a:cubicBezTo>
                  <a:pt x="111" y="34"/>
                  <a:pt x="111" y="34"/>
                  <a:pt x="111" y="34"/>
                </a:cubicBezTo>
                <a:cubicBezTo>
                  <a:pt x="109" y="34"/>
                  <a:pt x="106" y="34"/>
                  <a:pt x="103" y="35"/>
                </a:cubicBezTo>
                <a:cubicBezTo>
                  <a:pt x="100" y="31"/>
                  <a:pt x="100" y="31"/>
                  <a:pt x="100" y="31"/>
                </a:cubicBezTo>
                <a:cubicBezTo>
                  <a:pt x="100" y="31"/>
                  <a:pt x="100" y="31"/>
                  <a:pt x="100" y="31"/>
                </a:cubicBezTo>
                <a:close/>
                <a:moveTo>
                  <a:pt x="101" y="46"/>
                </a:moveTo>
                <a:cubicBezTo>
                  <a:pt x="118" y="46"/>
                  <a:pt x="118" y="46"/>
                  <a:pt x="118" y="46"/>
                </a:cubicBezTo>
                <a:cubicBezTo>
                  <a:pt x="122" y="42"/>
                  <a:pt x="122" y="42"/>
                  <a:pt x="122" y="42"/>
                </a:cubicBezTo>
                <a:cubicBezTo>
                  <a:pt x="128" y="49"/>
                  <a:pt x="128" y="49"/>
                  <a:pt x="128" y="49"/>
                </a:cubicBezTo>
                <a:cubicBezTo>
                  <a:pt x="112" y="49"/>
                  <a:pt x="112" y="49"/>
                  <a:pt x="112" y="49"/>
                </a:cubicBezTo>
                <a:cubicBezTo>
                  <a:pt x="110" y="49"/>
                  <a:pt x="107" y="49"/>
                  <a:pt x="104" y="50"/>
                </a:cubicBezTo>
                <a:cubicBezTo>
                  <a:pt x="101" y="46"/>
                  <a:pt x="101" y="46"/>
                  <a:pt x="101" y="46"/>
                </a:cubicBezTo>
                <a:cubicBezTo>
                  <a:pt x="101" y="46"/>
                  <a:pt x="101" y="46"/>
                  <a:pt x="101" y="46"/>
                </a:cubicBezTo>
                <a:close/>
                <a:moveTo>
                  <a:pt x="127" y="61"/>
                </a:moveTo>
                <a:cubicBezTo>
                  <a:pt x="127" y="61"/>
                  <a:pt x="127" y="61"/>
                  <a:pt x="122" y="56"/>
                </a:cubicBezTo>
                <a:cubicBezTo>
                  <a:pt x="122" y="56"/>
                  <a:pt x="122" y="56"/>
                  <a:pt x="120" y="60"/>
                </a:cubicBezTo>
                <a:cubicBezTo>
                  <a:pt x="120" y="60"/>
                  <a:pt x="120" y="60"/>
                  <a:pt x="108" y="60"/>
                </a:cubicBezTo>
                <a:cubicBezTo>
                  <a:pt x="108" y="60"/>
                  <a:pt x="108" y="60"/>
                  <a:pt x="102" y="57"/>
                </a:cubicBezTo>
                <a:cubicBezTo>
                  <a:pt x="102" y="60"/>
                  <a:pt x="102" y="66"/>
                  <a:pt x="102" y="74"/>
                </a:cubicBezTo>
                <a:cubicBezTo>
                  <a:pt x="102" y="82"/>
                  <a:pt x="102" y="88"/>
                  <a:pt x="102" y="90"/>
                </a:cubicBezTo>
                <a:cubicBezTo>
                  <a:pt x="102" y="90"/>
                  <a:pt x="102" y="90"/>
                  <a:pt x="107" y="88"/>
                </a:cubicBezTo>
                <a:cubicBezTo>
                  <a:pt x="107" y="88"/>
                  <a:pt x="107" y="88"/>
                  <a:pt x="107" y="82"/>
                </a:cubicBezTo>
                <a:cubicBezTo>
                  <a:pt x="107" y="82"/>
                  <a:pt x="107" y="82"/>
                  <a:pt x="120" y="82"/>
                </a:cubicBezTo>
                <a:cubicBezTo>
                  <a:pt x="120" y="82"/>
                  <a:pt x="120" y="82"/>
                  <a:pt x="120" y="87"/>
                </a:cubicBezTo>
                <a:cubicBezTo>
                  <a:pt x="120" y="87"/>
                  <a:pt x="120" y="87"/>
                  <a:pt x="125" y="84"/>
                </a:cubicBezTo>
                <a:cubicBezTo>
                  <a:pt x="125" y="79"/>
                  <a:pt x="125" y="73"/>
                  <a:pt x="125" y="64"/>
                </a:cubicBezTo>
                <a:cubicBezTo>
                  <a:pt x="125" y="64"/>
                  <a:pt x="125" y="64"/>
                  <a:pt x="127" y="61"/>
                </a:cubicBezTo>
                <a:close/>
                <a:moveTo>
                  <a:pt x="120" y="80"/>
                </a:moveTo>
                <a:cubicBezTo>
                  <a:pt x="120" y="80"/>
                  <a:pt x="120" y="80"/>
                  <a:pt x="107" y="80"/>
                </a:cubicBezTo>
                <a:cubicBezTo>
                  <a:pt x="107" y="80"/>
                  <a:pt x="107" y="80"/>
                  <a:pt x="107" y="63"/>
                </a:cubicBezTo>
                <a:cubicBezTo>
                  <a:pt x="120" y="63"/>
                  <a:pt x="120" y="63"/>
                  <a:pt x="120" y="63"/>
                </a:cubicBezTo>
                <a:cubicBezTo>
                  <a:pt x="120" y="63"/>
                  <a:pt x="120" y="63"/>
                  <a:pt x="120" y="80"/>
                </a:cubicBezTo>
                <a:close/>
                <a:moveTo>
                  <a:pt x="157" y="19"/>
                </a:moveTo>
                <a:cubicBezTo>
                  <a:pt x="157" y="19"/>
                  <a:pt x="157" y="19"/>
                  <a:pt x="160" y="16"/>
                </a:cubicBezTo>
                <a:cubicBezTo>
                  <a:pt x="160" y="16"/>
                  <a:pt x="160" y="16"/>
                  <a:pt x="154" y="12"/>
                </a:cubicBezTo>
                <a:cubicBezTo>
                  <a:pt x="154" y="12"/>
                  <a:pt x="154" y="12"/>
                  <a:pt x="152" y="16"/>
                </a:cubicBezTo>
                <a:cubicBezTo>
                  <a:pt x="152" y="16"/>
                  <a:pt x="152" y="16"/>
                  <a:pt x="143" y="16"/>
                </a:cubicBezTo>
                <a:cubicBezTo>
                  <a:pt x="144" y="13"/>
                  <a:pt x="146" y="11"/>
                  <a:pt x="147" y="9"/>
                </a:cubicBezTo>
                <a:cubicBezTo>
                  <a:pt x="149" y="6"/>
                  <a:pt x="150" y="5"/>
                  <a:pt x="151" y="4"/>
                </a:cubicBezTo>
                <a:cubicBezTo>
                  <a:pt x="151" y="4"/>
                  <a:pt x="151" y="4"/>
                  <a:pt x="144" y="0"/>
                </a:cubicBezTo>
                <a:cubicBezTo>
                  <a:pt x="144" y="4"/>
                  <a:pt x="143" y="9"/>
                  <a:pt x="141" y="16"/>
                </a:cubicBezTo>
                <a:cubicBezTo>
                  <a:pt x="141" y="16"/>
                  <a:pt x="141" y="16"/>
                  <a:pt x="138" y="16"/>
                </a:cubicBezTo>
                <a:cubicBezTo>
                  <a:pt x="138" y="16"/>
                  <a:pt x="138" y="16"/>
                  <a:pt x="133" y="13"/>
                </a:cubicBezTo>
                <a:cubicBezTo>
                  <a:pt x="133" y="13"/>
                  <a:pt x="133" y="13"/>
                  <a:pt x="133" y="55"/>
                </a:cubicBezTo>
                <a:cubicBezTo>
                  <a:pt x="126" y="55"/>
                  <a:pt x="126" y="55"/>
                  <a:pt x="126" y="55"/>
                </a:cubicBezTo>
                <a:cubicBezTo>
                  <a:pt x="126" y="55"/>
                  <a:pt x="126" y="55"/>
                  <a:pt x="130" y="59"/>
                </a:cubicBezTo>
                <a:cubicBezTo>
                  <a:pt x="133" y="58"/>
                  <a:pt x="135" y="58"/>
                  <a:pt x="137" y="58"/>
                </a:cubicBezTo>
                <a:cubicBezTo>
                  <a:pt x="137" y="58"/>
                  <a:pt x="137" y="58"/>
                  <a:pt x="147" y="58"/>
                </a:cubicBezTo>
                <a:cubicBezTo>
                  <a:pt x="141" y="71"/>
                  <a:pt x="132" y="82"/>
                  <a:pt x="120" y="91"/>
                </a:cubicBezTo>
                <a:cubicBezTo>
                  <a:pt x="120" y="91"/>
                  <a:pt x="120" y="91"/>
                  <a:pt x="121" y="92"/>
                </a:cubicBezTo>
                <a:cubicBezTo>
                  <a:pt x="135" y="85"/>
                  <a:pt x="145" y="74"/>
                  <a:pt x="153" y="58"/>
                </a:cubicBezTo>
                <a:cubicBezTo>
                  <a:pt x="153" y="58"/>
                  <a:pt x="153" y="58"/>
                  <a:pt x="153" y="82"/>
                </a:cubicBezTo>
                <a:cubicBezTo>
                  <a:pt x="153" y="84"/>
                  <a:pt x="152" y="85"/>
                  <a:pt x="150" y="85"/>
                </a:cubicBezTo>
                <a:cubicBezTo>
                  <a:pt x="148" y="85"/>
                  <a:pt x="146" y="85"/>
                  <a:pt x="141" y="85"/>
                </a:cubicBezTo>
                <a:cubicBezTo>
                  <a:pt x="141" y="85"/>
                  <a:pt x="141" y="85"/>
                  <a:pt x="141" y="86"/>
                </a:cubicBezTo>
                <a:cubicBezTo>
                  <a:pt x="146" y="88"/>
                  <a:pt x="150" y="90"/>
                  <a:pt x="150" y="94"/>
                </a:cubicBezTo>
                <a:cubicBezTo>
                  <a:pt x="155" y="92"/>
                  <a:pt x="158" y="89"/>
                  <a:pt x="157" y="85"/>
                </a:cubicBezTo>
                <a:cubicBezTo>
                  <a:pt x="157" y="85"/>
                  <a:pt x="157" y="85"/>
                  <a:pt x="157" y="19"/>
                </a:cubicBezTo>
                <a:close/>
                <a:moveTo>
                  <a:pt x="138" y="18"/>
                </a:moveTo>
                <a:cubicBezTo>
                  <a:pt x="153" y="18"/>
                  <a:pt x="153" y="18"/>
                  <a:pt x="153" y="18"/>
                </a:cubicBezTo>
                <a:cubicBezTo>
                  <a:pt x="153" y="18"/>
                  <a:pt x="153" y="18"/>
                  <a:pt x="153" y="29"/>
                </a:cubicBezTo>
                <a:cubicBezTo>
                  <a:pt x="153" y="29"/>
                  <a:pt x="153" y="29"/>
                  <a:pt x="138" y="29"/>
                </a:cubicBezTo>
                <a:cubicBezTo>
                  <a:pt x="138" y="29"/>
                  <a:pt x="138" y="29"/>
                  <a:pt x="138" y="18"/>
                </a:cubicBezTo>
                <a:close/>
                <a:moveTo>
                  <a:pt x="153" y="31"/>
                </a:moveTo>
                <a:cubicBezTo>
                  <a:pt x="153" y="31"/>
                  <a:pt x="153" y="31"/>
                  <a:pt x="153" y="42"/>
                </a:cubicBezTo>
                <a:cubicBezTo>
                  <a:pt x="153" y="42"/>
                  <a:pt x="153" y="42"/>
                  <a:pt x="138" y="42"/>
                </a:cubicBezTo>
                <a:cubicBezTo>
                  <a:pt x="138" y="42"/>
                  <a:pt x="138" y="42"/>
                  <a:pt x="138" y="31"/>
                </a:cubicBezTo>
                <a:lnTo>
                  <a:pt x="153" y="31"/>
                </a:lnTo>
                <a:close/>
                <a:moveTo>
                  <a:pt x="138" y="55"/>
                </a:moveTo>
                <a:cubicBezTo>
                  <a:pt x="138" y="55"/>
                  <a:pt x="138" y="55"/>
                  <a:pt x="138" y="44"/>
                </a:cubicBezTo>
                <a:cubicBezTo>
                  <a:pt x="153" y="44"/>
                  <a:pt x="153" y="44"/>
                  <a:pt x="153" y="44"/>
                </a:cubicBezTo>
                <a:cubicBezTo>
                  <a:pt x="153" y="44"/>
                  <a:pt x="153" y="44"/>
                  <a:pt x="153" y="55"/>
                </a:cubicBezTo>
                <a:cubicBezTo>
                  <a:pt x="153" y="55"/>
                  <a:pt x="153" y="55"/>
                  <a:pt x="138" y="55"/>
                </a:cubicBezTo>
                <a:close/>
                <a:moveTo>
                  <a:pt x="181" y="29"/>
                </a:moveTo>
                <a:cubicBezTo>
                  <a:pt x="185" y="25"/>
                  <a:pt x="185" y="25"/>
                  <a:pt x="185" y="25"/>
                </a:cubicBezTo>
                <a:cubicBezTo>
                  <a:pt x="191" y="31"/>
                  <a:pt x="191" y="31"/>
                  <a:pt x="191" y="31"/>
                </a:cubicBezTo>
                <a:cubicBezTo>
                  <a:pt x="181" y="31"/>
                  <a:pt x="181" y="31"/>
                  <a:pt x="181" y="31"/>
                </a:cubicBezTo>
                <a:cubicBezTo>
                  <a:pt x="181" y="85"/>
                  <a:pt x="181" y="85"/>
                  <a:pt x="181" y="85"/>
                </a:cubicBezTo>
                <a:cubicBezTo>
                  <a:pt x="181" y="89"/>
                  <a:pt x="178" y="91"/>
                  <a:pt x="173" y="94"/>
                </a:cubicBezTo>
                <a:cubicBezTo>
                  <a:pt x="173" y="90"/>
                  <a:pt x="170" y="87"/>
                  <a:pt x="163" y="85"/>
                </a:cubicBezTo>
                <a:cubicBezTo>
                  <a:pt x="163" y="84"/>
                  <a:pt x="163" y="84"/>
                  <a:pt x="163" y="84"/>
                </a:cubicBezTo>
                <a:cubicBezTo>
                  <a:pt x="169" y="85"/>
                  <a:pt x="172" y="85"/>
                  <a:pt x="174" y="85"/>
                </a:cubicBezTo>
                <a:cubicBezTo>
                  <a:pt x="175" y="85"/>
                  <a:pt x="176" y="84"/>
                  <a:pt x="176" y="82"/>
                </a:cubicBezTo>
                <a:cubicBezTo>
                  <a:pt x="176" y="31"/>
                  <a:pt x="176" y="31"/>
                  <a:pt x="176" y="31"/>
                </a:cubicBezTo>
                <a:cubicBezTo>
                  <a:pt x="170" y="31"/>
                  <a:pt x="170" y="31"/>
                  <a:pt x="170" y="31"/>
                </a:cubicBezTo>
                <a:cubicBezTo>
                  <a:pt x="168" y="31"/>
                  <a:pt x="165" y="32"/>
                  <a:pt x="162" y="33"/>
                </a:cubicBezTo>
                <a:cubicBezTo>
                  <a:pt x="159" y="29"/>
                  <a:pt x="159" y="29"/>
                  <a:pt x="159" y="29"/>
                </a:cubicBezTo>
                <a:cubicBezTo>
                  <a:pt x="176" y="29"/>
                  <a:pt x="176" y="29"/>
                  <a:pt x="176" y="29"/>
                </a:cubicBezTo>
                <a:cubicBezTo>
                  <a:pt x="176" y="16"/>
                  <a:pt x="176" y="7"/>
                  <a:pt x="176" y="3"/>
                </a:cubicBezTo>
                <a:cubicBezTo>
                  <a:pt x="184" y="6"/>
                  <a:pt x="184" y="6"/>
                  <a:pt x="184" y="6"/>
                </a:cubicBezTo>
                <a:cubicBezTo>
                  <a:pt x="181" y="9"/>
                  <a:pt x="181" y="9"/>
                  <a:pt x="181" y="9"/>
                </a:cubicBezTo>
                <a:cubicBezTo>
                  <a:pt x="181" y="29"/>
                  <a:pt x="181" y="29"/>
                  <a:pt x="181" y="29"/>
                </a:cubicBezTo>
                <a:cubicBezTo>
                  <a:pt x="181" y="29"/>
                  <a:pt x="181" y="29"/>
                  <a:pt x="181" y="29"/>
                </a:cubicBezTo>
                <a:close/>
                <a:moveTo>
                  <a:pt x="161" y="41"/>
                </a:moveTo>
                <a:cubicBezTo>
                  <a:pt x="167" y="45"/>
                  <a:pt x="171" y="48"/>
                  <a:pt x="172" y="50"/>
                </a:cubicBezTo>
                <a:cubicBezTo>
                  <a:pt x="173" y="53"/>
                  <a:pt x="173" y="54"/>
                  <a:pt x="172" y="56"/>
                </a:cubicBezTo>
                <a:cubicBezTo>
                  <a:pt x="171" y="57"/>
                  <a:pt x="171" y="59"/>
                  <a:pt x="169" y="60"/>
                </a:cubicBezTo>
                <a:cubicBezTo>
                  <a:pt x="168" y="60"/>
                  <a:pt x="167" y="59"/>
                  <a:pt x="167" y="56"/>
                </a:cubicBezTo>
                <a:cubicBezTo>
                  <a:pt x="166" y="52"/>
                  <a:pt x="163" y="48"/>
                  <a:pt x="160" y="43"/>
                </a:cubicBezTo>
                <a:cubicBezTo>
                  <a:pt x="161" y="41"/>
                  <a:pt x="161" y="41"/>
                  <a:pt x="161" y="41"/>
                </a:cubicBezTo>
                <a:cubicBezTo>
                  <a:pt x="161" y="41"/>
                  <a:pt x="161" y="41"/>
                  <a:pt x="161" y="41"/>
                </a:cubicBezTo>
                <a:close/>
                <a:moveTo>
                  <a:pt x="232" y="15"/>
                </a:moveTo>
                <a:cubicBezTo>
                  <a:pt x="232" y="15"/>
                  <a:pt x="232" y="15"/>
                  <a:pt x="225" y="10"/>
                </a:cubicBezTo>
                <a:cubicBezTo>
                  <a:pt x="225" y="10"/>
                  <a:pt x="225" y="10"/>
                  <a:pt x="222" y="13"/>
                </a:cubicBezTo>
                <a:cubicBezTo>
                  <a:pt x="222" y="13"/>
                  <a:pt x="222" y="13"/>
                  <a:pt x="206" y="13"/>
                </a:cubicBezTo>
                <a:cubicBezTo>
                  <a:pt x="206" y="13"/>
                  <a:pt x="206" y="13"/>
                  <a:pt x="201" y="10"/>
                </a:cubicBezTo>
                <a:cubicBezTo>
                  <a:pt x="201" y="16"/>
                  <a:pt x="201" y="28"/>
                  <a:pt x="201" y="47"/>
                </a:cubicBezTo>
                <a:cubicBezTo>
                  <a:pt x="201" y="66"/>
                  <a:pt x="201" y="78"/>
                  <a:pt x="201" y="83"/>
                </a:cubicBezTo>
                <a:cubicBezTo>
                  <a:pt x="206" y="80"/>
                  <a:pt x="206" y="80"/>
                  <a:pt x="206" y="80"/>
                </a:cubicBezTo>
                <a:cubicBezTo>
                  <a:pt x="206" y="80"/>
                  <a:pt x="206" y="80"/>
                  <a:pt x="206" y="72"/>
                </a:cubicBezTo>
                <a:cubicBezTo>
                  <a:pt x="206" y="72"/>
                  <a:pt x="206" y="72"/>
                  <a:pt x="223" y="72"/>
                </a:cubicBezTo>
                <a:cubicBezTo>
                  <a:pt x="223" y="72"/>
                  <a:pt x="223" y="72"/>
                  <a:pt x="223" y="79"/>
                </a:cubicBezTo>
                <a:cubicBezTo>
                  <a:pt x="223" y="79"/>
                  <a:pt x="223" y="79"/>
                  <a:pt x="229" y="77"/>
                </a:cubicBezTo>
                <a:cubicBezTo>
                  <a:pt x="228" y="73"/>
                  <a:pt x="228" y="54"/>
                  <a:pt x="228" y="17"/>
                </a:cubicBezTo>
                <a:cubicBezTo>
                  <a:pt x="228" y="17"/>
                  <a:pt x="228" y="17"/>
                  <a:pt x="232" y="15"/>
                </a:cubicBezTo>
                <a:close/>
                <a:moveTo>
                  <a:pt x="206" y="16"/>
                </a:moveTo>
                <a:cubicBezTo>
                  <a:pt x="223" y="16"/>
                  <a:pt x="223" y="16"/>
                  <a:pt x="223" y="16"/>
                </a:cubicBezTo>
                <a:cubicBezTo>
                  <a:pt x="223" y="16"/>
                  <a:pt x="223" y="16"/>
                  <a:pt x="223" y="41"/>
                </a:cubicBezTo>
                <a:cubicBezTo>
                  <a:pt x="223" y="41"/>
                  <a:pt x="223" y="41"/>
                  <a:pt x="206" y="41"/>
                </a:cubicBezTo>
                <a:cubicBezTo>
                  <a:pt x="206" y="41"/>
                  <a:pt x="206" y="41"/>
                  <a:pt x="206" y="16"/>
                </a:cubicBezTo>
                <a:close/>
                <a:moveTo>
                  <a:pt x="206" y="69"/>
                </a:moveTo>
                <a:cubicBezTo>
                  <a:pt x="206" y="69"/>
                  <a:pt x="206" y="69"/>
                  <a:pt x="206" y="44"/>
                </a:cubicBezTo>
                <a:cubicBezTo>
                  <a:pt x="223" y="43"/>
                  <a:pt x="223" y="43"/>
                  <a:pt x="223" y="43"/>
                </a:cubicBezTo>
                <a:cubicBezTo>
                  <a:pt x="223" y="43"/>
                  <a:pt x="223" y="43"/>
                  <a:pt x="223" y="69"/>
                </a:cubicBezTo>
                <a:cubicBezTo>
                  <a:pt x="223" y="69"/>
                  <a:pt x="223" y="69"/>
                  <a:pt x="206" y="69"/>
                </a:cubicBezTo>
                <a:close/>
                <a:moveTo>
                  <a:pt x="282" y="26"/>
                </a:moveTo>
                <a:cubicBezTo>
                  <a:pt x="282" y="26"/>
                  <a:pt x="282" y="26"/>
                  <a:pt x="279" y="29"/>
                </a:cubicBezTo>
                <a:cubicBezTo>
                  <a:pt x="279" y="29"/>
                  <a:pt x="279" y="29"/>
                  <a:pt x="268" y="30"/>
                </a:cubicBezTo>
                <a:cubicBezTo>
                  <a:pt x="268" y="30"/>
                  <a:pt x="268" y="30"/>
                  <a:pt x="268" y="12"/>
                </a:cubicBezTo>
                <a:cubicBezTo>
                  <a:pt x="268" y="12"/>
                  <a:pt x="268" y="12"/>
                  <a:pt x="291" y="12"/>
                </a:cubicBezTo>
                <a:cubicBezTo>
                  <a:pt x="291" y="12"/>
                  <a:pt x="291" y="12"/>
                  <a:pt x="284" y="4"/>
                </a:cubicBezTo>
                <a:cubicBezTo>
                  <a:pt x="284" y="4"/>
                  <a:pt x="284" y="4"/>
                  <a:pt x="278" y="9"/>
                </a:cubicBezTo>
                <a:cubicBezTo>
                  <a:pt x="278" y="9"/>
                  <a:pt x="278" y="9"/>
                  <a:pt x="229" y="9"/>
                </a:cubicBezTo>
                <a:cubicBezTo>
                  <a:pt x="229" y="9"/>
                  <a:pt x="229" y="9"/>
                  <a:pt x="233" y="12"/>
                </a:cubicBezTo>
                <a:cubicBezTo>
                  <a:pt x="233" y="12"/>
                  <a:pt x="233" y="12"/>
                  <a:pt x="238" y="12"/>
                </a:cubicBezTo>
                <a:cubicBezTo>
                  <a:pt x="238" y="12"/>
                  <a:pt x="238" y="12"/>
                  <a:pt x="250" y="12"/>
                </a:cubicBezTo>
                <a:cubicBezTo>
                  <a:pt x="250" y="12"/>
                  <a:pt x="250" y="12"/>
                  <a:pt x="250" y="30"/>
                </a:cubicBezTo>
                <a:cubicBezTo>
                  <a:pt x="250" y="30"/>
                  <a:pt x="250" y="30"/>
                  <a:pt x="240" y="30"/>
                </a:cubicBezTo>
                <a:cubicBezTo>
                  <a:pt x="240" y="30"/>
                  <a:pt x="240" y="30"/>
                  <a:pt x="234" y="26"/>
                </a:cubicBezTo>
                <a:cubicBezTo>
                  <a:pt x="234" y="37"/>
                  <a:pt x="235" y="48"/>
                  <a:pt x="235" y="61"/>
                </a:cubicBezTo>
                <a:cubicBezTo>
                  <a:pt x="235" y="73"/>
                  <a:pt x="234" y="84"/>
                  <a:pt x="234" y="93"/>
                </a:cubicBezTo>
                <a:cubicBezTo>
                  <a:pt x="240" y="90"/>
                  <a:pt x="240" y="90"/>
                  <a:pt x="240" y="90"/>
                </a:cubicBezTo>
                <a:cubicBezTo>
                  <a:pt x="240" y="90"/>
                  <a:pt x="240" y="90"/>
                  <a:pt x="240" y="84"/>
                </a:cubicBezTo>
                <a:cubicBezTo>
                  <a:pt x="240" y="84"/>
                  <a:pt x="240" y="84"/>
                  <a:pt x="279" y="84"/>
                </a:cubicBezTo>
                <a:cubicBezTo>
                  <a:pt x="279" y="84"/>
                  <a:pt x="279" y="84"/>
                  <a:pt x="279" y="91"/>
                </a:cubicBezTo>
                <a:cubicBezTo>
                  <a:pt x="279" y="91"/>
                  <a:pt x="279" y="91"/>
                  <a:pt x="285" y="89"/>
                </a:cubicBezTo>
                <a:cubicBezTo>
                  <a:pt x="285" y="79"/>
                  <a:pt x="285" y="61"/>
                  <a:pt x="285" y="33"/>
                </a:cubicBezTo>
                <a:cubicBezTo>
                  <a:pt x="285" y="33"/>
                  <a:pt x="285" y="33"/>
                  <a:pt x="288" y="31"/>
                </a:cubicBezTo>
                <a:cubicBezTo>
                  <a:pt x="288" y="31"/>
                  <a:pt x="288" y="31"/>
                  <a:pt x="282" y="26"/>
                </a:cubicBezTo>
                <a:close/>
                <a:moveTo>
                  <a:pt x="255" y="12"/>
                </a:moveTo>
                <a:cubicBezTo>
                  <a:pt x="263" y="12"/>
                  <a:pt x="263" y="12"/>
                  <a:pt x="263" y="12"/>
                </a:cubicBezTo>
                <a:cubicBezTo>
                  <a:pt x="263" y="12"/>
                  <a:pt x="263" y="12"/>
                  <a:pt x="263" y="30"/>
                </a:cubicBezTo>
                <a:cubicBezTo>
                  <a:pt x="263" y="30"/>
                  <a:pt x="263" y="30"/>
                  <a:pt x="255" y="30"/>
                </a:cubicBezTo>
                <a:cubicBezTo>
                  <a:pt x="255" y="30"/>
                  <a:pt x="255" y="30"/>
                  <a:pt x="255" y="12"/>
                </a:cubicBezTo>
                <a:close/>
                <a:moveTo>
                  <a:pt x="240" y="32"/>
                </a:moveTo>
                <a:cubicBezTo>
                  <a:pt x="250" y="32"/>
                  <a:pt x="250" y="32"/>
                  <a:pt x="250" y="32"/>
                </a:cubicBezTo>
                <a:cubicBezTo>
                  <a:pt x="250" y="40"/>
                  <a:pt x="249" y="47"/>
                  <a:pt x="248" y="53"/>
                </a:cubicBezTo>
                <a:cubicBezTo>
                  <a:pt x="247" y="58"/>
                  <a:pt x="244" y="63"/>
                  <a:pt x="240" y="69"/>
                </a:cubicBezTo>
                <a:cubicBezTo>
                  <a:pt x="240" y="69"/>
                  <a:pt x="240" y="69"/>
                  <a:pt x="240" y="32"/>
                </a:cubicBezTo>
                <a:close/>
                <a:moveTo>
                  <a:pt x="240" y="81"/>
                </a:moveTo>
                <a:cubicBezTo>
                  <a:pt x="240" y="81"/>
                  <a:pt x="240" y="81"/>
                  <a:pt x="240" y="71"/>
                </a:cubicBezTo>
                <a:cubicBezTo>
                  <a:pt x="246" y="66"/>
                  <a:pt x="250" y="61"/>
                  <a:pt x="252" y="55"/>
                </a:cubicBezTo>
                <a:cubicBezTo>
                  <a:pt x="254" y="49"/>
                  <a:pt x="255" y="41"/>
                  <a:pt x="255" y="32"/>
                </a:cubicBezTo>
                <a:cubicBezTo>
                  <a:pt x="263" y="32"/>
                  <a:pt x="263" y="32"/>
                  <a:pt x="263" y="32"/>
                </a:cubicBezTo>
                <a:cubicBezTo>
                  <a:pt x="263" y="32"/>
                  <a:pt x="263" y="32"/>
                  <a:pt x="263" y="58"/>
                </a:cubicBezTo>
                <a:cubicBezTo>
                  <a:pt x="263" y="62"/>
                  <a:pt x="265" y="64"/>
                  <a:pt x="269" y="64"/>
                </a:cubicBezTo>
                <a:cubicBezTo>
                  <a:pt x="269" y="64"/>
                  <a:pt x="269" y="64"/>
                  <a:pt x="273" y="64"/>
                </a:cubicBezTo>
                <a:cubicBezTo>
                  <a:pt x="278" y="64"/>
                  <a:pt x="280" y="63"/>
                  <a:pt x="279" y="61"/>
                </a:cubicBezTo>
                <a:cubicBezTo>
                  <a:pt x="278" y="58"/>
                  <a:pt x="277" y="57"/>
                  <a:pt x="276" y="58"/>
                </a:cubicBezTo>
                <a:cubicBezTo>
                  <a:pt x="274" y="58"/>
                  <a:pt x="273" y="59"/>
                  <a:pt x="271" y="59"/>
                </a:cubicBezTo>
                <a:cubicBezTo>
                  <a:pt x="269" y="59"/>
                  <a:pt x="268" y="58"/>
                  <a:pt x="268" y="55"/>
                </a:cubicBezTo>
                <a:cubicBezTo>
                  <a:pt x="268" y="55"/>
                  <a:pt x="268" y="55"/>
                  <a:pt x="268" y="32"/>
                </a:cubicBezTo>
                <a:cubicBezTo>
                  <a:pt x="268" y="32"/>
                  <a:pt x="268" y="32"/>
                  <a:pt x="279" y="32"/>
                </a:cubicBezTo>
                <a:cubicBezTo>
                  <a:pt x="279" y="32"/>
                  <a:pt x="279" y="32"/>
                  <a:pt x="279" y="81"/>
                </a:cubicBezTo>
                <a:cubicBezTo>
                  <a:pt x="279" y="81"/>
                  <a:pt x="279" y="81"/>
                  <a:pt x="240" y="81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33" name="Freeform 251">
            <a:extLst>
              <a:ext uri="{FF2B5EF4-FFF2-40B4-BE49-F238E27FC236}">
                <a16:creationId xmlns:a16="http://schemas.microsoft.com/office/drawing/2014/main" id="{DEEC5E10-F568-7C07-406D-12E21D3F3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9061686" y="652374"/>
            <a:ext cx="225756" cy="1408983"/>
          </a:xfrm>
          <a:custGeom>
            <a:avLst/>
            <a:gdLst>
              <a:gd name="T0" fmla="*/ 31 w 72"/>
              <a:gd name="T1" fmla="*/ 4 h 448"/>
              <a:gd name="T2" fmla="*/ 62 w 72"/>
              <a:gd name="T3" fmla="*/ 4 h 448"/>
              <a:gd name="T4" fmla="*/ 62 w 72"/>
              <a:gd name="T5" fmla="*/ 30 h 448"/>
              <a:gd name="T6" fmla="*/ 1 w 72"/>
              <a:gd name="T7" fmla="*/ 31 h 448"/>
              <a:gd name="T8" fmla="*/ 0 w 72"/>
              <a:gd name="T9" fmla="*/ 64 h 448"/>
              <a:gd name="T10" fmla="*/ 63 w 72"/>
              <a:gd name="T11" fmla="*/ 66 h 448"/>
              <a:gd name="T12" fmla="*/ 11 w 72"/>
              <a:gd name="T13" fmla="*/ 82 h 448"/>
              <a:gd name="T14" fmla="*/ 51 w 72"/>
              <a:gd name="T15" fmla="*/ 47 h 448"/>
              <a:gd name="T16" fmla="*/ 67 w 72"/>
              <a:gd name="T17" fmla="*/ 56 h 448"/>
              <a:gd name="T18" fmla="*/ 71 w 72"/>
              <a:gd name="T19" fmla="*/ 60 h 448"/>
              <a:gd name="T20" fmla="*/ 66 w 72"/>
              <a:gd name="T21" fmla="*/ 72 h 448"/>
              <a:gd name="T22" fmla="*/ 72 w 72"/>
              <a:gd name="T23" fmla="*/ 72 h 448"/>
              <a:gd name="T24" fmla="*/ 66 w 72"/>
              <a:gd name="T25" fmla="*/ 72 h 448"/>
              <a:gd name="T26" fmla="*/ 7 w 72"/>
              <a:gd name="T27" fmla="*/ 128 h 448"/>
              <a:gd name="T28" fmla="*/ 39 w 72"/>
              <a:gd name="T29" fmla="*/ 106 h 448"/>
              <a:gd name="T30" fmla="*/ 61 w 72"/>
              <a:gd name="T31" fmla="*/ 133 h 448"/>
              <a:gd name="T32" fmla="*/ 48 w 72"/>
              <a:gd name="T33" fmla="*/ 108 h 448"/>
              <a:gd name="T34" fmla="*/ 16 w 72"/>
              <a:gd name="T35" fmla="*/ 136 h 448"/>
              <a:gd name="T36" fmla="*/ 3 w 72"/>
              <a:gd name="T37" fmla="*/ 104 h 448"/>
              <a:gd name="T38" fmla="*/ 1 w 72"/>
              <a:gd name="T39" fmla="*/ 144 h 448"/>
              <a:gd name="T40" fmla="*/ 62 w 72"/>
              <a:gd name="T41" fmla="*/ 146 h 448"/>
              <a:gd name="T42" fmla="*/ 54 w 72"/>
              <a:gd name="T43" fmla="*/ 203 h 448"/>
              <a:gd name="T44" fmla="*/ 8 w 72"/>
              <a:gd name="T45" fmla="*/ 244 h 448"/>
              <a:gd name="T46" fmla="*/ 54 w 72"/>
              <a:gd name="T47" fmla="*/ 203 h 448"/>
              <a:gd name="T48" fmla="*/ 4 w 72"/>
              <a:gd name="T49" fmla="*/ 223 h 448"/>
              <a:gd name="T50" fmla="*/ 59 w 72"/>
              <a:gd name="T51" fmla="*/ 223 h 448"/>
              <a:gd name="T52" fmla="*/ 69 w 72"/>
              <a:gd name="T53" fmla="*/ 213 h 448"/>
              <a:gd name="T54" fmla="*/ 69 w 72"/>
              <a:gd name="T55" fmla="*/ 219 h 448"/>
              <a:gd name="T56" fmla="*/ 67 w 72"/>
              <a:gd name="T57" fmla="*/ 228 h 448"/>
              <a:gd name="T58" fmla="*/ 71 w 72"/>
              <a:gd name="T59" fmla="*/ 232 h 448"/>
              <a:gd name="T60" fmla="*/ 1 w 72"/>
              <a:gd name="T61" fmla="*/ 307 h 448"/>
              <a:gd name="T62" fmla="*/ 54 w 72"/>
              <a:gd name="T63" fmla="*/ 268 h 448"/>
              <a:gd name="T64" fmla="*/ 62 w 72"/>
              <a:gd name="T65" fmla="*/ 264 h 448"/>
              <a:gd name="T66" fmla="*/ 9 w 72"/>
              <a:gd name="T67" fmla="*/ 306 h 448"/>
              <a:gd name="T68" fmla="*/ 1 w 72"/>
              <a:gd name="T69" fmla="*/ 310 h 448"/>
              <a:gd name="T70" fmla="*/ 8 w 72"/>
              <a:gd name="T71" fmla="*/ 330 h 448"/>
              <a:gd name="T72" fmla="*/ 54 w 72"/>
              <a:gd name="T73" fmla="*/ 371 h 448"/>
              <a:gd name="T74" fmla="*/ 32 w 72"/>
              <a:gd name="T75" fmla="*/ 375 h 448"/>
              <a:gd name="T76" fmla="*/ 31 w 72"/>
              <a:gd name="T77" fmla="*/ 327 h 448"/>
              <a:gd name="T78" fmla="*/ 66 w 72"/>
              <a:gd name="T79" fmla="*/ 344 h 448"/>
              <a:gd name="T80" fmla="*/ 72 w 72"/>
              <a:gd name="T81" fmla="*/ 344 h 448"/>
              <a:gd name="T82" fmla="*/ 66 w 72"/>
              <a:gd name="T83" fmla="*/ 344 h 448"/>
              <a:gd name="T84" fmla="*/ 71 w 72"/>
              <a:gd name="T85" fmla="*/ 356 h 448"/>
              <a:gd name="T86" fmla="*/ 67 w 72"/>
              <a:gd name="T87" fmla="*/ 360 h 448"/>
              <a:gd name="T88" fmla="*/ 53 w 72"/>
              <a:gd name="T89" fmla="*/ 444 h 448"/>
              <a:gd name="T90" fmla="*/ 1 w 72"/>
              <a:gd name="T91" fmla="*/ 419 h 448"/>
              <a:gd name="T92" fmla="*/ 45 w 72"/>
              <a:gd name="T93" fmla="*/ 396 h 448"/>
              <a:gd name="T94" fmla="*/ 62 w 72"/>
              <a:gd name="T95" fmla="*/ 395 h 448"/>
              <a:gd name="T96" fmla="*/ 8 w 72"/>
              <a:gd name="T97" fmla="*/ 420 h 448"/>
              <a:gd name="T98" fmla="*/ 62 w 72"/>
              <a:gd name="T99" fmla="*/ 444 h 4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72" h="448">
                <a:moveTo>
                  <a:pt x="1" y="31"/>
                </a:moveTo>
                <a:cubicBezTo>
                  <a:pt x="30" y="5"/>
                  <a:pt x="30" y="5"/>
                  <a:pt x="30" y="5"/>
                </a:cubicBezTo>
                <a:cubicBezTo>
                  <a:pt x="30" y="5"/>
                  <a:pt x="31" y="4"/>
                  <a:pt x="31" y="4"/>
                </a:cubicBezTo>
                <a:cubicBezTo>
                  <a:pt x="31" y="4"/>
                  <a:pt x="31" y="4"/>
                  <a:pt x="31" y="4"/>
                </a:cubicBezTo>
                <a:cubicBezTo>
                  <a:pt x="1" y="4"/>
                  <a:pt x="1" y="4"/>
                  <a:pt x="1" y="4"/>
                </a:cubicBezTo>
                <a:cubicBezTo>
                  <a:pt x="1" y="0"/>
                  <a:pt x="1" y="0"/>
                  <a:pt x="1" y="0"/>
                </a:cubicBezTo>
                <a:cubicBezTo>
                  <a:pt x="62" y="0"/>
                  <a:pt x="62" y="0"/>
                  <a:pt x="62" y="0"/>
                </a:cubicBezTo>
                <a:cubicBezTo>
                  <a:pt x="62" y="4"/>
                  <a:pt x="62" y="4"/>
                  <a:pt x="62" y="4"/>
                </a:cubicBezTo>
                <a:cubicBezTo>
                  <a:pt x="33" y="4"/>
                  <a:pt x="33" y="4"/>
                  <a:pt x="33" y="4"/>
                </a:cubicBezTo>
                <a:cubicBezTo>
                  <a:pt x="33" y="4"/>
                  <a:pt x="33" y="4"/>
                  <a:pt x="33" y="4"/>
                </a:cubicBezTo>
                <a:cubicBezTo>
                  <a:pt x="34" y="4"/>
                  <a:pt x="34" y="5"/>
                  <a:pt x="34" y="5"/>
                </a:cubicBezTo>
                <a:cubicBezTo>
                  <a:pt x="62" y="30"/>
                  <a:pt x="62" y="30"/>
                  <a:pt x="62" y="30"/>
                </a:cubicBezTo>
                <a:cubicBezTo>
                  <a:pt x="62" y="35"/>
                  <a:pt x="62" y="35"/>
                  <a:pt x="62" y="35"/>
                </a:cubicBezTo>
                <a:cubicBezTo>
                  <a:pt x="32" y="8"/>
                  <a:pt x="32" y="8"/>
                  <a:pt x="32" y="8"/>
                </a:cubicBezTo>
                <a:cubicBezTo>
                  <a:pt x="1" y="37"/>
                  <a:pt x="1" y="37"/>
                  <a:pt x="1" y="37"/>
                </a:cubicBezTo>
                <a:lnTo>
                  <a:pt x="1" y="31"/>
                </a:lnTo>
                <a:close/>
                <a:moveTo>
                  <a:pt x="54" y="44"/>
                </a:moveTo>
                <a:cubicBezTo>
                  <a:pt x="48" y="39"/>
                  <a:pt x="40" y="36"/>
                  <a:pt x="31" y="36"/>
                </a:cubicBezTo>
                <a:cubicBezTo>
                  <a:pt x="22" y="36"/>
                  <a:pt x="14" y="39"/>
                  <a:pt x="8" y="44"/>
                </a:cubicBezTo>
                <a:cubicBezTo>
                  <a:pt x="3" y="49"/>
                  <a:pt x="0" y="56"/>
                  <a:pt x="0" y="64"/>
                </a:cubicBezTo>
                <a:cubicBezTo>
                  <a:pt x="0" y="73"/>
                  <a:pt x="3" y="80"/>
                  <a:pt x="8" y="85"/>
                </a:cubicBezTo>
                <a:cubicBezTo>
                  <a:pt x="14" y="90"/>
                  <a:pt x="22" y="93"/>
                  <a:pt x="32" y="93"/>
                </a:cubicBezTo>
                <a:cubicBezTo>
                  <a:pt x="41" y="93"/>
                  <a:pt x="49" y="91"/>
                  <a:pt x="54" y="85"/>
                </a:cubicBezTo>
                <a:cubicBezTo>
                  <a:pt x="60" y="80"/>
                  <a:pt x="63" y="74"/>
                  <a:pt x="63" y="66"/>
                </a:cubicBezTo>
                <a:cubicBezTo>
                  <a:pt x="63" y="57"/>
                  <a:pt x="60" y="49"/>
                  <a:pt x="54" y="44"/>
                </a:cubicBezTo>
                <a:close/>
                <a:moveTo>
                  <a:pt x="52" y="82"/>
                </a:moveTo>
                <a:cubicBezTo>
                  <a:pt x="47" y="87"/>
                  <a:pt x="40" y="89"/>
                  <a:pt x="32" y="89"/>
                </a:cubicBezTo>
                <a:cubicBezTo>
                  <a:pt x="23" y="89"/>
                  <a:pt x="16" y="87"/>
                  <a:pt x="11" y="82"/>
                </a:cubicBezTo>
                <a:cubicBezTo>
                  <a:pt x="6" y="78"/>
                  <a:pt x="4" y="72"/>
                  <a:pt x="4" y="64"/>
                </a:cubicBezTo>
                <a:cubicBezTo>
                  <a:pt x="4" y="57"/>
                  <a:pt x="6" y="51"/>
                  <a:pt x="11" y="47"/>
                </a:cubicBezTo>
                <a:cubicBezTo>
                  <a:pt x="16" y="43"/>
                  <a:pt x="23" y="41"/>
                  <a:pt x="31" y="41"/>
                </a:cubicBezTo>
                <a:cubicBezTo>
                  <a:pt x="39" y="41"/>
                  <a:pt x="46" y="43"/>
                  <a:pt x="51" y="47"/>
                </a:cubicBezTo>
                <a:cubicBezTo>
                  <a:pt x="56" y="52"/>
                  <a:pt x="59" y="58"/>
                  <a:pt x="59" y="65"/>
                </a:cubicBezTo>
                <a:cubicBezTo>
                  <a:pt x="59" y="72"/>
                  <a:pt x="56" y="78"/>
                  <a:pt x="52" y="82"/>
                </a:cubicBezTo>
                <a:close/>
                <a:moveTo>
                  <a:pt x="66" y="58"/>
                </a:moveTo>
                <a:cubicBezTo>
                  <a:pt x="66" y="57"/>
                  <a:pt x="66" y="56"/>
                  <a:pt x="67" y="56"/>
                </a:cubicBezTo>
                <a:cubicBezTo>
                  <a:pt x="67" y="55"/>
                  <a:pt x="68" y="55"/>
                  <a:pt x="69" y="55"/>
                </a:cubicBezTo>
                <a:cubicBezTo>
                  <a:pt x="70" y="55"/>
                  <a:pt x="70" y="55"/>
                  <a:pt x="71" y="56"/>
                </a:cubicBezTo>
                <a:cubicBezTo>
                  <a:pt x="71" y="56"/>
                  <a:pt x="72" y="57"/>
                  <a:pt x="72" y="58"/>
                </a:cubicBezTo>
                <a:cubicBezTo>
                  <a:pt x="72" y="59"/>
                  <a:pt x="71" y="59"/>
                  <a:pt x="71" y="60"/>
                </a:cubicBezTo>
                <a:cubicBezTo>
                  <a:pt x="70" y="61"/>
                  <a:pt x="70" y="61"/>
                  <a:pt x="69" y="61"/>
                </a:cubicBezTo>
                <a:cubicBezTo>
                  <a:pt x="68" y="61"/>
                  <a:pt x="67" y="61"/>
                  <a:pt x="67" y="60"/>
                </a:cubicBezTo>
                <a:cubicBezTo>
                  <a:pt x="66" y="59"/>
                  <a:pt x="66" y="59"/>
                  <a:pt x="66" y="58"/>
                </a:cubicBezTo>
                <a:close/>
                <a:moveTo>
                  <a:pt x="66" y="72"/>
                </a:moveTo>
                <a:cubicBezTo>
                  <a:pt x="66" y="71"/>
                  <a:pt x="66" y="70"/>
                  <a:pt x="67" y="70"/>
                </a:cubicBezTo>
                <a:cubicBezTo>
                  <a:pt x="67" y="69"/>
                  <a:pt x="68" y="69"/>
                  <a:pt x="69" y="69"/>
                </a:cubicBezTo>
                <a:cubicBezTo>
                  <a:pt x="70" y="69"/>
                  <a:pt x="70" y="69"/>
                  <a:pt x="71" y="70"/>
                </a:cubicBezTo>
                <a:cubicBezTo>
                  <a:pt x="71" y="70"/>
                  <a:pt x="72" y="71"/>
                  <a:pt x="72" y="72"/>
                </a:cubicBezTo>
                <a:cubicBezTo>
                  <a:pt x="72" y="73"/>
                  <a:pt x="71" y="73"/>
                  <a:pt x="71" y="74"/>
                </a:cubicBezTo>
                <a:cubicBezTo>
                  <a:pt x="70" y="75"/>
                  <a:pt x="70" y="75"/>
                  <a:pt x="69" y="75"/>
                </a:cubicBezTo>
                <a:cubicBezTo>
                  <a:pt x="68" y="75"/>
                  <a:pt x="67" y="75"/>
                  <a:pt x="67" y="74"/>
                </a:cubicBezTo>
                <a:cubicBezTo>
                  <a:pt x="66" y="74"/>
                  <a:pt x="66" y="73"/>
                  <a:pt x="66" y="72"/>
                </a:cubicBezTo>
                <a:close/>
                <a:moveTo>
                  <a:pt x="3" y="104"/>
                </a:moveTo>
                <a:cubicBezTo>
                  <a:pt x="8" y="104"/>
                  <a:pt x="8" y="104"/>
                  <a:pt x="8" y="104"/>
                </a:cubicBezTo>
                <a:cubicBezTo>
                  <a:pt x="5" y="108"/>
                  <a:pt x="4" y="112"/>
                  <a:pt x="4" y="117"/>
                </a:cubicBezTo>
                <a:cubicBezTo>
                  <a:pt x="4" y="122"/>
                  <a:pt x="5" y="125"/>
                  <a:pt x="7" y="128"/>
                </a:cubicBezTo>
                <a:cubicBezTo>
                  <a:pt x="9" y="130"/>
                  <a:pt x="11" y="131"/>
                  <a:pt x="15" y="131"/>
                </a:cubicBezTo>
                <a:cubicBezTo>
                  <a:pt x="18" y="131"/>
                  <a:pt x="20" y="130"/>
                  <a:pt x="22" y="129"/>
                </a:cubicBezTo>
                <a:cubicBezTo>
                  <a:pt x="24" y="127"/>
                  <a:pt x="27" y="124"/>
                  <a:pt x="30" y="118"/>
                </a:cubicBezTo>
                <a:cubicBezTo>
                  <a:pt x="33" y="112"/>
                  <a:pt x="36" y="108"/>
                  <a:pt x="39" y="106"/>
                </a:cubicBezTo>
                <a:cubicBezTo>
                  <a:pt x="41" y="105"/>
                  <a:pt x="44" y="104"/>
                  <a:pt x="47" y="104"/>
                </a:cubicBezTo>
                <a:cubicBezTo>
                  <a:pt x="52" y="104"/>
                  <a:pt x="55" y="106"/>
                  <a:pt x="58" y="109"/>
                </a:cubicBezTo>
                <a:cubicBezTo>
                  <a:pt x="61" y="112"/>
                  <a:pt x="63" y="117"/>
                  <a:pt x="63" y="122"/>
                </a:cubicBezTo>
                <a:cubicBezTo>
                  <a:pt x="63" y="126"/>
                  <a:pt x="62" y="129"/>
                  <a:pt x="61" y="133"/>
                </a:cubicBezTo>
                <a:cubicBezTo>
                  <a:pt x="56" y="133"/>
                  <a:pt x="56" y="133"/>
                  <a:pt x="56" y="133"/>
                </a:cubicBezTo>
                <a:cubicBezTo>
                  <a:pt x="58" y="130"/>
                  <a:pt x="59" y="126"/>
                  <a:pt x="59" y="122"/>
                </a:cubicBezTo>
                <a:cubicBezTo>
                  <a:pt x="59" y="118"/>
                  <a:pt x="58" y="114"/>
                  <a:pt x="56" y="112"/>
                </a:cubicBezTo>
                <a:cubicBezTo>
                  <a:pt x="54" y="109"/>
                  <a:pt x="51" y="108"/>
                  <a:pt x="48" y="108"/>
                </a:cubicBezTo>
                <a:cubicBezTo>
                  <a:pt x="45" y="108"/>
                  <a:pt x="42" y="109"/>
                  <a:pt x="40" y="111"/>
                </a:cubicBezTo>
                <a:cubicBezTo>
                  <a:pt x="38" y="112"/>
                  <a:pt x="36" y="116"/>
                  <a:pt x="33" y="121"/>
                </a:cubicBezTo>
                <a:cubicBezTo>
                  <a:pt x="30" y="127"/>
                  <a:pt x="27" y="131"/>
                  <a:pt x="24" y="133"/>
                </a:cubicBezTo>
                <a:cubicBezTo>
                  <a:pt x="22" y="135"/>
                  <a:pt x="19" y="136"/>
                  <a:pt x="16" y="136"/>
                </a:cubicBezTo>
                <a:cubicBezTo>
                  <a:pt x="11" y="136"/>
                  <a:pt x="7" y="134"/>
                  <a:pt x="4" y="131"/>
                </a:cubicBezTo>
                <a:cubicBezTo>
                  <a:pt x="1" y="127"/>
                  <a:pt x="0" y="123"/>
                  <a:pt x="0" y="117"/>
                </a:cubicBezTo>
                <a:cubicBezTo>
                  <a:pt x="0" y="115"/>
                  <a:pt x="0" y="113"/>
                  <a:pt x="1" y="110"/>
                </a:cubicBezTo>
                <a:cubicBezTo>
                  <a:pt x="1" y="107"/>
                  <a:pt x="2" y="105"/>
                  <a:pt x="3" y="104"/>
                </a:cubicBezTo>
                <a:close/>
                <a:moveTo>
                  <a:pt x="5" y="150"/>
                </a:moveTo>
                <a:cubicBezTo>
                  <a:pt x="5" y="186"/>
                  <a:pt x="5" y="186"/>
                  <a:pt x="5" y="186"/>
                </a:cubicBezTo>
                <a:cubicBezTo>
                  <a:pt x="1" y="186"/>
                  <a:pt x="1" y="186"/>
                  <a:pt x="1" y="186"/>
                </a:cubicBezTo>
                <a:cubicBezTo>
                  <a:pt x="1" y="144"/>
                  <a:pt x="1" y="144"/>
                  <a:pt x="1" y="144"/>
                </a:cubicBezTo>
                <a:cubicBezTo>
                  <a:pt x="2" y="144"/>
                  <a:pt x="2" y="144"/>
                  <a:pt x="2" y="144"/>
                </a:cubicBezTo>
                <a:cubicBezTo>
                  <a:pt x="58" y="180"/>
                  <a:pt x="58" y="180"/>
                  <a:pt x="58" y="180"/>
                </a:cubicBezTo>
                <a:cubicBezTo>
                  <a:pt x="58" y="146"/>
                  <a:pt x="58" y="146"/>
                  <a:pt x="58" y="146"/>
                </a:cubicBezTo>
                <a:cubicBezTo>
                  <a:pt x="62" y="146"/>
                  <a:pt x="62" y="146"/>
                  <a:pt x="62" y="146"/>
                </a:cubicBezTo>
                <a:cubicBezTo>
                  <a:pt x="62" y="187"/>
                  <a:pt x="62" y="187"/>
                  <a:pt x="62" y="187"/>
                </a:cubicBezTo>
                <a:cubicBezTo>
                  <a:pt x="60" y="187"/>
                  <a:pt x="60" y="187"/>
                  <a:pt x="60" y="187"/>
                </a:cubicBezTo>
                <a:lnTo>
                  <a:pt x="5" y="150"/>
                </a:lnTo>
                <a:close/>
                <a:moveTo>
                  <a:pt x="54" y="203"/>
                </a:moveTo>
                <a:cubicBezTo>
                  <a:pt x="48" y="197"/>
                  <a:pt x="40" y="195"/>
                  <a:pt x="31" y="195"/>
                </a:cubicBezTo>
                <a:cubicBezTo>
                  <a:pt x="22" y="195"/>
                  <a:pt x="14" y="197"/>
                  <a:pt x="8" y="202"/>
                </a:cubicBezTo>
                <a:cubicBezTo>
                  <a:pt x="3" y="207"/>
                  <a:pt x="0" y="214"/>
                  <a:pt x="0" y="223"/>
                </a:cubicBezTo>
                <a:cubicBezTo>
                  <a:pt x="0" y="232"/>
                  <a:pt x="3" y="239"/>
                  <a:pt x="8" y="244"/>
                </a:cubicBezTo>
                <a:cubicBezTo>
                  <a:pt x="14" y="249"/>
                  <a:pt x="22" y="252"/>
                  <a:pt x="32" y="252"/>
                </a:cubicBezTo>
                <a:cubicBezTo>
                  <a:pt x="41" y="252"/>
                  <a:pt x="49" y="249"/>
                  <a:pt x="54" y="244"/>
                </a:cubicBezTo>
                <a:cubicBezTo>
                  <a:pt x="60" y="239"/>
                  <a:pt x="63" y="232"/>
                  <a:pt x="63" y="224"/>
                </a:cubicBezTo>
                <a:cubicBezTo>
                  <a:pt x="63" y="215"/>
                  <a:pt x="60" y="208"/>
                  <a:pt x="54" y="203"/>
                </a:cubicBezTo>
                <a:close/>
                <a:moveTo>
                  <a:pt x="52" y="241"/>
                </a:moveTo>
                <a:cubicBezTo>
                  <a:pt x="47" y="245"/>
                  <a:pt x="40" y="247"/>
                  <a:pt x="32" y="247"/>
                </a:cubicBezTo>
                <a:cubicBezTo>
                  <a:pt x="23" y="247"/>
                  <a:pt x="16" y="245"/>
                  <a:pt x="11" y="241"/>
                </a:cubicBezTo>
                <a:cubicBezTo>
                  <a:pt x="6" y="236"/>
                  <a:pt x="4" y="230"/>
                  <a:pt x="4" y="223"/>
                </a:cubicBezTo>
                <a:cubicBezTo>
                  <a:pt x="4" y="216"/>
                  <a:pt x="6" y="210"/>
                  <a:pt x="11" y="206"/>
                </a:cubicBezTo>
                <a:cubicBezTo>
                  <a:pt x="16" y="201"/>
                  <a:pt x="23" y="199"/>
                  <a:pt x="31" y="199"/>
                </a:cubicBezTo>
                <a:cubicBezTo>
                  <a:pt x="39" y="199"/>
                  <a:pt x="46" y="201"/>
                  <a:pt x="51" y="206"/>
                </a:cubicBezTo>
                <a:cubicBezTo>
                  <a:pt x="56" y="210"/>
                  <a:pt x="59" y="216"/>
                  <a:pt x="59" y="223"/>
                </a:cubicBezTo>
                <a:cubicBezTo>
                  <a:pt x="59" y="231"/>
                  <a:pt x="56" y="237"/>
                  <a:pt x="52" y="241"/>
                </a:cubicBezTo>
                <a:close/>
                <a:moveTo>
                  <a:pt x="66" y="216"/>
                </a:moveTo>
                <a:cubicBezTo>
                  <a:pt x="66" y="215"/>
                  <a:pt x="66" y="215"/>
                  <a:pt x="67" y="214"/>
                </a:cubicBezTo>
                <a:cubicBezTo>
                  <a:pt x="67" y="214"/>
                  <a:pt x="68" y="213"/>
                  <a:pt x="69" y="213"/>
                </a:cubicBezTo>
                <a:cubicBezTo>
                  <a:pt x="70" y="213"/>
                  <a:pt x="70" y="214"/>
                  <a:pt x="71" y="214"/>
                </a:cubicBezTo>
                <a:cubicBezTo>
                  <a:pt x="71" y="215"/>
                  <a:pt x="72" y="215"/>
                  <a:pt x="72" y="216"/>
                </a:cubicBezTo>
                <a:cubicBezTo>
                  <a:pt x="72" y="217"/>
                  <a:pt x="71" y="218"/>
                  <a:pt x="71" y="218"/>
                </a:cubicBezTo>
                <a:cubicBezTo>
                  <a:pt x="70" y="219"/>
                  <a:pt x="70" y="219"/>
                  <a:pt x="69" y="219"/>
                </a:cubicBezTo>
                <a:cubicBezTo>
                  <a:pt x="68" y="219"/>
                  <a:pt x="67" y="219"/>
                  <a:pt x="67" y="218"/>
                </a:cubicBezTo>
                <a:cubicBezTo>
                  <a:pt x="66" y="218"/>
                  <a:pt x="66" y="217"/>
                  <a:pt x="66" y="216"/>
                </a:cubicBezTo>
                <a:close/>
                <a:moveTo>
                  <a:pt x="66" y="230"/>
                </a:moveTo>
                <a:cubicBezTo>
                  <a:pt x="66" y="230"/>
                  <a:pt x="66" y="229"/>
                  <a:pt x="67" y="228"/>
                </a:cubicBezTo>
                <a:cubicBezTo>
                  <a:pt x="67" y="228"/>
                  <a:pt x="68" y="227"/>
                  <a:pt x="69" y="227"/>
                </a:cubicBezTo>
                <a:cubicBezTo>
                  <a:pt x="70" y="227"/>
                  <a:pt x="70" y="228"/>
                  <a:pt x="71" y="228"/>
                </a:cubicBezTo>
                <a:cubicBezTo>
                  <a:pt x="71" y="229"/>
                  <a:pt x="72" y="230"/>
                  <a:pt x="72" y="230"/>
                </a:cubicBezTo>
                <a:cubicBezTo>
                  <a:pt x="72" y="231"/>
                  <a:pt x="71" y="232"/>
                  <a:pt x="71" y="232"/>
                </a:cubicBezTo>
                <a:cubicBezTo>
                  <a:pt x="70" y="233"/>
                  <a:pt x="70" y="233"/>
                  <a:pt x="69" y="233"/>
                </a:cubicBezTo>
                <a:cubicBezTo>
                  <a:pt x="68" y="233"/>
                  <a:pt x="67" y="233"/>
                  <a:pt x="67" y="233"/>
                </a:cubicBezTo>
                <a:cubicBezTo>
                  <a:pt x="66" y="232"/>
                  <a:pt x="66" y="231"/>
                  <a:pt x="66" y="230"/>
                </a:cubicBezTo>
                <a:close/>
                <a:moveTo>
                  <a:pt x="1" y="307"/>
                </a:moveTo>
                <a:cubicBezTo>
                  <a:pt x="50" y="271"/>
                  <a:pt x="50" y="271"/>
                  <a:pt x="50" y="271"/>
                </a:cubicBezTo>
                <a:cubicBezTo>
                  <a:pt x="51" y="270"/>
                  <a:pt x="52" y="269"/>
                  <a:pt x="53" y="269"/>
                </a:cubicBezTo>
                <a:cubicBezTo>
                  <a:pt x="54" y="268"/>
                  <a:pt x="54" y="268"/>
                  <a:pt x="54" y="268"/>
                </a:cubicBezTo>
                <a:cubicBezTo>
                  <a:pt x="54" y="268"/>
                  <a:pt x="54" y="268"/>
                  <a:pt x="54" y="268"/>
                </a:cubicBezTo>
                <a:cubicBezTo>
                  <a:pt x="53" y="268"/>
                  <a:pt x="52" y="268"/>
                  <a:pt x="51" y="268"/>
                </a:cubicBezTo>
                <a:cubicBezTo>
                  <a:pt x="1" y="268"/>
                  <a:pt x="1" y="268"/>
                  <a:pt x="1" y="268"/>
                </a:cubicBezTo>
                <a:cubicBezTo>
                  <a:pt x="1" y="264"/>
                  <a:pt x="1" y="264"/>
                  <a:pt x="1" y="264"/>
                </a:cubicBezTo>
                <a:cubicBezTo>
                  <a:pt x="62" y="264"/>
                  <a:pt x="62" y="264"/>
                  <a:pt x="62" y="264"/>
                </a:cubicBezTo>
                <a:cubicBezTo>
                  <a:pt x="62" y="267"/>
                  <a:pt x="62" y="267"/>
                  <a:pt x="62" y="267"/>
                </a:cubicBezTo>
                <a:cubicBezTo>
                  <a:pt x="13" y="303"/>
                  <a:pt x="13" y="303"/>
                  <a:pt x="13" y="303"/>
                </a:cubicBezTo>
                <a:cubicBezTo>
                  <a:pt x="12" y="304"/>
                  <a:pt x="11" y="305"/>
                  <a:pt x="9" y="306"/>
                </a:cubicBezTo>
                <a:cubicBezTo>
                  <a:pt x="9" y="306"/>
                  <a:pt x="9" y="306"/>
                  <a:pt x="9" y="306"/>
                </a:cubicBezTo>
                <a:cubicBezTo>
                  <a:pt x="11" y="306"/>
                  <a:pt x="13" y="306"/>
                  <a:pt x="14" y="306"/>
                </a:cubicBezTo>
                <a:cubicBezTo>
                  <a:pt x="62" y="306"/>
                  <a:pt x="62" y="306"/>
                  <a:pt x="62" y="306"/>
                </a:cubicBezTo>
                <a:cubicBezTo>
                  <a:pt x="62" y="310"/>
                  <a:pt x="62" y="310"/>
                  <a:pt x="62" y="310"/>
                </a:cubicBezTo>
                <a:cubicBezTo>
                  <a:pt x="1" y="310"/>
                  <a:pt x="1" y="310"/>
                  <a:pt x="1" y="310"/>
                </a:cubicBezTo>
                <a:lnTo>
                  <a:pt x="1" y="307"/>
                </a:lnTo>
                <a:close/>
                <a:moveTo>
                  <a:pt x="54" y="330"/>
                </a:moveTo>
                <a:cubicBezTo>
                  <a:pt x="48" y="325"/>
                  <a:pt x="40" y="322"/>
                  <a:pt x="31" y="322"/>
                </a:cubicBezTo>
                <a:cubicBezTo>
                  <a:pt x="22" y="322"/>
                  <a:pt x="14" y="325"/>
                  <a:pt x="8" y="330"/>
                </a:cubicBezTo>
                <a:cubicBezTo>
                  <a:pt x="3" y="335"/>
                  <a:pt x="0" y="342"/>
                  <a:pt x="0" y="350"/>
                </a:cubicBezTo>
                <a:cubicBezTo>
                  <a:pt x="0" y="359"/>
                  <a:pt x="3" y="366"/>
                  <a:pt x="8" y="371"/>
                </a:cubicBezTo>
                <a:cubicBezTo>
                  <a:pt x="14" y="376"/>
                  <a:pt x="22" y="379"/>
                  <a:pt x="32" y="379"/>
                </a:cubicBezTo>
                <a:cubicBezTo>
                  <a:pt x="41" y="379"/>
                  <a:pt x="49" y="376"/>
                  <a:pt x="54" y="371"/>
                </a:cubicBezTo>
                <a:cubicBezTo>
                  <a:pt x="60" y="366"/>
                  <a:pt x="63" y="360"/>
                  <a:pt x="63" y="351"/>
                </a:cubicBezTo>
                <a:cubicBezTo>
                  <a:pt x="63" y="342"/>
                  <a:pt x="60" y="335"/>
                  <a:pt x="54" y="330"/>
                </a:cubicBezTo>
                <a:close/>
                <a:moveTo>
                  <a:pt x="52" y="368"/>
                </a:moveTo>
                <a:cubicBezTo>
                  <a:pt x="47" y="372"/>
                  <a:pt x="40" y="375"/>
                  <a:pt x="32" y="375"/>
                </a:cubicBezTo>
                <a:cubicBezTo>
                  <a:pt x="23" y="375"/>
                  <a:pt x="16" y="372"/>
                  <a:pt x="11" y="368"/>
                </a:cubicBezTo>
                <a:cubicBezTo>
                  <a:pt x="6" y="364"/>
                  <a:pt x="4" y="358"/>
                  <a:pt x="4" y="350"/>
                </a:cubicBezTo>
                <a:cubicBezTo>
                  <a:pt x="4" y="343"/>
                  <a:pt x="6" y="337"/>
                  <a:pt x="11" y="333"/>
                </a:cubicBezTo>
                <a:cubicBezTo>
                  <a:pt x="16" y="329"/>
                  <a:pt x="23" y="327"/>
                  <a:pt x="31" y="327"/>
                </a:cubicBezTo>
                <a:cubicBezTo>
                  <a:pt x="39" y="327"/>
                  <a:pt x="46" y="329"/>
                  <a:pt x="51" y="333"/>
                </a:cubicBezTo>
                <a:cubicBezTo>
                  <a:pt x="56" y="338"/>
                  <a:pt x="59" y="344"/>
                  <a:pt x="59" y="351"/>
                </a:cubicBezTo>
                <a:cubicBezTo>
                  <a:pt x="59" y="358"/>
                  <a:pt x="56" y="364"/>
                  <a:pt x="52" y="368"/>
                </a:cubicBezTo>
                <a:close/>
                <a:moveTo>
                  <a:pt x="66" y="344"/>
                </a:moveTo>
                <a:cubicBezTo>
                  <a:pt x="66" y="343"/>
                  <a:pt x="66" y="342"/>
                  <a:pt x="67" y="342"/>
                </a:cubicBezTo>
                <a:cubicBezTo>
                  <a:pt x="67" y="341"/>
                  <a:pt x="68" y="341"/>
                  <a:pt x="69" y="341"/>
                </a:cubicBezTo>
                <a:cubicBezTo>
                  <a:pt x="70" y="341"/>
                  <a:pt x="70" y="341"/>
                  <a:pt x="71" y="342"/>
                </a:cubicBezTo>
                <a:cubicBezTo>
                  <a:pt x="71" y="342"/>
                  <a:pt x="72" y="343"/>
                  <a:pt x="72" y="344"/>
                </a:cubicBezTo>
                <a:cubicBezTo>
                  <a:pt x="72" y="344"/>
                  <a:pt x="71" y="345"/>
                  <a:pt x="71" y="346"/>
                </a:cubicBezTo>
                <a:cubicBezTo>
                  <a:pt x="70" y="346"/>
                  <a:pt x="70" y="347"/>
                  <a:pt x="69" y="347"/>
                </a:cubicBezTo>
                <a:cubicBezTo>
                  <a:pt x="68" y="347"/>
                  <a:pt x="67" y="346"/>
                  <a:pt x="67" y="346"/>
                </a:cubicBezTo>
                <a:cubicBezTo>
                  <a:pt x="66" y="345"/>
                  <a:pt x="66" y="345"/>
                  <a:pt x="66" y="344"/>
                </a:cubicBezTo>
                <a:close/>
                <a:moveTo>
                  <a:pt x="66" y="358"/>
                </a:moveTo>
                <a:cubicBezTo>
                  <a:pt x="66" y="357"/>
                  <a:pt x="66" y="356"/>
                  <a:pt x="67" y="356"/>
                </a:cubicBezTo>
                <a:cubicBezTo>
                  <a:pt x="67" y="355"/>
                  <a:pt x="68" y="355"/>
                  <a:pt x="69" y="355"/>
                </a:cubicBezTo>
                <a:cubicBezTo>
                  <a:pt x="70" y="355"/>
                  <a:pt x="70" y="355"/>
                  <a:pt x="71" y="356"/>
                </a:cubicBezTo>
                <a:cubicBezTo>
                  <a:pt x="71" y="356"/>
                  <a:pt x="72" y="357"/>
                  <a:pt x="72" y="358"/>
                </a:cubicBezTo>
                <a:cubicBezTo>
                  <a:pt x="72" y="359"/>
                  <a:pt x="71" y="359"/>
                  <a:pt x="71" y="360"/>
                </a:cubicBezTo>
                <a:cubicBezTo>
                  <a:pt x="70" y="361"/>
                  <a:pt x="70" y="361"/>
                  <a:pt x="69" y="361"/>
                </a:cubicBezTo>
                <a:cubicBezTo>
                  <a:pt x="68" y="361"/>
                  <a:pt x="67" y="361"/>
                  <a:pt x="67" y="360"/>
                </a:cubicBezTo>
                <a:cubicBezTo>
                  <a:pt x="66" y="359"/>
                  <a:pt x="66" y="359"/>
                  <a:pt x="66" y="358"/>
                </a:cubicBezTo>
                <a:close/>
                <a:moveTo>
                  <a:pt x="1" y="444"/>
                </a:moveTo>
                <a:cubicBezTo>
                  <a:pt x="44" y="444"/>
                  <a:pt x="44" y="444"/>
                  <a:pt x="44" y="444"/>
                </a:cubicBezTo>
                <a:cubicBezTo>
                  <a:pt x="45" y="444"/>
                  <a:pt x="48" y="444"/>
                  <a:pt x="53" y="444"/>
                </a:cubicBezTo>
                <a:cubicBezTo>
                  <a:pt x="53" y="444"/>
                  <a:pt x="53" y="444"/>
                  <a:pt x="53" y="444"/>
                </a:cubicBezTo>
                <a:cubicBezTo>
                  <a:pt x="51" y="443"/>
                  <a:pt x="49" y="443"/>
                  <a:pt x="48" y="442"/>
                </a:cubicBezTo>
                <a:cubicBezTo>
                  <a:pt x="1" y="420"/>
                  <a:pt x="1" y="420"/>
                  <a:pt x="1" y="420"/>
                </a:cubicBezTo>
                <a:cubicBezTo>
                  <a:pt x="1" y="419"/>
                  <a:pt x="1" y="419"/>
                  <a:pt x="1" y="419"/>
                </a:cubicBezTo>
                <a:cubicBezTo>
                  <a:pt x="47" y="397"/>
                  <a:pt x="47" y="397"/>
                  <a:pt x="47" y="397"/>
                </a:cubicBezTo>
                <a:cubicBezTo>
                  <a:pt x="49" y="397"/>
                  <a:pt x="51" y="396"/>
                  <a:pt x="53" y="395"/>
                </a:cubicBezTo>
                <a:cubicBezTo>
                  <a:pt x="53" y="395"/>
                  <a:pt x="53" y="395"/>
                  <a:pt x="53" y="395"/>
                </a:cubicBezTo>
                <a:cubicBezTo>
                  <a:pt x="50" y="395"/>
                  <a:pt x="48" y="396"/>
                  <a:pt x="45" y="396"/>
                </a:cubicBezTo>
                <a:cubicBezTo>
                  <a:pt x="1" y="396"/>
                  <a:pt x="1" y="396"/>
                  <a:pt x="1" y="396"/>
                </a:cubicBezTo>
                <a:cubicBezTo>
                  <a:pt x="1" y="391"/>
                  <a:pt x="1" y="391"/>
                  <a:pt x="1" y="391"/>
                </a:cubicBezTo>
                <a:cubicBezTo>
                  <a:pt x="62" y="391"/>
                  <a:pt x="62" y="391"/>
                  <a:pt x="62" y="391"/>
                </a:cubicBezTo>
                <a:cubicBezTo>
                  <a:pt x="62" y="395"/>
                  <a:pt x="62" y="395"/>
                  <a:pt x="62" y="395"/>
                </a:cubicBezTo>
                <a:cubicBezTo>
                  <a:pt x="13" y="418"/>
                  <a:pt x="13" y="418"/>
                  <a:pt x="13" y="418"/>
                </a:cubicBezTo>
                <a:cubicBezTo>
                  <a:pt x="12" y="418"/>
                  <a:pt x="12" y="418"/>
                  <a:pt x="12" y="418"/>
                </a:cubicBezTo>
                <a:cubicBezTo>
                  <a:pt x="11" y="419"/>
                  <a:pt x="11" y="419"/>
                  <a:pt x="10" y="419"/>
                </a:cubicBezTo>
                <a:cubicBezTo>
                  <a:pt x="9" y="419"/>
                  <a:pt x="9" y="419"/>
                  <a:pt x="8" y="420"/>
                </a:cubicBezTo>
                <a:cubicBezTo>
                  <a:pt x="8" y="420"/>
                  <a:pt x="8" y="420"/>
                  <a:pt x="8" y="420"/>
                </a:cubicBezTo>
                <a:cubicBezTo>
                  <a:pt x="9" y="421"/>
                  <a:pt x="9" y="421"/>
                  <a:pt x="9" y="421"/>
                </a:cubicBezTo>
                <a:cubicBezTo>
                  <a:pt x="9" y="421"/>
                  <a:pt x="10" y="421"/>
                  <a:pt x="13" y="422"/>
                </a:cubicBezTo>
                <a:cubicBezTo>
                  <a:pt x="62" y="444"/>
                  <a:pt x="62" y="444"/>
                  <a:pt x="62" y="444"/>
                </a:cubicBezTo>
                <a:cubicBezTo>
                  <a:pt x="62" y="448"/>
                  <a:pt x="62" y="448"/>
                  <a:pt x="62" y="448"/>
                </a:cubicBezTo>
                <a:cubicBezTo>
                  <a:pt x="1" y="448"/>
                  <a:pt x="1" y="448"/>
                  <a:pt x="1" y="448"/>
                </a:cubicBezTo>
                <a:lnTo>
                  <a:pt x="1" y="444"/>
                </a:lnTo>
                <a:close/>
              </a:path>
            </a:pathLst>
          </a:custGeom>
          <a:solidFill>
            <a:srgbClr val="FF5C39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34" name="Freeform 252">
            <a:extLst>
              <a:ext uri="{FF2B5EF4-FFF2-40B4-BE49-F238E27FC236}">
                <a16:creationId xmlns:a16="http://schemas.microsoft.com/office/drawing/2014/main" id="{6A8107D6-D389-0024-1FB2-C768F7C00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 rot="16200000">
            <a:off x="6854383" y="5099479"/>
            <a:ext cx="267154" cy="1080177"/>
          </a:xfrm>
          <a:custGeom>
            <a:avLst/>
            <a:gdLst>
              <a:gd name="T0" fmla="*/ 0 w 88"/>
              <a:gd name="T1" fmla="*/ 31 h 355"/>
              <a:gd name="T2" fmla="*/ 33 w 88"/>
              <a:gd name="T3" fmla="*/ 0 h 355"/>
              <a:gd name="T4" fmla="*/ 69 w 88"/>
              <a:gd name="T5" fmla="*/ 34 h 355"/>
              <a:gd name="T6" fmla="*/ 62 w 88"/>
              <a:gd name="T7" fmla="*/ 49 h 355"/>
              <a:gd name="T8" fmla="*/ 56 w 88"/>
              <a:gd name="T9" fmla="*/ 13 h 355"/>
              <a:gd name="T10" fmla="*/ 12 w 88"/>
              <a:gd name="T11" fmla="*/ 13 h 355"/>
              <a:gd name="T12" fmla="*/ 7 w 88"/>
              <a:gd name="T13" fmla="*/ 49 h 355"/>
              <a:gd name="T14" fmla="*/ 1 w 88"/>
              <a:gd name="T15" fmla="*/ 58 h 355"/>
              <a:gd name="T16" fmla="*/ 22 w 88"/>
              <a:gd name="T17" fmla="*/ 70 h 355"/>
              <a:gd name="T18" fmla="*/ 1 w 88"/>
              <a:gd name="T19" fmla="*/ 107 h 355"/>
              <a:gd name="T20" fmla="*/ 68 w 88"/>
              <a:gd name="T21" fmla="*/ 87 h 355"/>
              <a:gd name="T22" fmla="*/ 1 w 88"/>
              <a:gd name="T23" fmla="*/ 58 h 355"/>
              <a:gd name="T24" fmla="*/ 60 w 88"/>
              <a:gd name="T25" fmla="*/ 86 h 355"/>
              <a:gd name="T26" fmla="*/ 26 w 88"/>
              <a:gd name="T27" fmla="*/ 98 h 355"/>
              <a:gd name="T28" fmla="*/ 57 w 88"/>
              <a:gd name="T29" fmla="*/ 83 h 355"/>
              <a:gd name="T30" fmla="*/ 73 w 88"/>
              <a:gd name="T31" fmla="*/ 81 h 355"/>
              <a:gd name="T32" fmla="*/ 88 w 88"/>
              <a:gd name="T33" fmla="*/ 88 h 355"/>
              <a:gd name="T34" fmla="*/ 73 w 88"/>
              <a:gd name="T35" fmla="*/ 81 h 355"/>
              <a:gd name="T36" fmla="*/ 49 w 88"/>
              <a:gd name="T37" fmla="*/ 183 h 355"/>
              <a:gd name="T38" fmla="*/ 58 w 88"/>
              <a:gd name="T39" fmla="*/ 183 h 355"/>
              <a:gd name="T40" fmla="*/ 1 w 88"/>
              <a:gd name="T41" fmla="*/ 156 h 355"/>
              <a:gd name="T42" fmla="*/ 52 w 88"/>
              <a:gd name="T43" fmla="*/ 131 h 355"/>
              <a:gd name="T44" fmla="*/ 59 w 88"/>
              <a:gd name="T45" fmla="*/ 128 h 355"/>
              <a:gd name="T46" fmla="*/ 1 w 88"/>
              <a:gd name="T47" fmla="*/ 129 h 355"/>
              <a:gd name="T48" fmla="*/ 68 w 88"/>
              <a:gd name="T49" fmla="*/ 124 h 355"/>
              <a:gd name="T50" fmla="*/ 14 w 88"/>
              <a:gd name="T51" fmla="*/ 154 h 355"/>
              <a:gd name="T52" fmla="*/ 11 w 88"/>
              <a:gd name="T53" fmla="*/ 155 h 355"/>
              <a:gd name="T54" fmla="*/ 8 w 88"/>
              <a:gd name="T55" fmla="*/ 156 h 355"/>
              <a:gd name="T56" fmla="*/ 14 w 88"/>
              <a:gd name="T57" fmla="*/ 158 h 355"/>
              <a:gd name="T58" fmla="*/ 68 w 88"/>
              <a:gd name="T59" fmla="*/ 187 h 355"/>
              <a:gd name="T60" fmla="*/ 1 w 88"/>
              <a:gd name="T61" fmla="*/ 183 h 355"/>
              <a:gd name="T62" fmla="*/ 67 w 88"/>
              <a:gd name="T63" fmla="*/ 291 h 355"/>
              <a:gd name="T64" fmla="*/ 64 w 88"/>
              <a:gd name="T65" fmla="*/ 286 h 355"/>
              <a:gd name="T66" fmla="*/ 64 w 88"/>
              <a:gd name="T67" fmla="*/ 280 h 355"/>
              <a:gd name="T68" fmla="*/ 69 w 88"/>
              <a:gd name="T69" fmla="*/ 260 h 355"/>
              <a:gd name="T70" fmla="*/ 60 w 88"/>
              <a:gd name="T71" fmla="*/ 236 h 355"/>
              <a:gd name="T72" fmla="*/ 34 w 88"/>
              <a:gd name="T73" fmla="*/ 227 h 355"/>
              <a:gd name="T74" fmla="*/ 9 w 88"/>
              <a:gd name="T75" fmla="*/ 236 h 355"/>
              <a:gd name="T76" fmla="*/ 0 w 88"/>
              <a:gd name="T77" fmla="*/ 258 h 355"/>
              <a:gd name="T78" fmla="*/ 9 w 88"/>
              <a:gd name="T79" fmla="*/ 282 h 355"/>
              <a:gd name="T80" fmla="*/ 35 w 88"/>
              <a:gd name="T81" fmla="*/ 290 h 355"/>
              <a:gd name="T82" fmla="*/ 60 w 88"/>
              <a:gd name="T83" fmla="*/ 284 h 355"/>
              <a:gd name="T84" fmla="*/ 70 w 88"/>
              <a:gd name="T85" fmla="*/ 296 h 355"/>
              <a:gd name="T86" fmla="*/ 76 w 88"/>
              <a:gd name="T87" fmla="*/ 295 h 355"/>
              <a:gd name="T88" fmla="*/ 70 w 88"/>
              <a:gd name="T89" fmla="*/ 291 h 355"/>
              <a:gd name="T90" fmla="*/ 47 w 88"/>
              <a:gd name="T91" fmla="*/ 284 h 355"/>
              <a:gd name="T92" fmla="*/ 22 w 88"/>
              <a:gd name="T93" fmla="*/ 284 h 355"/>
              <a:gd name="T94" fmla="*/ 6 w 88"/>
              <a:gd name="T95" fmla="*/ 270 h 355"/>
              <a:gd name="T96" fmla="*/ 6 w 88"/>
              <a:gd name="T97" fmla="*/ 247 h 355"/>
              <a:gd name="T98" fmla="*/ 22 w 88"/>
              <a:gd name="T99" fmla="*/ 234 h 355"/>
              <a:gd name="T100" fmla="*/ 47 w 88"/>
              <a:gd name="T101" fmla="*/ 234 h 355"/>
              <a:gd name="T102" fmla="*/ 63 w 88"/>
              <a:gd name="T103" fmla="*/ 248 h 355"/>
              <a:gd name="T104" fmla="*/ 63 w 88"/>
              <a:gd name="T105" fmla="*/ 270 h 355"/>
              <a:gd name="T106" fmla="*/ 1 w 88"/>
              <a:gd name="T107" fmla="*/ 352 h 355"/>
              <a:gd name="T108" fmla="*/ 58 w 88"/>
              <a:gd name="T109" fmla="*/ 309 h 355"/>
              <a:gd name="T110" fmla="*/ 59 w 88"/>
              <a:gd name="T111" fmla="*/ 309 h 355"/>
              <a:gd name="T112" fmla="*/ 1 w 88"/>
              <a:gd name="T113" fmla="*/ 309 h 355"/>
              <a:gd name="T114" fmla="*/ 68 w 88"/>
              <a:gd name="T115" fmla="*/ 304 h 355"/>
              <a:gd name="T116" fmla="*/ 14 w 88"/>
              <a:gd name="T117" fmla="*/ 347 h 355"/>
              <a:gd name="T118" fmla="*/ 10 w 88"/>
              <a:gd name="T119" fmla="*/ 351 h 355"/>
              <a:gd name="T120" fmla="*/ 68 w 88"/>
              <a:gd name="T121" fmla="*/ 350 h 355"/>
              <a:gd name="T122" fmla="*/ 1 w 88"/>
              <a:gd name="T123" fmla="*/ 355 h 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88" h="355">
                <a:moveTo>
                  <a:pt x="3" y="49"/>
                </a:moveTo>
                <a:cubicBezTo>
                  <a:pt x="1" y="43"/>
                  <a:pt x="0" y="37"/>
                  <a:pt x="0" y="31"/>
                </a:cubicBezTo>
                <a:cubicBezTo>
                  <a:pt x="0" y="22"/>
                  <a:pt x="3" y="15"/>
                  <a:pt x="9" y="9"/>
                </a:cubicBezTo>
                <a:cubicBezTo>
                  <a:pt x="15" y="3"/>
                  <a:pt x="23" y="0"/>
                  <a:pt x="33" y="0"/>
                </a:cubicBezTo>
                <a:cubicBezTo>
                  <a:pt x="44" y="0"/>
                  <a:pt x="53" y="3"/>
                  <a:pt x="59" y="10"/>
                </a:cubicBezTo>
                <a:cubicBezTo>
                  <a:pt x="66" y="16"/>
                  <a:pt x="69" y="24"/>
                  <a:pt x="69" y="34"/>
                </a:cubicBezTo>
                <a:cubicBezTo>
                  <a:pt x="69" y="39"/>
                  <a:pt x="68" y="44"/>
                  <a:pt x="67" y="49"/>
                </a:cubicBezTo>
                <a:cubicBezTo>
                  <a:pt x="62" y="49"/>
                  <a:pt x="62" y="49"/>
                  <a:pt x="62" y="49"/>
                </a:cubicBezTo>
                <a:cubicBezTo>
                  <a:pt x="64" y="44"/>
                  <a:pt x="65" y="39"/>
                  <a:pt x="65" y="34"/>
                </a:cubicBezTo>
                <a:cubicBezTo>
                  <a:pt x="65" y="25"/>
                  <a:pt x="62" y="18"/>
                  <a:pt x="56" y="13"/>
                </a:cubicBezTo>
                <a:cubicBezTo>
                  <a:pt x="51" y="8"/>
                  <a:pt x="43" y="5"/>
                  <a:pt x="34" y="5"/>
                </a:cubicBezTo>
                <a:cubicBezTo>
                  <a:pt x="24" y="5"/>
                  <a:pt x="17" y="7"/>
                  <a:pt x="12" y="13"/>
                </a:cubicBezTo>
                <a:cubicBezTo>
                  <a:pt x="6" y="18"/>
                  <a:pt x="4" y="24"/>
                  <a:pt x="4" y="32"/>
                </a:cubicBezTo>
                <a:cubicBezTo>
                  <a:pt x="4" y="38"/>
                  <a:pt x="5" y="44"/>
                  <a:pt x="7" y="49"/>
                </a:cubicBezTo>
                <a:lnTo>
                  <a:pt x="3" y="49"/>
                </a:lnTo>
                <a:close/>
                <a:moveTo>
                  <a:pt x="1" y="58"/>
                </a:moveTo>
                <a:cubicBezTo>
                  <a:pt x="1" y="63"/>
                  <a:pt x="1" y="63"/>
                  <a:pt x="1" y="63"/>
                </a:cubicBezTo>
                <a:cubicBezTo>
                  <a:pt x="22" y="70"/>
                  <a:pt x="22" y="70"/>
                  <a:pt x="22" y="70"/>
                </a:cubicBezTo>
                <a:cubicBezTo>
                  <a:pt x="22" y="100"/>
                  <a:pt x="22" y="100"/>
                  <a:pt x="22" y="100"/>
                </a:cubicBezTo>
                <a:cubicBezTo>
                  <a:pt x="1" y="107"/>
                  <a:pt x="1" y="107"/>
                  <a:pt x="1" y="107"/>
                </a:cubicBezTo>
                <a:cubicBezTo>
                  <a:pt x="1" y="113"/>
                  <a:pt x="1" y="113"/>
                  <a:pt x="1" y="113"/>
                </a:cubicBezTo>
                <a:cubicBezTo>
                  <a:pt x="68" y="87"/>
                  <a:pt x="68" y="87"/>
                  <a:pt x="68" y="87"/>
                </a:cubicBezTo>
                <a:cubicBezTo>
                  <a:pt x="68" y="83"/>
                  <a:pt x="68" y="83"/>
                  <a:pt x="68" y="83"/>
                </a:cubicBezTo>
                <a:lnTo>
                  <a:pt x="1" y="58"/>
                </a:lnTo>
                <a:close/>
                <a:moveTo>
                  <a:pt x="62" y="85"/>
                </a:moveTo>
                <a:cubicBezTo>
                  <a:pt x="61" y="85"/>
                  <a:pt x="61" y="86"/>
                  <a:pt x="60" y="86"/>
                </a:cubicBezTo>
                <a:cubicBezTo>
                  <a:pt x="59" y="86"/>
                  <a:pt x="58" y="86"/>
                  <a:pt x="57" y="87"/>
                </a:cubicBezTo>
                <a:cubicBezTo>
                  <a:pt x="26" y="98"/>
                  <a:pt x="26" y="98"/>
                  <a:pt x="26" y="98"/>
                </a:cubicBezTo>
                <a:cubicBezTo>
                  <a:pt x="26" y="72"/>
                  <a:pt x="26" y="72"/>
                  <a:pt x="26" y="72"/>
                </a:cubicBezTo>
                <a:cubicBezTo>
                  <a:pt x="57" y="83"/>
                  <a:pt x="57" y="83"/>
                  <a:pt x="57" y="83"/>
                </a:cubicBezTo>
                <a:cubicBezTo>
                  <a:pt x="58" y="84"/>
                  <a:pt x="60" y="84"/>
                  <a:pt x="62" y="85"/>
                </a:cubicBezTo>
                <a:close/>
                <a:moveTo>
                  <a:pt x="73" y="81"/>
                </a:moveTo>
                <a:cubicBezTo>
                  <a:pt x="73" y="77"/>
                  <a:pt x="73" y="77"/>
                  <a:pt x="73" y="77"/>
                </a:cubicBezTo>
                <a:cubicBezTo>
                  <a:pt x="88" y="88"/>
                  <a:pt x="88" y="88"/>
                  <a:pt x="88" y="88"/>
                </a:cubicBezTo>
                <a:cubicBezTo>
                  <a:pt x="88" y="93"/>
                  <a:pt x="88" y="93"/>
                  <a:pt x="88" y="93"/>
                </a:cubicBezTo>
                <a:lnTo>
                  <a:pt x="73" y="81"/>
                </a:lnTo>
                <a:close/>
                <a:moveTo>
                  <a:pt x="1" y="183"/>
                </a:moveTo>
                <a:cubicBezTo>
                  <a:pt x="49" y="183"/>
                  <a:pt x="49" y="183"/>
                  <a:pt x="49" y="183"/>
                </a:cubicBezTo>
                <a:cubicBezTo>
                  <a:pt x="50" y="183"/>
                  <a:pt x="53" y="183"/>
                  <a:pt x="58" y="183"/>
                </a:cubicBezTo>
                <a:cubicBezTo>
                  <a:pt x="58" y="183"/>
                  <a:pt x="58" y="183"/>
                  <a:pt x="58" y="183"/>
                </a:cubicBezTo>
                <a:cubicBezTo>
                  <a:pt x="56" y="182"/>
                  <a:pt x="54" y="181"/>
                  <a:pt x="53" y="180"/>
                </a:cubicBezTo>
                <a:cubicBezTo>
                  <a:pt x="1" y="156"/>
                  <a:pt x="1" y="156"/>
                  <a:pt x="1" y="156"/>
                </a:cubicBezTo>
                <a:cubicBezTo>
                  <a:pt x="1" y="155"/>
                  <a:pt x="1" y="155"/>
                  <a:pt x="1" y="155"/>
                </a:cubicBezTo>
                <a:cubicBezTo>
                  <a:pt x="52" y="131"/>
                  <a:pt x="52" y="131"/>
                  <a:pt x="52" y="131"/>
                </a:cubicBezTo>
                <a:cubicBezTo>
                  <a:pt x="54" y="130"/>
                  <a:pt x="56" y="129"/>
                  <a:pt x="59" y="129"/>
                </a:cubicBezTo>
                <a:cubicBezTo>
                  <a:pt x="59" y="128"/>
                  <a:pt x="59" y="128"/>
                  <a:pt x="59" y="128"/>
                </a:cubicBezTo>
                <a:cubicBezTo>
                  <a:pt x="56" y="129"/>
                  <a:pt x="53" y="129"/>
                  <a:pt x="50" y="129"/>
                </a:cubicBezTo>
                <a:cubicBezTo>
                  <a:pt x="1" y="129"/>
                  <a:pt x="1" y="129"/>
                  <a:pt x="1" y="129"/>
                </a:cubicBezTo>
                <a:cubicBezTo>
                  <a:pt x="1" y="124"/>
                  <a:pt x="1" y="124"/>
                  <a:pt x="1" y="124"/>
                </a:cubicBezTo>
                <a:cubicBezTo>
                  <a:pt x="68" y="124"/>
                  <a:pt x="68" y="124"/>
                  <a:pt x="68" y="124"/>
                </a:cubicBezTo>
                <a:cubicBezTo>
                  <a:pt x="68" y="128"/>
                  <a:pt x="68" y="128"/>
                  <a:pt x="68" y="128"/>
                </a:cubicBezTo>
                <a:cubicBezTo>
                  <a:pt x="14" y="154"/>
                  <a:pt x="14" y="154"/>
                  <a:pt x="14" y="154"/>
                </a:cubicBezTo>
                <a:cubicBezTo>
                  <a:pt x="13" y="154"/>
                  <a:pt x="13" y="154"/>
                  <a:pt x="13" y="154"/>
                </a:cubicBezTo>
                <a:cubicBezTo>
                  <a:pt x="12" y="154"/>
                  <a:pt x="11" y="154"/>
                  <a:pt x="11" y="155"/>
                </a:cubicBezTo>
                <a:cubicBezTo>
                  <a:pt x="10" y="155"/>
                  <a:pt x="9" y="155"/>
                  <a:pt x="8" y="156"/>
                </a:cubicBezTo>
                <a:cubicBezTo>
                  <a:pt x="8" y="156"/>
                  <a:pt x="8" y="156"/>
                  <a:pt x="8" y="156"/>
                </a:cubicBezTo>
                <a:cubicBezTo>
                  <a:pt x="10" y="156"/>
                  <a:pt x="10" y="156"/>
                  <a:pt x="10" y="156"/>
                </a:cubicBezTo>
                <a:cubicBezTo>
                  <a:pt x="10" y="157"/>
                  <a:pt x="11" y="157"/>
                  <a:pt x="14" y="158"/>
                </a:cubicBezTo>
                <a:cubicBezTo>
                  <a:pt x="68" y="183"/>
                  <a:pt x="68" y="183"/>
                  <a:pt x="68" y="183"/>
                </a:cubicBezTo>
                <a:cubicBezTo>
                  <a:pt x="68" y="187"/>
                  <a:pt x="68" y="187"/>
                  <a:pt x="68" y="187"/>
                </a:cubicBezTo>
                <a:cubicBezTo>
                  <a:pt x="1" y="187"/>
                  <a:pt x="1" y="187"/>
                  <a:pt x="1" y="187"/>
                </a:cubicBezTo>
                <a:lnTo>
                  <a:pt x="1" y="183"/>
                </a:lnTo>
                <a:close/>
                <a:moveTo>
                  <a:pt x="70" y="291"/>
                </a:moveTo>
                <a:cubicBezTo>
                  <a:pt x="69" y="291"/>
                  <a:pt x="68" y="291"/>
                  <a:pt x="67" y="291"/>
                </a:cubicBezTo>
                <a:cubicBezTo>
                  <a:pt x="66" y="290"/>
                  <a:pt x="66" y="290"/>
                  <a:pt x="65" y="289"/>
                </a:cubicBezTo>
                <a:cubicBezTo>
                  <a:pt x="65" y="288"/>
                  <a:pt x="64" y="287"/>
                  <a:pt x="64" y="286"/>
                </a:cubicBezTo>
                <a:cubicBezTo>
                  <a:pt x="64" y="285"/>
                  <a:pt x="64" y="284"/>
                  <a:pt x="64" y="282"/>
                </a:cubicBezTo>
                <a:cubicBezTo>
                  <a:pt x="64" y="281"/>
                  <a:pt x="64" y="280"/>
                  <a:pt x="64" y="280"/>
                </a:cubicBezTo>
                <a:cubicBezTo>
                  <a:pt x="64" y="279"/>
                  <a:pt x="64" y="278"/>
                  <a:pt x="64" y="277"/>
                </a:cubicBezTo>
                <a:cubicBezTo>
                  <a:pt x="67" y="272"/>
                  <a:pt x="69" y="267"/>
                  <a:pt x="69" y="260"/>
                </a:cubicBezTo>
                <a:cubicBezTo>
                  <a:pt x="69" y="255"/>
                  <a:pt x="68" y="250"/>
                  <a:pt x="67" y="246"/>
                </a:cubicBezTo>
                <a:cubicBezTo>
                  <a:pt x="65" y="242"/>
                  <a:pt x="63" y="239"/>
                  <a:pt x="60" y="236"/>
                </a:cubicBezTo>
                <a:cubicBezTo>
                  <a:pt x="56" y="233"/>
                  <a:pt x="53" y="231"/>
                  <a:pt x="48" y="229"/>
                </a:cubicBezTo>
                <a:cubicBezTo>
                  <a:pt x="44" y="228"/>
                  <a:pt x="39" y="227"/>
                  <a:pt x="34" y="227"/>
                </a:cubicBezTo>
                <a:cubicBezTo>
                  <a:pt x="29" y="227"/>
                  <a:pt x="24" y="228"/>
                  <a:pt x="20" y="229"/>
                </a:cubicBezTo>
                <a:cubicBezTo>
                  <a:pt x="16" y="231"/>
                  <a:pt x="12" y="233"/>
                  <a:pt x="9" y="236"/>
                </a:cubicBezTo>
                <a:cubicBezTo>
                  <a:pt x="6" y="238"/>
                  <a:pt x="4" y="242"/>
                  <a:pt x="2" y="245"/>
                </a:cubicBezTo>
                <a:cubicBezTo>
                  <a:pt x="0" y="249"/>
                  <a:pt x="0" y="254"/>
                  <a:pt x="0" y="258"/>
                </a:cubicBezTo>
                <a:cubicBezTo>
                  <a:pt x="0" y="263"/>
                  <a:pt x="0" y="268"/>
                  <a:pt x="2" y="271"/>
                </a:cubicBezTo>
                <a:cubicBezTo>
                  <a:pt x="4" y="275"/>
                  <a:pt x="6" y="279"/>
                  <a:pt x="9" y="282"/>
                </a:cubicBezTo>
                <a:cubicBezTo>
                  <a:pt x="12" y="284"/>
                  <a:pt x="16" y="286"/>
                  <a:pt x="20" y="288"/>
                </a:cubicBezTo>
                <a:cubicBezTo>
                  <a:pt x="25" y="289"/>
                  <a:pt x="30" y="290"/>
                  <a:pt x="35" y="290"/>
                </a:cubicBezTo>
                <a:cubicBezTo>
                  <a:pt x="45" y="290"/>
                  <a:pt x="53" y="287"/>
                  <a:pt x="60" y="282"/>
                </a:cubicBezTo>
                <a:cubicBezTo>
                  <a:pt x="60" y="284"/>
                  <a:pt x="60" y="284"/>
                  <a:pt x="60" y="284"/>
                </a:cubicBezTo>
                <a:cubicBezTo>
                  <a:pt x="60" y="288"/>
                  <a:pt x="60" y="291"/>
                  <a:pt x="62" y="293"/>
                </a:cubicBezTo>
                <a:cubicBezTo>
                  <a:pt x="64" y="295"/>
                  <a:pt x="66" y="296"/>
                  <a:pt x="70" y="296"/>
                </a:cubicBezTo>
                <a:cubicBezTo>
                  <a:pt x="71" y="296"/>
                  <a:pt x="72" y="296"/>
                  <a:pt x="73" y="296"/>
                </a:cubicBezTo>
                <a:cubicBezTo>
                  <a:pt x="74" y="295"/>
                  <a:pt x="75" y="295"/>
                  <a:pt x="76" y="295"/>
                </a:cubicBezTo>
                <a:cubicBezTo>
                  <a:pt x="76" y="290"/>
                  <a:pt x="76" y="290"/>
                  <a:pt x="76" y="290"/>
                </a:cubicBezTo>
                <a:cubicBezTo>
                  <a:pt x="74" y="291"/>
                  <a:pt x="72" y="291"/>
                  <a:pt x="70" y="291"/>
                </a:cubicBezTo>
                <a:close/>
                <a:moveTo>
                  <a:pt x="57" y="278"/>
                </a:moveTo>
                <a:cubicBezTo>
                  <a:pt x="54" y="281"/>
                  <a:pt x="51" y="282"/>
                  <a:pt x="47" y="284"/>
                </a:cubicBezTo>
                <a:cubicBezTo>
                  <a:pt x="44" y="285"/>
                  <a:pt x="39" y="285"/>
                  <a:pt x="35" y="285"/>
                </a:cubicBezTo>
                <a:cubicBezTo>
                  <a:pt x="30" y="285"/>
                  <a:pt x="25" y="285"/>
                  <a:pt x="22" y="284"/>
                </a:cubicBezTo>
                <a:cubicBezTo>
                  <a:pt x="18" y="282"/>
                  <a:pt x="15" y="280"/>
                  <a:pt x="12" y="278"/>
                </a:cubicBezTo>
                <a:cubicBezTo>
                  <a:pt x="9" y="276"/>
                  <a:pt x="7" y="273"/>
                  <a:pt x="6" y="270"/>
                </a:cubicBezTo>
                <a:cubicBezTo>
                  <a:pt x="4" y="266"/>
                  <a:pt x="4" y="262"/>
                  <a:pt x="4" y="258"/>
                </a:cubicBezTo>
                <a:cubicBezTo>
                  <a:pt x="4" y="254"/>
                  <a:pt x="5" y="251"/>
                  <a:pt x="6" y="247"/>
                </a:cubicBezTo>
                <a:cubicBezTo>
                  <a:pt x="7" y="244"/>
                  <a:pt x="9" y="241"/>
                  <a:pt x="12" y="239"/>
                </a:cubicBezTo>
                <a:cubicBezTo>
                  <a:pt x="15" y="237"/>
                  <a:pt x="18" y="235"/>
                  <a:pt x="22" y="234"/>
                </a:cubicBezTo>
                <a:cubicBezTo>
                  <a:pt x="25" y="233"/>
                  <a:pt x="30" y="232"/>
                  <a:pt x="34" y="232"/>
                </a:cubicBezTo>
                <a:cubicBezTo>
                  <a:pt x="39" y="232"/>
                  <a:pt x="43" y="233"/>
                  <a:pt x="47" y="234"/>
                </a:cubicBezTo>
                <a:cubicBezTo>
                  <a:pt x="51" y="235"/>
                  <a:pt x="54" y="237"/>
                  <a:pt x="56" y="240"/>
                </a:cubicBezTo>
                <a:cubicBezTo>
                  <a:pt x="59" y="242"/>
                  <a:pt x="61" y="245"/>
                  <a:pt x="63" y="248"/>
                </a:cubicBezTo>
                <a:cubicBezTo>
                  <a:pt x="64" y="251"/>
                  <a:pt x="65" y="255"/>
                  <a:pt x="65" y="259"/>
                </a:cubicBezTo>
                <a:cubicBezTo>
                  <a:pt x="65" y="263"/>
                  <a:pt x="64" y="267"/>
                  <a:pt x="63" y="270"/>
                </a:cubicBezTo>
                <a:cubicBezTo>
                  <a:pt x="62" y="273"/>
                  <a:pt x="60" y="276"/>
                  <a:pt x="57" y="278"/>
                </a:cubicBezTo>
                <a:close/>
                <a:moveTo>
                  <a:pt x="1" y="352"/>
                </a:moveTo>
                <a:cubicBezTo>
                  <a:pt x="55" y="312"/>
                  <a:pt x="55" y="312"/>
                  <a:pt x="55" y="312"/>
                </a:cubicBezTo>
                <a:cubicBezTo>
                  <a:pt x="56" y="311"/>
                  <a:pt x="57" y="310"/>
                  <a:pt x="58" y="309"/>
                </a:cubicBezTo>
                <a:cubicBezTo>
                  <a:pt x="59" y="309"/>
                  <a:pt x="59" y="309"/>
                  <a:pt x="59" y="309"/>
                </a:cubicBezTo>
                <a:cubicBezTo>
                  <a:pt x="59" y="309"/>
                  <a:pt x="59" y="309"/>
                  <a:pt x="59" y="309"/>
                </a:cubicBezTo>
                <a:cubicBezTo>
                  <a:pt x="59" y="309"/>
                  <a:pt x="58" y="309"/>
                  <a:pt x="56" y="309"/>
                </a:cubicBezTo>
                <a:cubicBezTo>
                  <a:pt x="1" y="309"/>
                  <a:pt x="1" y="309"/>
                  <a:pt x="1" y="309"/>
                </a:cubicBezTo>
                <a:cubicBezTo>
                  <a:pt x="1" y="304"/>
                  <a:pt x="1" y="304"/>
                  <a:pt x="1" y="304"/>
                </a:cubicBezTo>
                <a:cubicBezTo>
                  <a:pt x="68" y="304"/>
                  <a:pt x="68" y="304"/>
                  <a:pt x="68" y="304"/>
                </a:cubicBezTo>
                <a:cubicBezTo>
                  <a:pt x="68" y="308"/>
                  <a:pt x="68" y="308"/>
                  <a:pt x="68" y="308"/>
                </a:cubicBezTo>
                <a:cubicBezTo>
                  <a:pt x="14" y="347"/>
                  <a:pt x="14" y="347"/>
                  <a:pt x="14" y="347"/>
                </a:cubicBezTo>
                <a:cubicBezTo>
                  <a:pt x="13" y="348"/>
                  <a:pt x="11" y="349"/>
                  <a:pt x="10" y="350"/>
                </a:cubicBezTo>
                <a:cubicBezTo>
                  <a:pt x="10" y="351"/>
                  <a:pt x="10" y="351"/>
                  <a:pt x="10" y="351"/>
                </a:cubicBezTo>
                <a:cubicBezTo>
                  <a:pt x="12" y="350"/>
                  <a:pt x="14" y="350"/>
                  <a:pt x="15" y="350"/>
                </a:cubicBezTo>
                <a:cubicBezTo>
                  <a:pt x="68" y="350"/>
                  <a:pt x="68" y="350"/>
                  <a:pt x="68" y="350"/>
                </a:cubicBezTo>
                <a:cubicBezTo>
                  <a:pt x="68" y="355"/>
                  <a:pt x="68" y="355"/>
                  <a:pt x="68" y="355"/>
                </a:cubicBezTo>
                <a:cubicBezTo>
                  <a:pt x="1" y="355"/>
                  <a:pt x="1" y="355"/>
                  <a:pt x="1" y="355"/>
                </a:cubicBezTo>
                <a:lnTo>
                  <a:pt x="1" y="35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35" name="Freeform 254">
            <a:extLst>
              <a:ext uri="{FF2B5EF4-FFF2-40B4-BE49-F238E27FC236}">
                <a16:creationId xmlns:a16="http://schemas.microsoft.com/office/drawing/2014/main" id="{91BCA01A-F827-EAA3-962D-337FEBAA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269635" y="4428592"/>
            <a:ext cx="981279" cy="146420"/>
          </a:xfrm>
          <a:custGeom>
            <a:avLst/>
            <a:gdLst>
              <a:gd name="T0" fmla="*/ 0 w 323"/>
              <a:gd name="T1" fmla="*/ 24 h 48"/>
              <a:gd name="T2" fmla="*/ 37 w 323"/>
              <a:gd name="T3" fmla="*/ 6 h 48"/>
              <a:gd name="T4" fmla="*/ 21 w 323"/>
              <a:gd name="T5" fmla="*/ 48 h 48"/>
              <a:gd name="T6" fmla="*/ 5 w 323"/>
              <a:gd name="T7" fmla="*/ 24 h 48"/>
              <a:gd name="T8" fmla="*/ 33 w 323"/>
              <a:gd name="T9" fmla="*/ 38 h 48"/>
              <a:gd name="T10" fmla="*/ 22 w 323"/>
              <a:gd name="T11" fmla="*/ 5 h 48"/>
              <a:gd name="T12" fmla="*/ 66 w 323"/>
              <a:gd name="T13" fmla="*/ 1 h 48"/>
              <a:gd name="T14" fmla="*/ 77 w 323"/>
              <a:gd name="T15" fmla="*/ 18 h 48"/>
              <a:gd name="T16" fmla="*/ 78 w 323"/>
              <a:gd name="T17" fmla="*/ 26 h 48"/>
              <a:gd name="T18" fmla="*/ 66 w 323"/>
              <a:gd name="T19" fmla="*/ 47 h 48"/>
              <a:gd name="T20" fmla="*/ 58 w 323"/>
              <a:gd name="T21" fmla="*/ 20 h 48"/>
              <a:gd name="T22" fmla="*/ 73 w 323"/>
              <a:gd name="T23" fmla="*/ 12 h 48"/>
              <a:gd name="T24" fmla="*/ 58 w 323"/>
              <a:gd name="T25" fmla="*/ 25 h 48"/>
              <a:gd name="T26" fmla="*/ 73 w 323"/>
              <a:gd name="T27" fmla="*/ 40 h 48"/>
              <a:gd name="T28" fmla="*/ 58 w 323"/>
              <a:gd name="T29" fmla="*/ 25 h 48"/>
              <a:gd name="T30" fmla="*/ 109 w 323"/>
              <a:gd name="T31" fmla="*/ 34 h 48"/>
              <a:gd name="T32" fmla="*/ 103 w 323"/>
              <a:gd name="T33" fmla="*/ 28 h 48"/>
              <a:gd name="T34" fmla="*/ 96 w 323"/>
              <a:gd name="T35" fmla="*/ 47 h 48"/>
              <a:gd name="T36" fmla="*/ 104 w 323"/>
              <a:gd name="T37" fmla="*/ 1 h 48"/>
              <a:gd name="T38" fmla="*/ 117 w 323"/>
              <a:gd name="T39" fmla="*/ 7 h 48"/>
              <a:gd name="T40" fmla="*/ 116 w 323"/>
              <a:gd name="T41" fmla="*/ 21 h 48"/>
              <a:gd name="T42" fmla="*/ 108 w 323"/>
              <a:gd name="T43" fmla="*/ 26 h 48"/>
              <a:gd name="T44" fmla="*/ 113 w 323"/>
              <a:gd name="T45" fmla="*/ 30 h 48"/>
              <a:gd name="T46" fmla="*/ 96 w 323"/>
              <a:gd name="T47" fmla="*/ 5 h 48"/>
              <a:gd name="T48" fmla="*/ 107 w 323"/>
              <a:gd name="T49" fmla="*/ 22 h 48"/>
              <a:gd name="T50" fmla="*/ 113 w 323"/>
              <a:gd name="T51" fmla="*/ 13 h 48"/>
              <a:gd name="T52" fmla="*/ 96 w 323"/>
              <a:gd name="T53" fmla="*/ 5 h 48"/>
              <a:gd name="T54" fmla="*/ 130 w 323"/>
              <a:gd name="T55" fmla="*/ 1 h 48"/>
              <a:gd name="T56" fmla="*/ 182 w 323"/>
              <a:gd name="T57" fmla="*/ 44 h 48"/>
              <a:gd name="T58" fmla="*/ 145 w 323"/>
              <a:gd name="T59" fmla="*/ 24 h 48"/>
              <a:gd name="T60" fmla="*/ 181 w 323"/>
              <a:gd name="T61" fmla="*/ 2 h 48"/>
              <a:gd name="T62" fmla="*/ 155 w 323"/>
              <a:gd name="T63" fmla="*/ 10 h 48"/>
              <a:gd name="T64" fmla="*/ 167 w 323"/>
              <a:gd name="T65" fmla="*/ 43 h 48"/>
              <a:gd name="T66" fmla="*/ 167 w 323"/>
              <a:gd name="T67" fmla="*/ 28 h 48"/>
              <a:gd name="T68" fmla="*/ 182 w 323"/>
              <a:gd name="T69" fmla="*/ 44 h 48"/>
              <a:gd name="T70" fmla="*/ 218 w 323"/>
              <a:gd name="T71" fmla="*/ 34 h 48"/>
              <a:gd name="T72" fmla="*/ 188 w 323"/>
              <a:gd name="T73" fmla="*/ 47 h 48"/>
              <a:gd name="T74" fmla="*/ 229 w 323"/>
              <a:gd name="T75" fmla="*/ 47 h 48"/>
              <a:gd name="T76" fmla="*/ 208 w 323"/>
              <a:gd name="T77" fmla="*/ 6 h 48"/>
              <a:gd name="T78" fmla="*/ 200 w 323"/>
              <a:gd name="T79" fmla="*/ 29 h 48"/>
              <a:gd name="T80" fmla="*/ 236 w 323"/>
              <a:gd name="T81" fmla="*/ 1 h 48"/>
              <a:gd name="T82" fmla="*/ 266 w 323"/>
              <a:gd name="T83" fmla="*/ 40 h 48"/>
              <a:gd name="T84" fmla="*/ 241 w 323"/>
              <a:gd name="T85" fmla="*/ 5 h 48"/>
              <a:gd name="T86" fmla="*/ 262 w 323"/>
              <a:gd name="T87" fmla="*/ 37 h 48"/>
              <a:gd name="T88" fmla="*/ 241 w 323"/>
              <a:gd name="T89" fmla="*/ 5 h 48"/>
              <a:gd name="T90" fmla="*/ 279 w 323"/>
              <a:gd name="T91" fmla="*/ 24 h 48"/>
              <a:gd name="T92" fmla="*/ 317 w 323"/>
              <a:gd name="T93" fmla="*/ 6 h 48"/>
              <a:gd name="T94" fmla="*/ 301 w 323"/>
              <a:gd name="T95" fmla="*/ 48 h 48"/>
              <a:gd name="T96" fmla="*/ 285 w 323"/>
              <a:gd name="T97" fmla="*/ 24 h 48"/>
              <a:gd name="T98" fmla="*/ 313 w 323"/>
              <a:gd name="T99" fmla="*/ 38 h 48"/>
              <a:gd name="T100" fmla="*/ 301 w 323"/>
              <a:gd name="T101" fmla="*/ 5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23" h="48">
                <a:moveTo>
                  <a:pt x="21" y="48"/>
                </a:moveTo>
                <a:cubicBezTo>
                  <a:pt x="15" y="48"/>
                  <a:pt x="9" y="46"/>
                  <a:pt x="5" y="41"/>
                </a:cubicBezTo>
                <a:cubicBezTo>
                  <a:pt x="1" y="37"/>
                  <a:pt x="0" y="31"/>
                  <a:pt x="0" y="24"/>
                </a:cubicBezTo>
                <a:cubicBezTo>
                  <a:pt x="0" y="17"/>
                  <a:pt x="2" y="11"/>
                  <a:pt x="6" y="6"/>
                </a:cubicBezTo>
                <a:cubicBezTo>
                  <a:pt x="10" y="2"/>
                  <a:pt x="15" y="0"/>
                  <a:pt x="22" y="0"/>
                </a:cubicBezTo>
                <a:cubicBezTo>
                  <a:pt x="28" y="0"/>
                  <a:pt x="34" y="2"/>
                  <a:pt x="37" y="6"/>
                </a:cubicBezTo>
                <a:cubicBezTo>
                  <a:pt x="41" y="11"/>
                  <a:pt x="43" y="16"/>
                  <a:pt x="43" y="23"/>
                </a:cubicBezTo>
                <a:cubicBezTo>
                  <a:pt x="43" y="31"/>
                  <a:pt x="41" y="37"/>
                  <a:pt x="37" y="41"/>
                </a:cubicBezTo>
                <a:cubicBezTo>
                  <a:pt x="33" y="45"/>
                  <a:pt x="28" y="48"/>
                  <a:pt x="21" y="48"/>
                </a:cubicBezTo>
                <a:close/>
                <a:moveTo>
                  <a:pt x="22" y="5"/>
                </a:moveTo>
                <a:cubicBezTo>
                  <a:pt x="17" y="5"/>
                  <a:pt x="13" y="6"/>
                  <a:pt x="10" y="10"/>
                </a:cubicBezTo>
                <a:cubicBezTo>
                  <a:pt x="7" y="13"/>
                  <a:pt x="5" y="18"/>
                  <a:pt x="5" y="24"/>
                </a:cubicBezTo>
                <a:cubicBezTo>
                  <a:pt x="5" y="30"/>
                  <a:pt x="7" y="34"/>
                  <a:pt x="10" y="38"/>
                </a:cubicBezTo>
                <a:cubicBezTo>
                  <a:pt x="13" y="41"/>
                  <a:pt x="16" y="43"/>
                  <a:pt x="21" y="43"/>
                </a:cubicBezTo>
                <a:cubicBezTo>
                  <a:pt x="26" y="43"/>
                  <a:pt x="30" y="41"/>
                  <a:pt x="33" y="38"/>
                </a:cubicBezTo>
                <a:cubicBezTo>
                  <a:pt x="36" y="35"/>
                  <a:pt x="38" y="30"/>
                  <a:pt x="38" y="24"/>
                </a:cubicBezTo>
                <a:cubicBezTo>
                  <a:pt x="38" y="18"/>
                  <a:pt x="36" y="13"/>
                  <a:pt x="33" y="10"/>
                </a:cubicBezTo>
                <a:cubicBezTo>
                  <a:pt x="31" y="6"/>
                  <a:pt x="27" y="5"/>
                  <a:pt x="22" y="5"/>
                </a:cubicBezTo>
                <a:close/>
                <a:moveTo>
                  <a:pt x="52" y="47"/>
                </a:moveTo>
                <a:cubicBezTo>
                  <a:pt x="52" y="1"/>
                  <a:pt x="52" y="1"/>
                  <a:pt x="52" y="1"/>
                </a:cubicBezTo>
                <a:cubicBezTo>
                  <a:pt x="66" y="1"/>
                  <a:pt x="66" y="1"/>
                  <a:pt x="66" y="1"/>
                </a:cubicBezTo>
                <a:cubicBezTo>
                  <a:pt x="70" y="1"/>
                  <a:pt x="73" y="2"/>
                  <a:pt x="75" y="3"/>
                </a:cubicBezTo>
                <a:cubicBezTo>
                  <a:pt x="78" y="5"/>
                  <a:pt x="79" y="8"/>
                  <a:pt x="79" y="11"/>
                </a:cubicBezTo>
                <a:cubicBezTo>
                  <a:pt x="79" y="14"/>
                  <a:pt x="78" y="16"/>
                  <a:pt x="77" y="18"/>
                </a:cubicBezTo>
                <a:cubicBezTo>
                  <a:pt x="75" y="20"/>
                  <a:pt x="73" y="21"/>
                  <a:pt x="71" y="22"/>
                </a:cubicBezTo>
                <a:cubicBezTo>
                  <a:pt x="71" y="22"/>
                  <a:pt x="71" y="22"/>
                  <a:pt x="71" y="22"/>
                </a:cubicBezTo>
                <a:cubicBezTo>
                  <a:pt x="74" y="23"/>
                  <a:pt x="76" y="24"/>
                  <a:pt x="78" y="26"/>
                </a:cubicBezTo>
                <a:cubicBezTo>
                  <a:pt x="80" y="28"/>
                  <a:pt x="81" y="30"/>
                  <a:pt x="81" y="34"/>
                </a:cubicBezTo>
                <a:cubicBezTo>
                  <a:pt x="81" y="38"/>
                  <a:pt x="80" y="41"/>
                  <a:pt x="77" y="43"/>
                </a:cubicBezTo>
                <a:cubicBezTo>
                  <a:pt x="74" y="46"/>
                  <a:pt x="70" y="47"/>
                  <a:pt x="66" y="47"/>
                </a:cubicBezTo>
                <a:lnTo>
                  <a:pt x="52" y="47"/>
                </a:lnTo>
                <a:close/>
                <a:moveTo>
                  <a:pt x="58" y="5"/>
                </a:moveTo>
                <a:cubicBezTo>
                  <a:pt x="58" y="20"/>
                  <a:pt x="58" y="20"/>
                  <a:pt x="58" y="20"/>
                </a:cubicBezTo>
                <a:cubicBezTo>
                  <a:pt x="63" y="20"/>
                  <a:pt x="63" y="20"/>
                  <a:pt x="63" y="20"/>
                </a:cubicBezTo>
                <a:cubicBezTo>
                  <a:pt x="66" y="20"/>
                  <a:pt x="69" y="20"/>
                  <a:pt x="70" y="18"/>
                </a:cubicBezTo>
                <a:cubicBezTo>
                  <a:pt x="72" y="17"/>
                  <a:pt x="73" y="15"/>
                  <a:pt x="73" y="12"/>
                </a:cubicBezTo>
                <a:cubicBezTo>
                  <a:pt x="73" y="8"/>
                  <a:pt x="70" y="5"/>
                  <a:pt x="64" y="5"/>
                </a:cubicBezTo>
                <a:lnTo>
                  <a:pt x="58" y="5"/>
                </a:lnTo>
                <a:close/>
                <a:moveTo>
                  <a:pt x="58" y="25"/>
                </a:moveTo>
                <a:cubicBezTo>
                  <a:pt x="58" y="42"/>
                  <a:pt x="58" y="42"/>
                  <a:pt x="58" y="42"/>
                </a:cubicBezTo>
                <a:cubicBezTo>
                  <a:pt x="65" y="42"/>
                  <a:pt x="65" y="42"/>
                  <a:pt x="65" y="42"/>
                </a:cubicBezTo>
                <a:cubicBezTo>
                  <a:pt x="68" y="42"/>
                  <a:pt x="71" y="41"/>
                  <a:pt x="73" y="40"/>
                </a:cubicBezTo>
                <a:cubicBezTo>
                  <a:pt x="74" y="38"/>
                  <a:pt x="75" y="36"/>
                  <a:pt x="75" y="34"/>
                </a:cubicBezTo>
                <a:cubicBezTo>
                  <a:pt x="75" y="28"/>
                  <a:pt x="72" y="25"/>
                  <a:pt x="64" y="25"/>
                </a:cubicBezTo>
                <a:lnTo>
                  <a:pt x="58" y="25"/>
                </a:lnTo>
                <a:close/>
                <a:moveTo>
                  <a:pt x="124" y="47"/>
                </a:moveTo>
                <a:cubicBezTo>
                  <a:pt x="117" y="47"/>
                  <a:pt x="117" y="47"/>
                  <a:pt x="117" y="47"/>
                </a:cubicBezTo>
                <a:cubicBezTo>
                  <a:pt x="109" y="34"/>
                  <a:pt x="109" y="34"/>
                  <a:pt x="109" y="34"/>
                </a:cubicBezTo>
                <a:cubicBezTo>
                  <a:pt x="109" y="33"/>
                  <a:pt x="108" y="32"/>
                  <a:pt x="107" y="31"/>
                </a:cubicBezTo>
                <a:cubicBezTo>
                  <a:pt x="107" y="30"/>
                  <a:pt x="106" y="29"/>
                  <a:pt x="105" y="29"/>
                </a:cubicBezTo>
                <a:cubicBezTo>
                  <a:pt x="105" y="28"/>
                  <a:pt x="104" y="28"/>
                  <a:pt x="103" y="28"/>
                </a:cubicBezTo>
                <a:cubicBezTo>
                  <a:pt x="102" y="27"/>
                  <a:pt x="101" y="27"/>
                  <a:pt x="100" y="27"/>
                </a:cubicBezTo>
                <a:cubicBezTo>
                  <a:pt x="96" y="27"/>
                  <a:pt x="96" y="27"/>
                  <a:pt x="96" y="27"/>
                </a:cubicBezTo>
                <a:cubicBezTo>
                  <a:pt x="96" y="47"/>
                  <a:pt x="96" y="47"/>
                  <a:pt x="96" y="47"/>
                </a:cubicBezTo>
                <a:cubicBezTo>
                  <a:pt x="90" y="47"/>
                  <a:pt x="90" y="47"/>
                  <a:pt x="90" y="47"/>
                </a:cubicBezTo>
                <a:cubicBezTo>
                  <a:pt x="90" y="1"/>
                  <a:pt x="90" y="1"/>
                  <a:pt x="90" y="1"/>
                </a:cubicBezTo>
                <a:cubicBezTo>
                  <a:pt x="104" y="1"/>
                  <a:pt x="104" y="1"/>
                  <a:pt x="104" y="1"/>
                </a:cubicBezTo>
                <a:cubicBezTo>
                  <a:pt x="106" y="1"/>
                  <a:pt x="108" y="1"/>
                  <a:pt x="110" y="1"/>
                </a:cubicBezTo>
                <a:cubicBezTo>
                  <a:pt x="112" y="2"/>
                  <a:pt x="113" y="3"/>
                  <a:pt x="114" y="4"/>
                </a:cubicBezTo>
                <a:cubicBezTo>
                  <a:pt x="116" y="5"/>
                  <a:pt x="117" y="6"/>
                  <a:pt x="117" y="7"/>
                </a:cubicBezTo>
                <a:cubicBezTo>
                  <a:pt x="118" y="9"/>
                  <a:pt x="118" y="11"/>
                  <a:pt x="118" y="13"/>
                </a:cubicBezTo>
                <a:cubicBezTo>
                  <a:pt x="118" y="15"/>
                  <a:pt x="118" y="16"/>
                  <a:pt x="118" y="17"/>
                </a:cubicBezTo>
                <a:cubicBezTo>
                  <a:pt x="117" y="19"/>
                  <a:pt x="116" y="20"/>
                  <a:pt x="116" y="21"/>
                </a:cubicBezTo>
                <a:cubicBezTo>
                  <a:pt x="115" y="22"/>
                  <a:pt x="114" y="23"/>
                  <a:pt x="112" y="24"/>
                </a:cubicBezTo>
                <a:cubicBezTo>
                  <a:pt x="111" y="24"/>
                  <a:pt x="110" y="25"/>
                  <a:pt x="108" y="25"/>
                </a:cubicBezTo>
                <a:cubicBezTo>
                  <a:pt x="108" y="26"/>
                  <a:pt x="108" y="26"/>
                  <a:pt x="108" y="26"/>
                </a:cubicBezTo>
                <a:cubicBezTo>
                  <a:pt x="109" y="26"/>
                  <a:pt x="110" y="26"/>
                  <a:pt x="110" y="27"/>
                </a:cubicBezTo>
                <a:cubicBezTo>
                  <a:pt x="111" y="27"/>
                  <a:pt x="111" y="28"/>
                  <a:pt x="112" y="28"/>
                </a:cubicBezTo>
                <a:cubicBezTo>
                  <a:pt x="112" y="29"/>
                  <a:pt x="113" y="30"/>
                  <a:pt x="113" y="30"/>
                </a:cubicBezTo>
                <a:cubicBezTo>
                  <a:pt x="114" y="31"/>
                  <a:pt x="114" y="32"/>
                  <a:pt x="115" y="33"/>
                </a:cubicBezTo>
                <a:lnTo>
                  <a:pt x="124" y="47"/>
                </a:lnTo>
                <a:close/>
                <a:moveTo>
                  <a:pt x="96" y="5"/>
                </a:moveTo>
                <a:cubicBezTo>
                  <a:pt x="96" y="22"/>
                  <a:pt x="96" y="22"/>
                  <a:pt x="96" y="22"/>
                </a:cubicBezTo>
                <a:cubicBezTo>
                  <a:pt x="103" y="22"/>
                  <a:pt x="103" y="22"/>
                  <a:pt x="103" y="22"/>
                </a:cubicBezTo>
                <a:cubicBezTo>
                  <a:pt x="105" y="22"/>
                  <a:pt x="106" y="22"/>
                  <a:pt x="107" y="22"/>
                </a:cubicBezTo>
                <a:cubicBezTo>
                  <a:pt x="108" y="21"/>
                  <a:pt x="109" y="21"/>
                  <a:pt x="110" y="20"/>
                </a:cubicBezTo>
                <a:cubicBezTo>
                  <a:pt x="111" y="19"/>
                  <a:pt x="111" y="18"/>
                  <a:pt x="112" y="17"/>
                </a:cubicBezTo>
                <a:cubicBezTo>
                  <a:pt x="112" y="16"/>
                  <a:pt x="113" y="15"/>
                  <a:pt x="113" y="13"/>
                </a:cubicBezTo>
                <a:cubicBezTo>
                  <a:pt x="113" y="11"/>
                  <a:pt x="112" y="9"/>
                  <a:pt x="110" y="8"/>
                </a:cubicBezTo>
                <a:cubicBezTo>
                  <a:pt x="109" y="6"/>
                  <a:pt x="106" y="5"/>
                  <a:pt x="103" y="5"/>
                </a:cubicBezTo>
                <a:lnTo>
                  <a:pt x="96" y="5"/>
                </a:lnTo>
                <a:close/>
                <a:moveTo>
                  <a:pt x="135" y="47"/>
                </a:moveTo>
                <a:cubicBezTo>
                  <a:pt x="130" y="47"/>
                  <a:pt x="130" y="47"/>
                  <a:pt x="130" y="47"/>
                </a:cubicBezTo>
                <a:cubicBezTo>
                  <a:pt x="130" y="1"/>
                  <a:pt x="130" y="1"/>
                  <a:pt x="130" y="1"/>
                </a:cubicBezTo>
                <a:cubicBezTo>
                  <a:pt x="135" y="1"/>
                  <a:pt x="135" y="1"/>
                  <a:pt x="135" y="1"/>
                </a:cubicBezTo>
                <a:lnTo>
                  <a:pt x="135" y="47"/>
                </a:lnTo>
                <a:close/>
                <a:moveTo>
                  <a:pt x="182" y="44"/>
                </a:moveTo>
                <a:cubicBezTo>
                  <a:pt x="178" y="46"/>
                  <a:pt x="172" y="48"/>
                  <a:pt x="167" y="48"/>
                </a:cubicBezTo>
                <a:cubicBezTo>
                  <a:pt x="160" y="48"/>
                  <a:pt x="155" y="46"/>
                  <a:pt x="151" y="41"/>
                </a:cubicBezTo>
                <a:cubicBezTo>
                  <a:pt x="147" y="37"/>
                  <a:pt x="145" y="31"/>
                  <a:pt x="145" y="24"/>
                </a:cubicBezTo>
                <a:cubicBezTo>
                  <a:pt x="145" y="17"/>
                  <a:pt x="147" y="11"/>
                  <a:pt x="151" y="7"/>
                </a:cubicBezTo>
                <a:cubicBezTo>
                  <a:pt x="156" y="2"/>
                  <a:pt x="162" y="0"/>
                  <a:pt x="169" y="0"/>
                </a:cubicBezTo>
                <a:cubicBezTo>
                  <a:pt x="174" y="0"/>
                  <a:pt x="178" y="1"/>
                  <a:pt x="181" y="2"/>
                </a:cubicBezTo>
                <a:cubicBezTo>
                  <a:pt x="181" y="8"/>
                  <a:pt x="181" y="8"/>
                  <a:pt x="181" y="8"/>
                </a:cubicBezTo>
                <a:cubicBezTo>
                  <a:pt x="178" y="6"/>
                  <a:pt x="173" y="5"/>
                  <a:pt x="168" y="5"/>
                </a:cubicBezTo>
                <a:cubicBezTo>
                  <a:pt x="163" y="5"/>
                  <a:pt x="159" y="6"/>
                  <a:pt x="155" y="10"/>
                </a:cubicBezTo>
                <a:cubicBezTo>
                  <a:pt x="152" y="14"/>
                  <a:pt x="150" y="18"/>
                  <a:pt x="150" y="24"/>
                </a:cubicBezTo>
                <a:cubicBezTo>
                  <a:pt x="150" y="30"/>
                  <a:pt x="152" y="34"/>
                  <a:pt x="155" y="38"/>
                </a:cubicBezTo>
                <a:cubicBezTo>
                  <a:pt x="158" y="41"/>
                  <a:pt x="162" y="43"/>
                  <a:pt x="167" y="43"/>
                </a:cubicBezTo>
                <a:cubicBezTo>
                  <a:pt x="171" y="43"/>
                  <a:pt x="174" y="42"/>
                  <a:pt x="177" y="41"/>
                </a:cubicBezTo>
                <a:cubicBezTo>
                  <a:pt x="177" y="28"/>
                  <a:pt x="177" y="28"/>
                  <a:pt x="177" y="28"/>
                </a:cubicBezTo>
                <a:cubicBezTo>
                  <a:pt x="167" y="28"/>
                  <a:pt x="167" y="28"/>
                  <a:pt x="167" y="28"/>
                </a:cubicBezTo>
                <a:cubicBezTo>
                  <a:pt x="167" y="23"/>
                  <a:pt x="167" y="23"/>
                  <a:pt x="167" y="23"/>
                </a:cubicBezTo>
                <a:cubicBezTo>
                  <a:pt x="182" y="23"/>
                  <a:pt x="182" y="23"/>
                  <a:pt x="182" y="23"/>
                </a:cubicBezTo>
                <a:lnTo>
                  <a:pt x="182" y="44"/>
                </a:lnTo>
                <a:close/>
                <a:moveTo>
                  <a:pt x="229" y="47"/>
                </a:moveTo>
                <a:cubicBezTo>
                  <a:pt x="223" y="47"/>
                  <a:pt x="223" y="47"/>
                  <a:pt x="223" y="47"/>
                </a:cubicBezTo>
                <a:cubicBezTo>
                  <a:pt x="218" y="34"/>
                  <a:pt x="218" y="34"/>
                  <a:pt x="218" y="34"/>
                </a:cubicBezTo>
                <a:cubicBezTo>
                  <a:pt x="198" y="34"/>
                  <a:pt x="198" y="34"/>
                  <a:pt x="198" y="34"/>
                </a:cubicBezTo>
                <a:cubicBezTo>
                  <a:pt x="194" y="47"/>
                  <a:pt x="194" y="47"/>
                  <a:pt x="194" y="47"/>
                </a:cubicBezTo>
                <a:cubicBezTo>
                  <a:pt x="188" y="47"/>
                  <a:pt x="188" y="47"/>
                  <a:pt x="188" y="47"/>
                </a:cubicBezTo>
                <a:cubicBezTo>
                  <a:pt x="205" y="1"/>
                  <a:pt x="205" y="1"/>
                  <a:pt x="205" y="1"/>
                </a:cubicBezTo>
                <a:cubicBezTo>
                  <a:pt x="211" y="1"/>
                  <a:pt x="211" y="1"/>
                  <a:pt x="211" y="1"/>
                </a:cubicBezTo>
                <a:lnTo>
                  <a:pt x="229" y="47"/>
                </a:lnTo>
                <a:close/>
                <a:moveTo>
                  <a:pt x="216" y="29"/>
                </a:moveTo>
                <a:cubicBezTo>
                  <a:pt x="209" y="9"/>
                  <a:pt x="209" y="9"/>
                  <a:pt x="209" y="9"/>
                </a:cubicBezTo>
                <a:cubicBezTo>
                  <a:pt x="209" y="9"/>
                  <a:pt x="208" y="8"/>
                  <a:pt x="208" y="6"/>
                </a:cubicBezTo>
                <a:cubicBezTo>
                  <a:pt x="208" y="6"/>
                  <a:pt x="208" y="6"/>
                  <a:pt x="208" y="6"/>
                </a:cubicBezTo>
                <a:cubicBezTo>
                  <a:pt x="208" y="7"/>
                  <a:pt x="208" y="9"/>
                  <a:pt x="207" y="9"/>
                </a:cubicBezTo>
                <a:cubicBezTo>
                  <a:pt x="200" y="29"/>
                  <a:pt x="200" y="29"/>
                  <a:pt x="200" y="29"/>
                </a:cubicBezTo>
                <a:lnTo>
                  <a:pt x="216" y="29"/>
                </a:lnTo>
                <a:close/>
                <a:moveTo>
                  <a:pt x="236" y="47"/>
                </a:moveTo>
                <a:cubicBezTo>
                  <a:pt x="236" y="1"/>
                  <a:pt x="236" y="1"/>
                  <a:pt x="236" y="1"/>
                </a:cubicBezTo>
                <a:cubicBezTo>
                  <a:pt x="249" y="1"/>
                  <a:pt x="249" y="1"/>
                  <a:pt x="249" y="1"/>
                </a:cubicBezTo>
                <a:cubicBezTo>
                  <a:pt x="265" y="1"/>
                  <a:pt x="273" y="8"/>
                  <a:pt x="273" y="23"/>
                </a:cubicBezTo>
                <a:cubicBezTo>
                  <a:pt x="273" y="30"/>
                  <a:pt x="271" y="36"/>
                  <a:pt x="266" y="40"/>
                </a:cubicBezTo>
                <a:cubicBezTo>
                  <a:pt x="262" y="45"/>
                  <a:pt x="256" y="47"/>
                  <a:pt x="248" y="47"/>
                </a:cubicBezTo>
                <a:lnTo>
                  <a:pt x="236" y="47"/>
                </a:lnTo>
                <a:close/>
                <a:moveTo>
                  <a:pt x="241" y="5"/>
                </a:moveTo>
                <a:cubicBezTo>
                  <a:pt x="241" y="42"/>
                  <a:pt x="241" y="42"/>
                  <a:pt x="241" y="42"/>
                </a:cubicBezTo>
                <a:cubicBezTo>
                  <a:pt x="248" y="42"/>
                  <a:pt x="248" y="42"/>
                  <a:pt x="248" y="42"/>
                </a:cubicBezTo>
                <a:cubicBezTo>
                  <a:pt x="254" y="42"/>
                  <a:pt x="259" y="40"/>
                  <a:pt x="262" y="37"/>
                </a:cubicBezTo>
                <a:cubicBezTo>
                  <a:pt x="266" y="34"/>
                  <a:pt x="267" y="29"/>
                  <a:pt x="267" y="23"/>
                </a:cubicBezTo>
                <a:cubicBezTo>
                  <a:pt x="267" y="11"/>
                  <a:pt x="261" y="5"/>
                  <a:pt x="248" y="5"/>
                </a:cubicBezTo>
                <a:lnTo>
                  <a:pt x="241" y="5"/>
                </a:lnTo>
                <a:close/>
                <a:moveTo>
                  <a:pt x="301" y="48"/>
                </a:moveTo>
                <a:cubicBezTo>
                  <a:pt x="294" y="48"/>
                  <a:pt x="289" y="46"/>
                  <a:pt x="285" y="41"/>
                </a:cubicBezTo>
                <a:cubicBezTo>
                  <a:pt x="281" y="37"/>
                  <a:pt x="279" y="31"/>
                  <a:pt x="279" y="24"/>
                </a:cubicBezTo>
                <a:cubicBezTo>
                  <a:pt x="279" y="17"/>
                  <a:pt x="281" y="11"/>
                  <a:pt x="285" y="6"/>
                </a:cubicBezTo>
                <a:cubicBezTo>
                  <a:pt x="289" y="2"/>
                  <a:pt x="295" y="0"/>
                  <a:pt x="302" y="0"/>
                </a:cubicBezTo>
                <a:cubicBezTo>
                  <a:pt x="308" y="0"/>
                  <a:pt x="313" y="2"/>
                  <a:pt x="317" y="6"/>
                </a:cubicBezTo>
                <a:cubicBezTo>
                  <a:pt x="321" y="11"/>
                  <a:pt x="323" y="16"/>
                  <a:pt x="323" y="23"/>
                </a:cubicBezTo>
                <a:cubicBezTo>
                  <a:pt x="323" y="31"/>
                  <a:pt x="321" y="37"/>
                  <a:pt x="317" y="41"/>
                </a:cubicBezTo>
                <a:cubicBezTo>
                  <a:pt x="313" y="45"/>
                  <a:pt x="308" y="48"/>
                  <a:pt x="301" y="48"/>
                </a:cubicBezTo>
                <a:close/>
                <a:moveTo>
                  <a:pt x="301" y="5"/>
                </a:moveTo>
                <a:cubicBezTo>
                  <a:pt x="296" y="5"/>
                  <a:pt x="292" y="6"/>
                  <a:pt x="289" y="10"/>
                </a:cubicBezTo>
                <a:cubicBezTo>
                  <a:pt x="286" y="13"/>
                  <a:pt x="285" y="18"/>
                  <a:pt x="285" y="24"/>
                </a:cubicBezTo>
                <a:cubicBezTo>
                  <a:pt x="285" y="30"/>
                  <a:pt x="286" y="34"/>
                  <a:pt x="289" y="38"/>
                </a:cubicBezTo>
                <a:cubicBezTo>
                  <a:pt x="292" y="41"/>
                  <a:pt x="296" y="43"/>
                  <a:pt x="301" y="43"/>
                </a:cubicBezTo>
                <a:cubicBezTo>
                  <a:pt x="306" y="43"/>
                  <a:pt x="310" y="41"/>
                  <a:pt x="313" y="38"/>
                </a:cubicBezTo>
                <a:cubicBezTo>
                  <a:pt x="316" y="35"/>
                  <a:pt x="317" y="30"/>
                  <a:pt x="317" y="24"/>
                </a:cubicBezTo>
                <a:cubicBezTo>
                  <a:pt x="317" y="18"/>
                  <a:pt x="316" y="13"/>
                  <a:pt x="313" y="10"/>
                </a:cubicBezTo>
                <a:cubicBezTo>
                  <a:pt x="310" y="6"/>
                  <a:pt x="306" y="5"/>
                  <a:pt x="301" y="5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Segoe UI Semilight"/>
              <a:ea typeface="+mn-ea"/>
              <a:cs typeface="+mn-cs"/>
            </a:endParaRP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54F1CD3A-087A-43E2-EFFE-9F0EEF347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146839" y="5570034"/>
            <a:ext cx="651189" cy="199082"/>
          </a:xfrm>
          <a:custGeom>
            <a:avLst/>
            <a:gdLst>
              <a:gd name="T0" fmla="*/ 199 w 211"/>
              <a:gd name="T1" fmla="*/ 62 h 63"/>
              <a:gd name="T2" fmla="*/ 198 w 211"/>
              <a:gd name="T3" fmla="*/ 19 h 63"/>
              <a:gd name="T4" fmla="*/ 191 w 211"/>
              <a:gd name="T5" fmla="*/ 11 h 63"/>
              <a:gd name="T6" fmla="*/ 171 w 211"/>
              <a:gd name="T7" fmla="*/ 10 h 63"/>
              <a:gd name="T8" fmla="*/ 170 w 211"/>
              <a:gd name="T9" fmla="*/ 50 h 63"/>
              <a:gd name="T10" fmla="*/ 162 w 211"/>
              <a:gd name="T11" fmla="*/ 62 h 63"/>
              <a:gd name="T12" fmla="*/ 150 w 211"/>
              <a:gd name="T13" fmla="*/ 63 h 63"/>
              <a:gd name="T14" fmla="*/ 148 w 211"/>
              <a:gd name="T15" fmla="*/ 53 h 63"/>
              <a:gd name="T16" fmla="*/ 151 w 211"/>
              <a:gd name="T17" fmla="*/ 54 h 63"/>
              <a:gd name="T18" fmla="*/ 157 w 211"/>
              <a:gd name="T19" fmla="*/ 50 h 63"/>
              <a:gd name="T20" fmla="*/ 158 w 211"/>
              <a:gd name="T21" fmla="*/ 41 h 63"/>
              <a:gd name="T22" fmla="*/ 151 w 211"/>
              <a:gd name="T23" fmla="*/ 13 h 63"/>
              <a:gd name="T24" fmla="*/ 160 w 211"/>
              <a:gd name="T25" fmla="*/ 1 h 63"/>
              <a:gd name="T26" fmla="*/ 176 w 211"/>
              <a:gd name="T27" fmla="*/ 0 h 63"/>
              <a:gd name="T28" fmla="*/ 195 w 211"/>
              <a:gd name="T29" fmla="*/ 2 h 63"/>
              <a:gd name="T30" fmla="*/ 209 w 211"/>
              <a:gd name="T31" fmla="*/ 14 h 63"/>
              <a:gd name="T32" fmla="*/ 211 w 211"/>
              <a:gd name="T33" fmla="*/ 62 h 63"/>
              <a:gd name="T34" fmla="*/ 123 w 211"/>
              <a:gd name="T35" fmla="*/ 62 h 63"/>
              <a:gd name="T36" fmla="*/ 135 w 211"/>
              <a:gd name="T37" fmla="*/ 1 h 63"/>
              <a:gd name="T38" fmla="*/ 88 w 211"/>
              <a:gd name="T39" fmla="*/ 62 h 63"/>
              <a:gd name="T40" fmla="*/ 88 w 211"/>
              <a:gd name="T41" fmla="*/ 16 h 63"/>
              <a:gd name="T42" fmla="*/ 87 w 211"/>
              <a:gd name="T43" fmla="*/ 11 h 63"/>
              <a:gd name="T44" fmla="*/ 60 w 211"/>
              <a:gd name="T45" fmla="*/ 11 h 63"/>
              <a:gd name="T46" fmla="*/ 110 w 211"/>
              <a:gd name="T47" fmla="*/ 1 h 63"/>
              <a:gd name="T48" fmla="*/ 107 w 211"/>
              <a:gd name="T49" fmla="*/ 11 h 63"/>
              <a:gd name="T50" fmla="*/ 101 w 211"/>
              <a:gd name="T51" fmla="*/ 14 h 63"/>
              <a:gd name="T52" fmla="*/ 100 w 211"/>
              <a:gd name="T53" fmla="*/ 22 h 63"/>
              <a:gd name="T54" fmla="*/ 88 w 211"/>
              <a:gd name="T55" fmla="*/ 62 h 63"/>
              <a:gd name="T56" fmla="*/ 42 w 211"/>
              <a:gd name="T57" fmla="*/ 62 h 63"/>
              <a:gd name="T58" fmla="*/ 38 w 211"/>
              <a:gd name="T59" fmla="*/ 14 h 63"/>
              <a:gd name="T60" fmla="*/ 19 w 211"/>
              <a:gd name="T61" fmla="*/ 10 h 63"/>
              <a:gd name="T62" fmla="*/ 7 w 211"/>
              <a:gd name="T63" fmla="*/ 12 h 63"/>
              <a:gd name="T64" fmla="*/ 1 w 211"/>
              <a:gd name="T65" fmla="*/ 3 h 63"/>
              <a:gd name="T66" fmla="*/ 27 w 211"/>
              <a:gd name="T67" fmla="*/ 0 h 63"/>
              <a:gd name="T68" fmla="*/ 46 w 211"/>
              <a:gd name="T69" fmla="*/ 6 h 63"/>
              <a:gd name="T70" fmla="*/ 54 w 211"/>
              <a:gd name="T71" fmla="*/ 25 h 63"/>
              <a:gd name="T72" fmla="*/ 13 w 211"/>
              <a:gd name="T73" fmla="*/ 62 h 63"/>
              <a:gd name="T74" fmla="*/ 1 w 211"/>
              <a:gd name="T75" fmla="*/ 27 h 63"/>
              <a:gd name="T76" fmla="*/ 13 w 211"/>
              <a:gd name="T77" fmla="*/ 62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11" h="63">
                <a:moveTo>
                  <a:pt x="211" y="62"/>
                </a:moveTo>
                <a:cubicBezTo>
                  <a:pt x="199" y="62"/>
                  <a:pt x="199" y="62"/>
                  <a:pt x="199" y="62"/>
                </a:cubicBezTo>
                <a:cubicBezTo>
                  <a:pt x="199" y="25"/>
                  <a:pt x="199" y="25"/>
                  <a:pt x="199" y="25"/>
                </a:cubicBezTo>
                <a:cubicBezTo>
                  <a:pt x="199" y="23"/>
                  <a:pt x="199" y="20"/>
                  <a:pt x="198" y="19"/>
                </a:cubicBezTo>
                <a:cubicBezTo>
                  <a:pt x="198" y="17"/>
                  <a:pt x="197" y="15"/>
                  <a:pt x="196" y="14"/>
                </a:cubicBezTo>
                <a:cubicBezTo>
                  <a:pt x="194" y="12"/>
                  <a:pt x="193" y="11"/>
                  <a:pt x="191" y="11"/>
                </a:cubicBezTo>
                <a:cubicBezTo>
                  <a:pt x="189" y="10"/>
                  <a:pt x="186" y="10"/>
                  <a:pt x="183" y="10"/>
                </a:cubicBezTo>
                <a:cubicBezTo>
                  <a:pt x="179" y="10"/>
                  <a:pt x="175" y="10"/>
                  <a:pt x="171" y="10"/>
                </a:cubicBezTo>
                <a:cubicBezTo>
                  <a:pt x="171" y="41"/>
                  <a:pt x="171" y="41"/>
                  <a:pt x="171" y="41"/>
                </a:cubicBezTo>
                <a:cubicBezTo>
                  <a:pt x="171" y="44"/>
                  <a:pt x="170" y="47"/>
                  <a:pt x="170" y="50"/>
                </a:cubicBezTo>
                <a:cubicBezTo>
                  <a:pt x="169" y="53"/>
                  <a:pt x="168" y="55"/>
                  <a:pt x="167" y="57"/>
                </a:cubicBezTo>
                <a:cubicBezTo>
                  <a:pt x="166" y="59"/>
                  <a:pt x="164" y="61"/>
                  <a:pt x="162" y="62"/>
                </a:cubicBezTo>
                <a:cubicBezTo>
                  <a:pt x="160" y="63"/>
                  <a:pt x="157" y="63"/>
                  <a:pt x="154" y="63"/>
                </a:cubicBezTo>
                <a:cubicBezTo>
                  <a:pt x="152" y="63"/>
                  <a:pt x="151" y="63"/>
                  <a:pt x="150" y="63"/>
                </a:cubicBezTo>
                <a:cubicBezTo>
                  <a:pt x="148" y="63"/>
                  <a:pt x="147" y="63"/>
                  <a:pt x="146" y="62"/>
                </a:cubicBezTo>
                <a:cubicBezTo>
                  <a:pt x="148" y="53"/>
                  <a:pt x="148" y="53"/>
                  <a:pt x="148" y="53"/>
                </a:cubicBezTo>
                <a:cubicBezTo>
                  <a:pt x="148" y="53"/>
                  <a:pt x="149" y="54"/>
                  <a:pt x="149" y="54"/>
                </a:cubicBezTo>
                <a:cubicBezTo>
                  <a:pt x="150" y="54"/>
                  <a:pt x="151" y="54"/>
                  <a:pt x="151" y="54"/>
                </a:cubicBezTo>
                <a:cubicBezTo>
                  <a:pt x="153" y="54"/>
                  <a:pt x="154" y="53"/>
                  <a:pt x="155" y="53"/>
                </a:cubicBezTo>
                <a:cubicBezTo>
                  <a:pt x="156" y="52"/>
                  <a:pt x="157" y="51"/>
                  <a:pt x="157" y="50"/>
                </a:cubicBezTo>
                <a:cubicBezTo>
                  <a:pt x="158" y="49"/>
                  <a:pt x="158" y="47"/>
                  <a:pt x="158" y="46"/>
                </a:cubicBezTo>
                <a:cubicBezTo>
                  <a:pt x="158" y="44"/>
                  <a:pt x="158" y="43"/>
                  <a:pt x="158" y="41"/>
                </a:cubicBezTo>
                <a:cubicBezTo>
                  <a:pt x="158" y="12"/>
                  <a:pt x="158" y="12"/>
                  <a:pt x="158" y="12"/>
                </a:cubicBezTo>
                <a:cubicBezTo>
                  <a:pt x="151" y="13"/>
                  <a:pt x="151" y="13"/>
                  <a:pt x="151" y="13"/>
                </a:cubicBezTo>
                <a:cubicBezTo>
                  <a:pt x="152" y="2"/>
                  <a:pt x="152" y="2"/>
                  <a:pt x="152" y="2"/>
                </a:cubicBezTo>
                <a:cubicBezTo>
                  <a:pt x="155" y="2"/>
                  <a:pt x="157" y="2"/>
                  <a:pt x="160" y="1"/>
                </a:cubicBezTo>
                <a:cubicBezTo>
                  <a:pt x="162" y="1"/>
                  <a:pt x="165" y="1"/>
                  <a:pt x="168" y="1"/>
                </a:cubicBezTo>
                <a:cubicBezTo>
                  <a:pt x="171" y="0"/>
                  <a:pt x="173" y="0"/>
                  <a:pt x="176" y="0"/>
                </a:cubicBezTo>
                <a:cubicBezTo>
                  <a:pt x="179" y="0"/>
                  <a:pt x="181" y="0"/>
                  <a:pt x="184" y="0"/>
                </a:cubicBezTo>
                <a:cubicBezTo>
                  <a:pt x="188" y="0"/>
                  <a:pt x="192" y="1"/>
                  <a:pt x="195" y="2"/>
                </a:cubicBezTo>
                <a:cubicBezTo>
                  <a:pt x="198" y="2"/>
                  <a:pt x="201" y="4"/>
                  <a:pt x="204" y="6"/>
                </a:cubicBezTo>
                <a:cubicBezTo>
                  <a:pt x="206" y="8"/>
                  <a:pt x="208" y="10"/>
                  <a:pt x="209" y="14"/>
                </a:cubicBezTo>
                <a:cubicBezTo>
                  <a:pt x="211" y="17"/>
                  <a:pt x="211" y="21"/>
                  <a:pt x="211" y="25"/>
                </a:cubicBezTo>
                <a:lnTo>
                  <a:pt x="211" y="62"/>
                </a:lnTo>
                <a:close/>
                <a:moveTo>
                  <a:pt x="135" y="62"/>
                </a:moveTo>
                <a:cubicBezTo>
                  <a:pt x="123" y="62"/>
                  <a:pt x="123" y="62"/>
                  <a:pt x="123" y="62"/>
                </a:cubicBezTo>
                <a:cubicBezTo>
                  <a:pt x="123" y="1"/>
                  <a:pt x="123" y="1"/>
                  <a:pt x="123" y="1"/>
                </a:cubicBezTo>
                <a:cubicBezTo>
                  <a:pt x="135" y="1"/>
                  <a:pt x="135" y="1"/>
                  <a:pt x="135" y="1"/>
                </a:cubicBezTo>
                <a:lnTo>
                  <a:pt x="135" y="62"/>
                </a:lnTo>
                <a:close/>
                <a:moveTo>
                  <a:pt x="88" y="62"/>
                </a:moveTo>
                <a:cubicBezTo>
                  <a:pt x="88" y="23"/>
                  <a:pt x="88" y="23"/>
                  <a:pt x="88" y="23"/>
                </a:cubicBezTo>
                <a:cubicBezTo>
                  <a:pt x="88" y="21"/>
                  <a:pt x="88" y="18"/>
                  <a:pt x="88" y="16"/>
                </a:cubicBezTo>
                <a:cubicBezTo>
                  <a:pt x="89" y="14"/>
                  <a:pt x="90" y="12"/>
                  <a:pt x="92" y="10"/>
                </a:cubicBezTo>
                <a:cubicBezTo>
                  <a:pt x="90" y="10"/>
                  <a:pt x="88" y="11"/>
                  <a:pt x="87" y="11"/>
                </a:cubicBezTo>
                <a:cubicBezTo>
                  <a:pt x="85" y="11"/>
                  <a:pt x="83" y="11"/>
                  <a:pt x="81" y="11"/>
                </a:cubicBezTo>
                <a:cubicBezTo>
                  <a:pt x="60" y="11"/>
                  <a:pt x="60" y="11"/>
                  <a:pt x="60" y="11"/>
                </a:cubicBezTo>
                <a:cubicBezTo>
                  <a:pt x="62" y="1"/>
                  <a:pt x="62" y="1"/>
                  <a:pt x="62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09" y="11"/>
                  <a:pt x="109" y="11"/>
                  <a:pt x="109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5" y="11"/>
                  <a:pt x="104" y="11"/>
                  <a:pt x="103" y="11"/>
                </a:cubicBezTo>
                <a:cubicBezTo>
                  <a:pt x="102" y="12"/>
                  <a:pt x="101" y="13"/>
                  <a:pt x="101" y="14"/>
                </a:cubicBezTo>
                <a:cubicBezTo>
                  <a:pt x="100" y="14"/>
                  <a:pt x="100" y="16"/>
                  <a:pt x="100" y="17"/>
                </a:cubicBezTo>
                <a:cubicBezTo>
                  <a:pt x="100" y="18"/>
                  <a:pt x="100" y="20"/>
                  <a:pt x="100" y="22"/>
                </a:cubicBezTo>
                <a:cubicBezTo>
                  <a:pt x="100" y="62"/>
                  <a:pt x="100" y="62"/>
                  <a:pt x="100" y="62"/>
                </a:cubicBezTo>
                <a:lnTo>
                  <a:pt x="88" y="62"/>
                </a:lnTo>
                <a:close/>
                <a:moveTo>
                  <a:pt x="54" y="62"/>
                </a:moveTo>
                <a:cubicBezTo>
                  <a:pt x="42" y="62"/>
                  <a:pt x="42" y="62"/>
                  <a:pt x="42" y="62"/>
                </a:cubicBezTo>
                <a:cubicBezTo>
                  <a:pt x="42" y="25"/>
                  <a:pt x="42" y="25"/>
                  <a:pt x="42" y="25"/>
                </a:cubicBezTo>
                <a:cubicBezTo>
                  <a:pt x="42" y="20"/>
                  <a:pt x="40" y="16"/>
                  <a:pt x="38" y="14"/>
                </a:cubicBezTo>
                <a:cubicBezTo>
                  <a:pt x="35" y="11"/>
                  <a:pt x="31" y="10"/>
                  <a:pt x="26" y="10"/>
                </a:cubicBezTo>
                <a:cubicBezTo>
                  <a:pt x="24" y="10"/>
                  <a:pt x="21" y="10"/>
                  <a:pt x="19" y="10"/>
                </a:cubicBezTo>
                <a:cubicBezTo>
                  <a:pt x="17" y="10"/>
                  <a:pt x="15" y="10"/>
                  <a:pt x="13" y="11"/>
                </a:cubicBezTo>
                <a:cubicBezTo>
                  <a:pt x="11" y="11"/>
                  <a:pt x="9" y="11"/>
                  <a:pt x="7" y="12"/>
                </a:cubicBezTo>
                <a:cubicBezTo>
                  <a:pt x="4" y="12"/>
                  <a:pt x="2" y="13"/>
                  <a:pt x="0" y="13"/>
                </a:cubicBezTo>
                <a:cubicBezTo>
                  <a:pt x="1" y="3"/>
                  <a:pt x="1" y="3"/>
                  <a:pt x="1" y="3"/>
                </a:cubicBezTo>
                <a:cubicBezTo>
                  <a:pt x="5" y="2"/>
                  <a:pt x="9" y="1"/>
                  <a:pt x="13" y="1"/>
                </a:cubicBezTo>
                <a:cubicBezTo>
                  <a:pt x="18" y="0"/>
                  <a:pt x="22" y="0"/>
                  <a:pt x="27" y="0"/>
                </a:cubicBezTo>
                <a:cubicBezTo>
                  <a:pt x="31" y="0"/>
                  <a:pt x="34" y="1"/>
                  <a:pt x="38" y="2"/>
                </a:cubicBezTo>
                <a:cubicBezTo>
                  <a:pt x="41" y="3"/>
                  <a:pt x="44" y="4"/>
                  <a:pt x="46" y="6"/>
                </a:cubicBezTo>
                <a:cubicBezTo>
                  <a:pt x="49" y="8"/>
                  <a:pt x="50" y="11"/>
                  <a:pt x="52" y="14"/>
                </a:cubicBezTo>
                <a:cubicBezTo>
                  <a:pt x="53" y="17"/>
                  <a:pt x="54" y="21"/>
                  <a:pt x="54" y="25"/>
                </a:cubicBezTo>
                <a:lnTo>
                  <a:pt x="54" y="62"/>
                </a:lnTo>
                <a:close/>
                <a:moveTo>
                  <a:pt x="13" y="62"/>
                </a:moveTo>
                <a:cubicBezTo>
                  <a:pt x="1" y="62"/>
                  <a:pt x="1" y="62"/>
                  <a:pt x="1" y="62"/>
                </a:cubicBezTo>
                <a:cubicBezTo>
                  <a:pt x="1" y="27"/>
                  <a:pt x="1" y="27"/>
                  <a:pt x="1" y="27"/>
                </a:cubicBezTo>
                <a:cubicBezTo>
                  <a:pt x="13" y="21"/>
                  <a:pt x="13" y="21"/>
                  <a:pt x="13" y="21"/>
                </a:cubicBezTo>
                <a:lnTo>
                  <a:pt x="13" y="62"/>
                </a:ln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371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2742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113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5484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185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8226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64597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30969" algn="l" defTabSz="93274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Freeform 235">
            <a:extLst>
              <a:ext uri="{FF2B5EF4-FFF2-40B4-BE49-F238E27FC236}">
                <a16:creationId xmlns:a16="http://schemas.microsoft.com/office/drawing/2014/main" id="{C3912B45-A42A-DA74-BE5D-F9E2CF94C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319405" y="4084404"/>
            <a:ext cx="747519" cy="182384"/>
          </a:xfrm>
          <a:custGeom>
            <a:avLst/>
            <a:gdLst>
              <a:gd name="T0" fmla="*/ 37 w 246"/>
              <a:gd name="T1" fmla="*/ 32 h 60"/>
              <a:gd name="T2" fmla="*/ 5 w 246"/>
              <a:gd name="T3" fmla="*/ 60 h 60"/>
              <a:gd name="T4" fmla="*/ 0 w 246"/>
              <a:gd name="T5" fmla="*/ 0 h 60"/>
              <a:gd name="T6" fmla="*/ 5 w 246"/>
              <a:gd name="T7" fmla="*/ 27 h 60"/>
              <a:gd name="T8" fmla="*/ 37 w 246"/>
              <a:gd name="T9" fmla="*/ 0 h 60"/>
              <a:gd name="T10" fmla="*/ 43 w 246"/>
              <a:gd name="T11" fmla="*/ 60 h 60"/>
              <a:gd name="T12" fmla="*/ 79 w 246"/>
              <a:gd name="T13" fmla="*/ 60 h 60"/>
              <a:gd name="T14" fmla="*/ 52 w 246"/>
              <a:gd name="T15" fmla="*/ 0 h 60"/>
              <a:gd name="T16" fmla="*/ 75 w 246"/>
              <a:gd name="T17" fmla="*/ 48 h 60"/>
              <a:gd name="T18" fmla="*/ 76 w 246"/>
              <a:gd name="T19" fmla="*/ 53 h 60"/>
              <a:gd name="T20" fmla="*/ 77 w 246"/>
              <a:gd name="T21" fmla="*/ 51 h 60"/>
              <a:gd name="T22" fmla="*/ 95 w 246"/>
              <a:gd name="T23" fmla="*/ 0 h 60"/>
              <a:gd name="T24" fmla="*/ 79 w 246"/>
              <a:gd name="T25" fmla="*/ 60 h 60"/>
              <a:gd name="T26" fmla="*/ 122 w 246"/>
              <a:gd name="T27" fmla="*/ 0 h 60"/>
              <a:gd name="T28" fmla="*/ 105 w 246"/>
              <a:gd name="T29" fmla="*/ 60 h 60"/>
              <a:gd name="T30" fmla="*/ 137 w 246"/>
              <a:gd name="T31" fmla="*/ 42 h 60"/>
              <a:gd name="T32" fmla="*/ 150 w 246"/>
              <a:gd name="T33" fmla="*/ 60 h 60"/>
              <a:gd name="T34" fmla="*/ 114 w 246"/>
              <a:gd name="T35" fmla="*/ 37 h 60"/>
              <a:gd name="T36" fmla="*/ 124 w 246"/>
              <a:gd name="T37" fmla="*/ 9 h 60"/>
              <a:gd name="T38" fmla="*/ 125 w 246"/>
              <a:gd name="T39" fmla="*/ 7 h 60"/>
              <a:gd name="T40" fmla="*/ 126 w 246"/>
              <a:gd name="T41" fmla="*/ 11 h 60"/>
              <a:gd name="T42" fmla="*/ 114 w 246"/>
              <a:gd name="T43" fmla="*/ 37 h 60"/>
              <a:gd name="T44" fmla="*/ 159 w 246"/>
              <a:gd name="T45" fmla="*/ 0 h 60"/>
              <a:gd name="T46" fmla="*/ 165 w 246"/>
              <a:gd name="T47" fmla="*/ 55 h 60"/>
              <a:gd name="T48" fmla="*/ 189 w 246"/>
              <a:gd name="T49" fmla="*/ 60 h 60"/>
              <a:gd name="T50" fmla="*/ 223 w 246"/>
              <a:gd name="T51" fmla="*/ 0 h 60"/>
              <a:gd name="T52" fmla="*/ 195 w 246"/>
              <a:gd name="T53" fmla="*/ 60 h 60"/>
              <a:gd name="T54" fmla="*/ 207 w 246"/>
              <a:gd name="T55" fmla="*/ 42 h 60"/>
              <a:gd name="T56" fmla="*/ 239 w 246"/>
              <a:gd name="T57" fmla="*/ 60 h 60"/>
              <a:gd name="T58" fmla="*/ 223 w 246"/>
              <a:gd name="T59" fmla="*/ 0 h 60"/>
              <a:gd name="T60" fmla="*/ 219 w 246"/>
              <a:gd name="T61" fmla="*/ 11 h 60"/>
              <a:gd name="T62" fmla="*/ 220 w 246"/>
              <a:gd name="T63" fmla="*/ 7 h 60"/>
              <a:gd name="T64" fmla="*/ 221 w 246"/>
              <a:gd name="T65" fmla="*/ 9 h 60"/>
              <a:gd name="T66" fmla="*/ 231 w 246"/>
              <a:gd name="T67" fmla="*/ 37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46" h="60">
                <a:moveTo>
                  <a:pt x="37" y="60"/>
                </a:moveTo>
                <a:cubicBezTo>
                  <a:pt x="37" y="32"/>
                  <a:pt x="37" y="32"/>
                  <a:pt x="37" y="32"/>
                </a:cubicBezTo>
                <a:cubicBezTo>
                  <a:pt x="5" y="32"/>
                  <a:pt x="5" y="32"/>
                  <a:pt x="5" y="32"/>
                </a:cubicBezTo>
                <a:cubicBezTo>
                  <a:pt x="5" y="60"/>
                  <a:pt x="5" y="60"/>
                  <a:pt x="5" y="60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0"/>
                  <a:pt x="0" y="0"/>
                  <a:pt x="0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27"/>
                  <a:pt x="5" y="27"/>
                  <a:pt x="5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0"/>
                  <a:pt x="37" y="0"/>
                  <a:pt x="37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3" y="60"/>
                  <a:pt x="43" y="60"/>
                  <a:pt x="43" y="60"/>
                </a:cubicBezTo>
                <a:lnTo>
                  <a:pt x="37" y="60"/>
                </a:lnTo>
                <a:close/>
                <a:moveTo>
                  <a:pt x="79" y="60"/>
                </a:moveTo>
                <a:cubicBezTo>
                  <a:pt x="73" y="60"/>
                  <a:pt x="73" y="60"/>
                  <a:pt x="73" y="60"/>
                </a:cubicBezTo>
                <a:cubicBezTo>
                  <a:pt x="52" y="0"/>
                  <a:pt x="52" y="0"/>
                  <a:pt x="52" y="0"/>
                </a:cubicBezTo>
                <a:cubicBezTo>
                  <a:pt x="58" y="0"/>
                  <a:pt x="58" y="0"/>
                  <a:pt x="58" y="0"/>
                </a:cubicBezTo>
                <a:cubicBezTo>
                  <a:pt x="75" y="48"/>
                  <a:pt x="75" y="48"/>
                  <a:pt x="75" y="48"/>
                </a:cubicBezTo>
                <a:cubicBezTo>
                  <a:pt x="75" y="49"/>
                  <a:pt x="75" y="50"/>
                  <a:pt x="76" y="50"/>
                </a:cubicBezTo>
                <a:cubicBezTo>
                  <a:pt x="76" y="51"/>
                  <a:pt x="76" y="52"/>
                  <a:pt x="76" y="53"/>
                </a:cubicBezTo>
                <a:cubicBezTo>
                  <a:pt x="76" y="53"/>
                  <a:pt x="76" y="53"/>
                  <a:pt x="76" y="53"/>
                </a:cubicBezTo>
                <a:cubicBezTo>
                  <a:pt x="76" y="52"/>
                  <a:pt x="77" y="52"/>
                  <a:pt x="77" y="51"/>
                </a:cubicBezTo>
                <a:cubicBezTo>
                  <a:pt x="77" y="50"/>
                  <a:pt x="77" y="49"/>
                  <a:pt x="78" y="48"/>
                </a:cubicBezTo>
                <a:cubicBezTo>
                  <a:pt x="95" y="0"/>
                  <a:pt x="95" y="0"/>
                  <a:pt x="95" y="0"/>
                </a:cubicBezTo>
                <a:cubicBezTo>
                  <a:pt x="101" y="0"/>
                  <a:pt x="101" y="0"/>
                  <a:pt x="101" y="0"/>
                </a:cubicBezTo>
                <a:lnTo>
                  <a:pt x="79" y="60"/>
                </a:lnTo>
                <a:close/>
                <a:moveTo>
                  <a:pt x="127" y="0"/>
                </a:moveTo>
                <a:cubicBezTo>
                  <a:pt x="122" y="0"/>
                  <a:pt x="122" y="0"/>
                  <a:pt x="122" y="0"/>
                </a:cubicBezTo>
                <a:cubicBezTo>
                  <a:pt x="99" y="60"/>
                  <a:pt x="99" y="60"/>
                  <a:pt x="99" y="60"/>
                </a:cubicBezTo>
                <a:cubicBezTo>
                  <a:pt x="105" y="60"/>
                  <a:pt x="105" y="60"/>
                  <a:pt x="105" y="60"/>
                </a:cubicBezTo>
                <a:cubicBezTo>
                  <a:pt x="112" y="42"/>
                  <a:pt x="112" y="42"/>
                  <a:pt x="112" y="42"/>
                </a:cubicBezTo>
                <a:cubicBezTo>
                  <a:pt x="137" y="42"/>
                  <a:pt x="137" y="42"/>
                  <a:pt x="137" y="42"/>
                </a:cubicBezTo>
                <a:cubicBezTo>
                  <a:pt x="144" y="60"/>
                  <a:pt x="144" y="60"/>
                  <a:pt x="144" y="60"/>
                </a:cubicBezTo>
                <a:cubicBezTo>
                  <a:pt x="150" y="60"/>
                  <a:pt x="150" y="60"/>
                  <a:pt x="150" y="60"/>
                </a:cubicBezTo>
                <a:lnTo>
                  <a:pt x="127" y="0"/>
                </a:lnTo>
                <a:close/>
                <a:moveTo>
                  <a:pt x="114" y="37"/>
                </a:move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4" y="10"/>
                  <a:pt x="124" y="9"/>
                </a:cubicBezTo>
                <a:cubicBezTo>
                  <a:pt x="124" y="8"/>
                  <a:pt x="124" y="8"/>
                  <a:pt x="124" y="7"/>
                </a:cubicBezTo>
                <a:cubicBezTo>
                  <a:pt x="125" y="7"/>
                  <a:pt x="125" y="7"/>
                  <a:pt x="125" y="7"/>
                </a:cubicBezTo>
                <a:cubicBezTo>
                  <a:pt x="125" y="8"/>
                  <a:pt x="125" y="8"/>
                  <a:pt x="125" y="9"/>
                </a:cubicBezTo>
                <a:cubicBezTo>
                  <a:pt x="125" y="10"/>
                  <a:pt x="125" y="10"/>
                  <a:pt x="126" y="11"/>
                </a:cubicBezTo>
                <a:cubicBezTo>
                  <a:pt x="135" y="37"/>
                  <a:pt x="135" y="37"/>
                  <a:pt x="135" y="37"/>
                </a:cubicBezTo>
                <a:lnTo>
                  <a:pt x="114" y="37"/>
                </a:lnTo>
                <a:close/>
                <a:moveTo>
                  <a:pt x="159" y="60"/>
                </a:moveTo>
                <a:cubicBezTo>
                  <a:pt x="159" y="0"/>
                  <a:pt x="159" y="0"/>
                  <a:pt x="159" y="0"/>
                </a:cubicBezTo>
                <a:cubicBezTo>
                  <a:pt x="165" y="0"/>
                  <a:pt x="165" y="0"/>
                  <a:pt x="165" y="0"/>
                </a:cubicBezTo>
                <a:cubicBezTo>
                  <a:pt x="165" y="55"/>
                  <a:pt x="165" y="55"/>
                  <a:pt x="165" y="55"/>
                </a:cubicBezTo>
                <a:cubicBezTo>
                  <a:pt x="189" y="55"/>
                  <a:pt x="189" y="55"/>
                  <a:pt x="189" y="55"/>
                </a:cubicBezTo>
                <a:cubicBezTo>
                  <a:pt x="189" y="60"/>
                  <a:pt x="189" y="60"/>
                  <a:pt x="189" y="60"/>
                </a:cubicBezTo>
                <a:lnTo>
                  <a:pt x="159" y="60"/>
                </a:lnTo>
                <a:close/>
                <a:moveTo>
                  <a:pt x="223" y="0"/>
                </a:moveTo>
                <a:cubicBezTo>
                  <a:pt x="218" y="0"/>
                  <a:pt x="218" y="0"/>
                  <a:pt x="218" y="0"/>
                </a:cubicBezTo>
                <a:cubicBezTo>
                  <a:pt x="195" y="60"/>
                  <a:pt x="195" y="60"/>
                  <a:pt x="195" y="60"/>
                </a:cubicBezTo>
                <a:cubicBezTo>
                  <a:pt x="201" y="60"/>
                  <a:pt x="201" y="60"/>
                  <a:pt x="201" y="60"/>
                </a:cubicBezTo>
                <a:cubicBezTo>
                  <a:pt x="207" y="42"/>
                  <a:pt x="207" y="42"/>
                  <a:pt x="207" y="42"/>
                </a:cubicBezTo>
                <a:cubicBezTo>
                  <a:pt x="233" y="42"/>
                  <a:pt x="233" y="42"/>
                  <a:pt x="233" y="42"/>
                </a:cubicBezTo>
                <a:cubicBezTo>
                  <a:pt x="239" y="60"/>
                  <a:pt x="239" y="60"/>
                  <a:pt x="239" y="60"/>
                </a:cubicBezTo>
                <a:cubicBezTo>
                  <a:pt x="246" y="60"/>
                  <a:pt x="246" y="60"/>
                  <a:pt x="246" y="60"/>
                </a:cubicBezTo>
                <a:lnTo>
                  <a:pt x="223" y="0"/>
                </a:lnTo>
                <a:close/>
                <a:moveTo>
                  <a:pt x="209" y="37"/>
                </a:moveTo>
                <a:cubicBezTo>
                  <a:pt x="219" y="11"/>
                  <a:pt x="219" y="11"/>
                  <a:pt x="219" y="11"/>
                </a:cubicBezTo>
                <a:cubicBezTo>
                  <a:pt x="219" y="10"/>
                  <a:pt x="219" y="10"/>
                  <a:pt x="219" y="9"/>
                </a:cubicBezTo>
                <a:cubicBezTo>
                  <a:pt x="220" y="8"/>
                  <a:pt x="220" y="8"/>
                  <a:pt x="220" y="7"/>
                </a:cubicBezTo>
                <a:cubicBezTo>
                  <a:pt x="220" y="7"/>
                  <a:pt x="220" y="7"/>
                  <a:pt x="220" y="7"/>
                </a:cubicBezTo>
                <a:cubicBezTo>
                  <a:pt x="220" y="8"/>
                  <a:pt x="221" y="8"/>
                  <a:pt x="221" y="9"/>
                </a:cubicBezTo>
                <a:cubicBezTo>
                  <a:pt x="221" y="10"/>
                  <a:pt x="221" y="10"/>
                  <a:pt x="221" y="11"/>
                </a:cubicBezTo>
                <a:cubicBezTo>
                  <a:pt x="231" y="37"/>
                  <a:pt x="231" y="37"/>
                  <a:pt x="231" y="37"/>
                </a:cubicBezTo>
                <a:lnTo>
                  <a:pt x="209" y="37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89642" tIns="44821" rIns="89642" bIns="44821" numCol="1" anchor="t" anchorCtr="0" compatLnSpc="1">
            <a:prstTxWarp prst="textNoShape">
              <a:avLst/>
            </a:prstTxWarp>
          </a:bodyPr>
          <a:lstStyle/>
          <a:p>
            <a:pPr defTabSz="914314"/>
            <a:endParaRPr lang="en-US" sz="1200">
              <a:solidFill>
                <a:srgbClr val="000000"/>
              </a:solidFill>
              <a:latin typeface="Segoe UI Semiligh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9A4661-E23B-E17D-B6F5-E72D8B51D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3010944" y="5290674"/>
            <a:ext cx="1703431" cy="644515"/>
          </a:xfrm>
          <a:prstGeom prst="rect">
            <a:avLst/>
          </a:prstGeom>
          <a:noFill/>
        </p:spPr>
        <p:txBody>
          <a:bodyPr wrap="square" lIns="89642" tIns="44821" rIns="89642" bIns="44821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err="1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આભાર</a:t>
            </a: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CC3DCC-4C56-EFF5-2889-AEBBB1B9B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9029115" y="4729600"/>
            <a:ext cx="1703431" cy="593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i-IN" sz="3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Mangal" panose="020B0502040204020203" pitchFamily="18" charset="0"/>
              </a:rPr>
              <a:t>धन्यवाद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Placeholder 45">
            <a:extLst>
              <a:ext uri="{FF2B5EF4-FFF2-40B4-BE49-F238E27FC236}">
                <a16:creationId xmlns:a16="http://schemas.microsoft.com/office/drawing/2014/main" id="{47CBDD95-3715-EAE2-13DD-9E05EC1B3F3E}"/>
              </a:ext>
            </a:extLst>
          </p:cNvPr>
          <p:cNvSpPr txBox="1">
            <a:spLocks/>
          </p:cNvSpPr>
          <p:nvPr userDrawn="1"/>
        </p:nvSpPr>
        <p:spPr>
          <a:xfrm>
            <a:off x="3356658" y="2875002"/>
            <a:ext cx="5478684" cy="11079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7200" b="1" kern="1200" cap="none" spc="-50" baseline="0" dirty="0">
                <a:ln w="3175">
                  <a:noFill/>
                </a:ln>
                <a:gradFill flip="none" rotWithShape="1">
                  <a:gsLst>
                    <a:gs pos="28000">
                      <a:schemeClr val="accent1"/>
                    </a:gs>
                    <a:gs pos="100000">
                      <a:srgbClr val="17518A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 indent="-857250">
              <a:spcBef>
                <a:spcPct val="0"/>
              </a:spcBef>
            </a:pPr>
            <a:r>
              <a:rPr lang="en-US" b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  <p:sp>
        <p:nvSpPr>
          <p:cNvPr id="41" name="Text Box 3">
            <a:extLst>
              <a:ext uri="{FF2B5EF4-FFF2-40B4-BE49-F238E27FC236}">
                <a16:creationId xmlns:a16="http://schemas.microsoft.com/office/drawing/2014/main" id="{601C560D-FDC9-4990-AD60-0B78A995A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584200" y="6564313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bg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680C83C-DF5D-0B39-DBC6-FB1B5BF0ADE1}"/>
              </a:ext>
            </a:extLst>
          </p:cNvPr>
          <p:cNvGrpSpPr/>
          <p:nvPr userDrawn="1"/>
        </p:nvGrpSpPr>
        <p:grpSpPr>
          <a:xfrm>
            <a:off x="584200" y="585788"/>
            <a:ext cx="1366440" cy="292608"/>
            <a:chOff x="584200" y="585788"/>
            <a:chExt cx="1366440" cy="292608"/>
          </a:xfrm>
        </p:grpSpPr>
        <p:pic>
          <p:nvPicPr>
            <p:cNvPr id="43" name="MS logo gray - EMF">
              <a:extLst>
                <a:ext uri="{FF2B5EF4-FFF2-40B4-BE49-F238E27FC236}">
                  <a16:creationId xmlns:a16="http://schemas.microsoft.com/office/drawing/2014/main" id="{DFFE03F2-5B13-36F0-733F-5685351575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black">
            <a:xfrm>
              <a:off x="584200" y="585788"/>
              <a:ext cx="1366440" cy="292608"/>
            </a:xfrm>
            <a:prstGeom prst="rect">
              <a:avLst/>
            </a:prstGeom>
          </p:spPr>
        </p:pic>
        <p:pic>
          <p:nvPicPr>
            <p:cNvPr id="44" name="MS logo gray - EMF">
              <a:extLst>
                <a:ext uri="{FF2B5EF4-FFF2-40B4-BE49-F238E27FC236}">
                  <a16:creationId xmlns:a16="http://schemas.microsoft.com/office/drawing/2014/main" id="{DB245FA0-CA67-7F98-EA1B-2F78CC2B3C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lum bright="10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4862"/>
            <a:stretch>
              <a:fillRect/>
            </a:stretch>
          </p:blipFill>
          <p:spPr bwMode="black">
            <a:xfrm>
              <a:off x="923924" y="585788"/>
              <a:ext cx="1026715" cy="2926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73374921"/>
      </p:ext>
    </p:extLst>
  </p:cSld>
  <p:clrMapOvr>
    <a:masterClrMapping/>
  </p:clrMapOvr>
  <p:transition>
    <p:fade/>
  </p:transition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nniversary Slide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772D8F-DE80-264E-40E2-6B926447C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" r="14"/>
          <a:stretch/>
        </p:blipFill>
        <p:spPr>
          <a:xfrm>
            <a:off x="0" y="0"/>
            <a:ext cx="1218858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43BF08-E1F3-E34B-8AA0-BB9D41AE6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28441"/>
          <a:stretch>
            <a:fillRect/>
          </a:stretch>
        </p:blipFill>
        <p:spPr>
          <a:xfrm>
            <a:off x="0" y="3429000"/>
            <a:ext cx="12192000" cy="3429001"/>
          </a:xfrm>
          <a:custGeom>
            <a:avLst/>
            <a:gdLst>
              <a:gd name="csX0" fmla="*/ 0 w 12192000"/>
              <a:gd name="csY0" fmla="*/ 0 h 3429001"/>
              <a:gd name="csX1" fmla="*/ 3283975 w 12192000"/>
              <a:gd name="csY1" fmla="*/ 0 h 3429001"/>
              <a:gd name="csX2" fmla="*/ 3283975 w 12192000"/>
              <a:gd name="csY2" fmla="*/ 2636818 h 3429001"/>
              <a:gd name="csX3" fmla="*/ 3478613 w 12192000"/>
              <a:gd name="csY3" fmla="*/ 2831456 h 3429001"/>
              <a:gd name="csX4" fmla="*/ 11578261 w 12192000"/>
              <a:gd name="csY4" fmla="*/ 2831456 h 3429001"/>
              <a:gd name="csX5" fmla="*/ 11772900 w 12192000"/>
              <a:gd name="csY5" fmla="*/ 2636818 h 3429001"/>
              <a:gd name="csX6" fmla="*/ 11772900 w 12192000"/>
              <a:gd name="csY6" fmla="*/ 2535511 h 3429001"/>
              <a:gd name="csX7" fmla="*/ 11819809 w 12192000"/>
              <a:gd name="csY7" fmla="*/ 2554204 h 3429001"/>
              <a:gd name="csX8" fmla="*/ 11899478 w 12192000"/>
              <a:gd name="csY8" fmla="*/ 2585947 h 3429001"/>
              <a:gd name="csX9" fmla="*/ 12043165 w 12192000"/>
              <a:gd name="csY9" fmla="*/ 2633270 h 3429001"/>
              <a:gd name="csX10" fmla="*/ 12192000 w 12192000"/>
              <a:gd name="csY10" fmla="*/ 2669608 h 3429001"/>
              <a:gd name="csX11" fmla="*/ 12192000 w 12192000"/>
              <a:gd name="csY11" fmla="*/ 3429001 h 3429001"/>
              <a:gd name="csX12" fmla="*/ 0 w 12192000"/>
              <a:gd name="csY12" fmla="*/ 3429001 h 34290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3429001">
                <a:moveTo>
                  <a:pt x="0" y="0"/>
                </a:moveTo>
                <a:lnTo>
                  <a:pt x="3283975" y="0"/>
                </a:lnTo>
                <a:lnTo>
                  <a:pt x="3283975" y="2636818"/>
                </a:lnTo>
                <a:cubicBezTo>
                  <a:pt x="3283975" y="2744313"/>
                  <a:pt x="3371117" y="2831456"/>
                  <a:pt x="3478613" y="2831456"/>
                </a:cubicBezTo>
                <a:lnTo>
                  <a:pt x="11578261" y="2831456"/>
                </a:lnTo>
                <a:cubicBezTo>
                  <a:pt x="11685757" y="2831456"/>
                  <a:pt x="11772900" y="2744313"/>
                  <a:pt x="11772900" y="2636818"/>
                </a:cubicBezTo>
                <a:lnTo>
                  <a:pt x="11772900" y="2535511"/>
                </a:lnTo>
                <a:lnTo>
                  <a:pt x="11819809" y="2554204"/>
                </a:lnTo>
                <a:lnTo>
                  <a:pt x="11899478" y="2585947"/>
                </a:lnTo>
                <a:cubicBezTo>
                  <a:pt x="11946979" y="2603209"/>
                  <a:pt x="11994898" y="2618984"/>
                  <a:pt x="12043165" y="2633270"/>
                </a:cubicBezTo>
                <a:lnTo>
                  <a:pt x="12192000" y="2669608"/>
                </a:lnTo>
                <a:lnTo>
                  <a:pt x="12192000" y="3429001"/>
                </a:lnTo>
                <a:lnTo>
                  <a:pt x="0" y="3429001"/>
                </a:lnTo>
                <a:close/>
              </a:path>
            </a:pathLst>
          </a:cu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6B12E06-D7BA-BB4C-8F8A-F216EC36C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104060"/>
            <a:ext cx="3283974" cy="4994600"/>
          </a:xfrm>
          <a:custGeom>
            <a:avLst/>
            <a:gdLst>
              <a:gd name="connsiteX0" fmla="*/ 907209 w 3283974"/>
              <a:gd name="connsiteY0" fmla="*/ 0 h 4994600"/>
              <a:gd name="connsiteX1" fmla="*/ 3208258 w 3283974"/>
              <a:gd name="connsiteY1" fmla="*/ 1525239 h 4994600"/>
              <a:gd name="connsiteX2" fmla="*/ 3283974 w 3283974"/>
              <a:gd name="connsiteY2" fmla="*/ 1732111 h 4994600"/>
              <a:gd name="connsiteX3" fmla="*/ 3283974 w 3283974"/>
              <a:gd name="connsiteY3" fmla="*/ 3262491 h 4994600"/>
              <a:gd name="connsiteX4" fmla="*/ 3208258 w 3283974"/>
              <a:gd name="connsiteY4" fmla="*/ 3469363 h 4994600"/>
              <a:gd name="connsiteX5" fmla="*/ 907209 w 3283974"/>
              <a:gd name="connsiteY5" fmla="*/ 4994600 h 4994600"/>
              <a:gd name="connsiteX6" fmla="*/ 164588 w 3283974"/>
              <a:gd name="connsiteY6" fmla="*/ 4882327 h 4994600"/>
              <a:gd name="connsiteX7" fmla="*/ 0 w 3283974"/>
              <a:gd name="connsiteY7" fmla="*/ 4822088 h 4994600"/>
              <a:gd name="connsiteX8" fmla="*/ 0 w 3283974"/>
              <a:gd name="connsiteY8" fmla="*/ 172515 h 4994600"/>
              <a:gd name="connsiteX9" fmla="*/ 164588 w 3283974"/>
              <a:gd name="connsiteY9" fmla="*/ 112274 h 4994600"/>
              <a:gd name="connsiteX10" fmla="*/ 907209 w 3283974"/>
              <a:gd name="connsiteY10" fmla="*/ 0 h 499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283974" h="4994600">
                <a:moveTo>
                  <a:pt x="907209" y="0"/>
                </a:moveTo>
                <a:cubicBezTo>
                  <a:pt x="1941624" y="0"/>
                  <a:pt x="2829148" y="628920"/>
                  <a:pt x="3208258" y="1525239"/>
                </a:cubicBezTo>
                <a:lnTo>
                  <a:pt x="3283974" y="1732111"/>
                </a:lnTo>
                <a:lnTo>
                  <a:pt x="3283974" y="3262491"/>
                </a:lnTo>
                <a:lnTo>
                  <a:pt x="3208258" y="3469363"/>
                </a:lnTo>
                <a:cubicBezTo>
                  <a:pt x="2829148" y="4365681"/>
                  <a:pt x="1941624" y="4994600"/>
                  <a:pt x="907209" y="4994600"/>
                </a:cubicBezTo>
                <a:cubicBezTo>
                  <a:pt x="648605" y="4994600"/>
                  <a:pt x="399182" y="4955292"/>
                  <a:pt x="164588" y="4882327"/>
                </a:cubicBezTo>
                <a:lnTo>
                  <a:pt x="0" y="4822088"/>
                </a:lnTo>
                <a:lnTo>
                  <a:pt x="0" y="172515"/>
                </a:lnTo>
                <a:lnTo>
                  <a:pt x="164588" y="112274"/>
                </a:lnTo>
                <a:cubicBezTo>
                  <a:pt x="399182" y="39308"/>
                  <a:pt x="648605" y="0"/>
                  <a:pt x="907209" y="0"/>
                </a:cubicBezTo>
                <a:close/>
              </a:path>
            </a:pathLst>
          </a:custGeom>
          <a:solidFill>
            <a:schemeClr val="bg2"/>
          </a:solidFill>
          <a:ln w="3175">
            <a:noFill/>
            <a:headEnd type="none" w="med" len="med"/>
            <a:tailEnd type="none" w="med" len="med"/>
          </a:ln>
          <a:effectLst>
            <a:outerShdw blurRad="50800" dist="76200" dir="8100000" algn="tr" rotWithShape="0">
              <a:schemeClr val="bg1">
                <a:alpha val="25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9811C9C-EE36-8FFD-4326-C94016CC8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3973" y="457200"/>
            <a:ext cx="8322809" cy="553998"/>
          </a:xfrm>
        </p:spPr>
        <p:txBody>
          <a:bodyPr vert="horz" wrap="square" lIns="0" tIns="0" rIns="0" bIns="0" rtlCol="0" anchor="t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lang="en-IN" sz="3600" dirty="0">
                <a:solidFill>
                  <a:schemeClr val="tx1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1706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slideLayout" Target="../slideLayouts/slideLayout82.xml"/><Relationship Id="rId83" Type="http://schemas.openxmlformats.org/officeDocument/2006/relationships/slideLayout" Target="../slideLayouts/slideLayout83.xml"/><Relationship Id="rId84" Type="http://schemas.openxmlformats.org/officeDocument/2006/relationships/slideLayout" Target="../slideLayouts/slideLayout84.xml"/><Relationship Id="rId85" Type="http://schemas.openxmlformats.org/officeDocument/2006/relationships/slideLayout" Target="../slideLayouts/slideLayout85.xml"/><Relationship Id="rId86" Type="http://schemas.openxmlformats.org/officeDocument/2006/relationships/slideLayout" Target="../slideLayouts/slideLayout86.xml"/><Relationship Id="rId87" Type="http://schemas.openxmlformats.org/officeDocument/2006/relationships/slideLayout" Target="../slideLayouts/slideLayout87.xml"/><Relationship Id="rId88" Type="http://schemas.openxmlformats.org/officeDocument/2006/relationships/slideLayout" Target="../slideLayouts/slideLayout88.xml"/><Relationship Id="rId89" Type="http://schemas.openxmlformats.org/officeDocument/2006/relationships/slideLayout" Target="../slideLayouts/slideLayout89.xml"/><Relationship Id="rId90" Type="http://schemas.openxmlformats.org/officeDocument/2006/relationships/slideLayout" Target="../slideLayouts/slideLayout90.xml"/><Relationship Id="rId91" Type="http://schemas.openxmlformats.org/officeDocument/2006/relationships/slideLayout" Target="../slideLayouts/slideLayout91.xml"/><Relationship Id="rId92" Type="http://schemas.openxmlformats.org/officeDocument/2006/relationships/slideLayout" Target="../slideLayouts/slideLayout92.xml"/><Relationship Id="rId93" Type="http://schemas.openxmlformats.org/officeDocument/2006/relationships/slideLayout" Target="../slideLayouts/slideLayout93.xml"/><Relationship Id="rId94" Type="http://schemas.openxmlformats.org/officeDocument/2006/relationships/slideLayout" Target="../slideLayouts/slideLayout94.xml"/><Relationship Id="rId95" Type="http://schemas.openxmlformats.org/officeDocument/2006/relationships/slideLayout" Target="../slideLayouts/slideLayout95.xml"/><Relationship Id="rId96" Type="http://schemas.openxmlformats.org/officeDocument/2006/relationships/slideLayout" Target="../slideLayouts/slideLayout96.xml"/><Relationship Id="rId97" Type="http://schemas.openxmlformats.org/officeDocument/2006/relationships/slideLayout" Target="../slideLayouts/slideLayout97.xml"/><Relationship Id="rId98" Type="http://schemas.openxmlformats.org/officeDocument/2006/relationships/slideLayout" Target="../slideLayouts/slideLayout98.xml"/><Relationship Id="rId99" Type="http://schemas.openxmlformats.org/officeDocument/2006/relationships/slideLayout" Target="../slideLayouts/slideLayout99.xml"/><Relationship Id="rId100" Type="http://schemas.openxmlformats.org/officeDocument/2006/relationships/slideLayout" Target="../slideLayouts/slideLayout100.xml"/><Relationship Id="rId101" Type="http://schemas.openxmlformats.org/officeDocument/2006/relationships/slideLayout" Target="../slideLayouts/slideLayout101.xml"/><Relationship Id="rId102" Type="http://schemas.openxmlformats.org/officeDocument/2006/relationships/slideLayout" Target="../slideLayouts/slideLayout102.xml"/><Relationship Id="rId103" Type="http://schemas.openxmlformats.org/officeDocument/2006/relationships/slideLayout" Target="../slideLayouts/slideLayout103.xml"/><Relationship Id="rId104" Type="http://schemas.openxmlformats.org/officeDocument/2006/relationships/slideLayout" Target="../slideLayouts/slideLayout104.xml"/><Relationship Id="rId105" Type="http://schemas.openxmlformats.org/officeDocument/2006/relationships/slideLayout" Target="../slideLayouts/slideLayout105.xml"/><Relationship Id="rId106" Type="http://schemas.openxmlformats.org/officeDocument/2006/relationships/slideLayout" Target="../slideLayouts/slideLayout106.xml"/><Relationship Id="rId107" Type="http://schemas.openxmlformats.org/officeDocument/2006/relationships/slideLayout" Target="../slideLayouts/slideLayout107.xml"/><Relationship Id="rId108" Type="http://schemas.openxmlformats.org/officeDocument/2006/relationships/slideLayout" Target="../slideLayouts/slideLayout108.xml"/><Relationship Id="rId109" Type="http://schemas.openxmlformats.org/officeDocument/2006/relationships/slideLayout" Target="../slideLayouts/slideLayout109.xml"/><Relationship Id="rId110" Type="http://schemas.openxmlformats.org/officeDocument/2006/relationships/slideLayout" Target="../slideLayouts/slideLayout110.xml"/><Relationship Id="rId111" Type="http://schemas.openxmlformats.org/officeDocument/2006/relationships/slideLayout" Target="../slideLayouts/slideLayout111.xml"/><Relationship Id="rId112" Type="http://schemas.openxmlformats.org/officeDocument/2006/relationships/slideLayout" Target="../slideLayouts/slideLayout112.xml"/><Relationship Id="rId113" Type="http://schemas.openxmlformats.org/officeDocument/2006/relationships/slideLayout" Target="../slideLayouts/slideLayout113.xml"/><Relationship Id="rId114" Type="http://schemas.openxmlformats.org/officeDocument/2006/relationships/slideLayout" Target="../slideLayouts/slideLayout114.xml"/><Relationship Id="rId115" Type="http://schemas.openxmlformats.org/officeDocument/2006/relationships/slideLayout" Target="../slideLayouts/slideLayout115.xml"/><Relationship Id="rId116" Type="http://schemas.openxmlformats.org/officeDocument/2006/relationships/slideLayout" Target="../slideLayouts/slideLayout116.xml"/><Relationship Id="rId117" Type="http://schemas.openxmlformats.org/officeDocument/2006/relationships/slideLayout" Target="../slideLayouts/slideLayout117.xml"/><Relationship Id="rId118" Type="http://schemas.openxmlformats.org/officeDocument/2006/relationships/slideLayout" Target="../slideLayouts/slideLayout118.xml"/><Relationship Id="rId119" Type="http://schemas.openxmlformats.org/officeDocument/2006/relationships/slideLayout" Target="../slideLayouts/slideLayout119.xml"/><Relationship Id="rId120" Type="http://schemas.openxmlformats.org/officeDocument/2006/relationships/slideLayout" Target="../slideLayouts/slideLayout120.xml"/><Relationship Id="rId121" Type="http://schemas.openxmlformats.org/officeDocument/2006/relationships/slideLayout" Target="../slideLayouts/slideLayout121.xml"/><Relationship Id="rId122" Type="http://schemas.openxmlformats.org/officeDocument/2006/relationships/slideLayout" Target="../slideLayouts/slideLayout122.xml"/><Relationship Id="rId123" Type="http://schemas.openxmlformats.org/officeDocument/2006/relationships/slideLayout" Target="../slideLayouts/slideLayout123.xml"/><Relationship Id="rId124" Type="http://schemas.openxmlformats.org/officeDocument/2006/relationships/slideLayout" Target="../slideLayouts/slideLayout124.xml"/><Relationship Id="rId125" Type="http://schemas.openxmlformats.org/officeDocument/2006/relationships/slideLayout" Target="../slideLayouts/slideLayout125.xml"/><Relationship Id="rId126" Type="http://schemas.openxmlformats.org/officeDocument/2006/relationships/slideLayout" Target="../slideLayouts/slideLayout126.xml"/><Relationship Id="rId127" Type="http://schemas.openxmlformats.org/officeDocument/2006/relationships/slideLayout" Target="../slideLayouts/slideLayout127.xml"/><Relationship Id="rId128" Type="http://schemas.openxmlformats.org/officeDocument/2006/relationships/slideLayout" Target="../slideLayouts/slideLayout128.xml"/><Relationship Id="rId129" Type="http://schemas.openxmlformats.org/officeDocument/2006/relationships/slideLayout" Target="../slideLayouts/slideLayout129.xml"/><Relationship Id="rId130" Type="http://schemas.openxmlformats.org/officeDocument/2006/relationships/slideLayout" Target="../slideLayouts/slideLayout130.xml"/><Relationship Id="rId131" Type="http://schemas.openxmlformats.org/officeDocument/2006/relationships/slideLayout" Target="../slideLayouts/slideLayout131.xml"/><Relationship Id="rId132" Type="http://schemas.openxmlformats.org/officeDocument/2006/relationships/slideLayout" Target="../slideLayouts/slideLayout132.xml"/><Relationship Id="rId133" Type="http://schemas.openxmlformats.org/officeDocument/2006/relationships/slideLayout" Target="../slideLayouts/slideLayout133.xml"/><Relationship Id="rId134" Type="http://schemas.openxmlformats.org/officeDocument/2006/relationships/slideLayout" Target="../slideLayouts/slideLayout134.xml"/><Relationship Id="rId135" Type="http://schemas.openxmlformats.org/officeDocument/2006/relationships/slideLayout" Target="../slideLayouts/slideLayout135.xml"/><Relationship Id="rId136" Type="http://schemas.openxmlformats.org/officeDocument/2006/relationships/slideLayout" Target="../slideLayouts/slideLayout136.xml"/><Relationship Id="rId137" Type="http://schemas.openxmlformats.org/officeDocument/2006/relationships/slideLayout" Target="../slideLayouts/slideLayout137.xml"/><Relationship Id="rId138" Type="http://schemas.openxmlformats.org/officeDocument/2006/relationships/slideLayout" Target="../slideLayouts/slideLayout138.xml"/><Relationship Id="rId139" Type="http://schemas.openxmlformats.org/officeDocument/2006/relationships/slideLayout" Target="../slideLayouts/slideLayout139.xml"/><Relationship Id="rId140" Type="http://schemas.openxmlformats.org/officeDocument/2006/relationships/slideLayout" Target="../slideLayouts/slideLayout140.xml"/><Relationship Id="rId141" Type="http://schemas.openxmlformats.org/officeDocument/2006/relationships/slideLayout" Target="../slideLayouts/slideLayout141.xml"/><Relationship Id="rId142" Type="http://schemas.openxmlformats.org/officeDocument/2006/relationships/slideLayout" Target="../slideLayouts/slideLayout142.xml"/><Relationship Id="rId143" Type="http://schemas.openxmlformats.org/officeDocument/2006/relationships/theme" Target="../theme/theme1.xml"/><Relationship Id="rId144" Type="http://schemas.openxmlformats.org/officeDocument/2006/relationships/tags" Target="../tags/tag1.xml"/><Relationship Id="rId145" Type="http://schemas.openxmlformats.org/officeDocument/2006/relationships/image" Target="../media/image1.jpeg"/><Relationship Id="rId146" Type="http://schemas.openxmlformats.org/officeDocument/2006/relationships/oleObject" Target="../embeddings/oleObject1.bin"/><Relationship Id="rId147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2637997-1247-8504-628F-92B37383D3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5">
            <a:alphaModFix amt="15000"/>
          </a:blip>
          <a:stretch>
            <a:fillRect/>
          </a:stretch>
        </p:blipFill>
        <p:spPr>
          <a:xfrm>
            <a:off x="0" y="-1016"/>
            <a:ext cx="12192000" cy="6860032"/>
          </a:xfrm>
          <a:prstGeom prst="rect">
            <a:avLst/>
          </a:prstGeom>
        </p:spPr>
      </p:pic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2016088-7680-7600-B25B-E0B2B565461B}"/>
              </a:ext>
            </a:extLst>
          </p:cNvPr>
          <p:cNvGraphicFramePr>
            <a:graphicFrameLocks/>
          </p:cNvGraphicFramePr>
          <p:nvPr userDrawn="1">
            <p:custDataLst>
              <p:tags r:id="rId144"/>
            </p:custDataLst>
            <p:extLst>
              <p:ext uri="{D42A27DB-BD31-4B8C-83A1-F6EECF244321}">
                <p14:modId xmlns:p14="http://schemas.microsoft.com/office/powerpoint/2010/main" val="19908926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6" imgW="471" imgH="473" progId="TCLayout.ActiveDocument.1">
                  <p:embed/>
                </p:oleObj>
              </mc:Choice>
              <mc:Fallback>
                <p:oleObj name="think-cell Slide" r:id="rId146" imgW="471" imgH="47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016088-7680-7600-B25B-E0B2B56546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37ED564-055E-99E4-8D52-A7C00AECD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3955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0" r:id="rId1"/>
    <p:sldLayoutId id="2147484071" r:id="rId2"/>
    <p:sldLayoutId id="2147484072" r:id="rId3"/>
    <p:sldLayoutId id="2147483973" r:id="rId4"/>
    <p:sldLayoutId id="2147483932" r:id="rId5"/>
    <p:sldLayoutId id="2147483982" r:id="rId6"/>
    <p:sldLayoutId id="2147483983" r:id="rId7"/>
    <p:sldLayoutId id="2147483933" r:id="rId8"/>
    <p:sldLayoutId id="2147483893" r:id="rId9"/>
    <p:sldLayoutId id="2147483934" r:id="rId10"/>
    <p:sldLayoutId id="2147483935" r:id="rId11"/>
    <p:sldLayoutId id="2147483936" r:id="rId12"/>
    <p:sldLayoutId id="2147483937" r:id="rId13"/>
    <p:sldLayoutId id="2147483938" r:id="rId14"/>
    <p:sldLayoutId id="2147483939" r:id="rId15"/>
    <p:sldLayoutId id="2147483940" r:id="rId16"/>
    <p:sldLayoutId id="2147483941" r:id="rId17"/>
    <p:sldLayoutId id="2147483942" r:id="rId18"/>
    <p:sldLayoutId id="2147483943" r:id="rId19"/>
    <p:sldLayoutId id="2147483944" r:id="rId20"/>
    <p:sldLayoutId id="2147483945" r:id="rId21"/>
    <p:sldLayoutId id="2147483946" r:id="rId22"/>
    <p:sldLayoutId id="2147483947" r:id="rId23"/>
    <p:sldLayoutId id="2147483948" r:id="rId24"/>
    <p:sldLayoutId id="2147483949" r:id="rId25"/>
    <p:sldLayoutId id="2147483950" r:id="rId26"/>
    <p:sldLayoutId id="2147483951" r:id="rId27"/>
    <p:sldLayoutId id="2147483952" r:id="rId28"/>
    <p:sldLayoutId id="2147483953" r:id="rId29"/>
    <p:sldLayoutId id="2147483954" r:id="rId30"/>
    <p:sldLayoutId id="2147484062" r:id="rId31"/>
    <p:sldLayoutId id="2147484063" r:id="rId32"/>
    <p:sldLayoutId id="2147483955" r:id="rId33"/>
    <p:sldLayoutId id="2147483991" r:id="rId34"/>
    <p:sldLayoutId id="2147483956" r:id="rId35"/>
    <p:sldLayoutId id="2147483958" r:id="rId36"/>
    <p:sldLayoutId id="2147483959" r:id="rId37"/>
    <p:sldLayoutId id="2147483960" r:id="rId38"/>
    <p:sldLayoutId id="2147483961" r:id="rId39"/>
    <p:sldLayoutId id="2147483962" r:id="rId40"/>
    <p:sldLayoutId id="2147483963" r:id="rId41"/>
    <p:sldLayoutId id="2147483964" r:id="rId42"/>
    <p:sldLayoutId id="2147483957" r:id="rId43"/>
    <p:sldLayoutId id="2147483965" r:id="rId44"/>
    <p:sldLayoutId id="2147483966" r:id="rId45"/>
    <p:sldLayoutId id="2147483967" r:id="rId46"/>
    <p:sldLayoutId id="2147483968" r:id="rId47"/>
    <p:sldLayoutId id="2147483969" r:id="rId48"/>
    <p:sldLayoutId id="2147483970" r:id="rId49"/>
    <p:sldLayoutId id="2147483971" r:id="rId50"/>
    <p:sldLayoutId id="2147483972" r:id="rId51"/>
    <p:sldLayoutId id="2147483974" r:id="rId52"/>
    <p:sldLayoutId id="2147483978" r:id="rId53"/>
    <p:sldLayoutId id="2147483975" r:id="rId54"/>
    <p:sldLayoutId id="2147483979" r:id="rId55"/>
    <p:sldLayoutId id="2147483976" r:id="rId56"/>
    <p:sldLayoutId id="2147483980" r:id="rId57"/>
    <p:sldLayoutId id="2147483977" r:id="rId58"/>
    <p:sldLayoutId id="2147483981" r:id="rId59"/>
    <p:sldLayoutId id="2147483891" r:id="rId60"/>
    <p:sldLayoutId id="2147483984" r:id="rId61"/>
    <p:sldLayoutId id="2147483985" r:id="rId62"/>
    <p:sldLayoutId id="2147483986" r:id="rId63"/>
    <p:sldLayoutId id="2147483987" r:id="rId64"/>
    <p:sldLayoutId id="2147483988" r:id="rId65"/>
    <p:sldLayoutId id="2147483989" r:id="rId66"/>
    <p:sldLayoutId id="2147483990" r:id="rId67"/>
    <p:sldLayoutId id="2147483992" r:id="rId68"/>
    <p:sldLayoutId id="2147483993" r:id="rId69"/>
    <p:sldLayoutId id="2147483994" r:id="rId70"/>
    <p:sldLayoutId id="2147484064" r:id="rId71"/>
    <p:sldLayoutId id="2147483995" r:id="rId72"/>
    <p:sldLayoutId id="2147483996" r:id="rId73"/>
    <p:sldLayoutId id="2147483997" r:id="rId74"/>
    <p:sldLayoutId id="2147483998" r:id="rId75"/>
    <p:sldLayoutId id="2147483999" r:id="rId76"/>
    <p:sldLayoutId id="2147484000" r:id="rId77"/>
    <p:sldLayoutId id="2147484001" r:id="rId78"/>
    <p:sldLayoutId id="2147484002" r:id="rId79"/>
    <p:sldLayoutId id="2147484003" r:id="rId80"/>
    <p:sldLayoutId id="2147484004" r:id="rId81"/>
    <p:sldLayoutId id="2147484005" r:id="rId82"/>
    <p:sldLayoutId id="2147484006" r:id="rId83"/>
    <p:sldLayoutId id="2147484007" r:id="rId84"/>
    <p:sldLayoutId id="2147484008" r:id="rId85"/>
    <p:sldLayoutId id="2147484009" r:id="rId86"/>
    <p:sldLayoutId id="2147484010" r:id="rId87"/>
    <p:sldLayoutId id="2147484011" r:id="rId88"/>
    <p:sldLayoutId id="2147484012" r:id="rId89"/>
    <p:sldLayoutId id="2147484013" r:id="rId90"/>
    <p:sldLayoutId id="2147484014" r:id="rId91"/>
    <p:sldLayoutId id="2147484015" r:id="rId92"/>
    <p:sldLayoutId id="2147484016" r:id="rId93"/>
    <p:sldLayoutId id="2147484017" r:id="rId94"/>
    <p:sldLayoutId id="2147484018" r:id="rId95"/>
    <p:sldLayoutId id="2147484019" r:id="rId96"/>
    <p:sldLayoutId id="2147484020" r:id="rId97"/>
    <p:sldLayoutId id="2147484065" r:id="rId98"/>
    <p:sldLayoutId id="2147484066" r:id="rId99"/>
    <p:sldLayoutId id="2147484021" r:id="rId100"/>
    <p:sldLayoutId id="2147484022" r:id="rId101"/>
    <p:sldLayoutId id="2147484023" r:id="rId102"/>
    <p:sldLayoutId id="2147484024" r:id="rId103"/>
    <p:sldLayoutId id="2147484025" r:id="rId104"/>
    <p:sldLayoutId id="2147484026" r:id="rId105"/>
    <p:sldLayoutId id="2147484027" r:id="rId106"/>
    <p:sldLayoutId id="2147484028" r:id="rId107"/>
    <p:sldLayoutId id="2147484029" r:id="rId108"/>
    <p:sldLayoutId id="2147484030" r:id="rId109"/>
    <p:sldLayoutId id="2147484031" r:id="rId110"/>
    <p:sldLayoutId id="2147484032" r:id="rId111"/>
    <p:sldLayoutId id="2147484033" r:id="rId112"/>
    <p:sldLayoutId id="2147484034" r:id="rId113"/>
    <p:sldLayoutId id="2147484035" r:id="rId114"/>
    <p:sldLayoutId id="2147484036" r:id="rId115"/>
    <p:sldLayoutId id="2147484037" r:id="rId116"/>
    <p:sldLayoutId id="2147484038" r:id="rId117"/>
    <p:sldLayoutId id="2147484039" r:id="rId118"/>
    <p:sldLayoutId id="2147484040" r:id="rId119"/>
    <p:sldLayoutId id="2147484041" r:id="rId120"/>
    <p:sldLayoutId id="2147484042" r:id="rId121"/>
    <p:sldLayoutId id="2147484043" r:id="rId122"/>
    <p:sldLayoutId id="2147484044" r:id="rId123"/>
    <p:sldLayoutId id="2147484045" r:id="rId124"/>
    <p:sldLayoutId id="2147484046" r:id="rId125"/>
    <p:sldLayoutId id="2147484047" r:id="rId126"/>
    <p:sldLayoutId id="2147484048" r:id="rId127"/>
    <p:sldLayoutId id="2147484049" r:id="rId128"/>
    <p:sldLayoutId id="2147484050" r:id="rId129"/>
    <p:sldLayoutId id="2147484051" r:id="rId130"/>
    <p:sldLayoutId id="2147484052" r:id="rId131"/>
    <p:sldLayoutId id="2147484053" r:id="rId132"/>
    <p:sldLayoutId id="2147484059" r:id="rId133"/>
    <p:sldLayoutId id="2147484069" r:id="rId134"/>
    <p:sldLayoutId id="2147484068" r:id="rId135"/>
    <p:sldLayoutId id="2147484054" r:id="rId136"/>
    <p:sldLayoutId id="2147484055" r:id="rId137"/>
    <p:sldLayoutId id="2147484056" r:id="rId138"/>
    <p:sldLayoutId id="2147484057" r:id="rId139"/>
    <p:sldLayoutId id="2147484058" r:id="rId140"/>
    <p:sldLayoutId id="2147484067" r:id="rId141"/>
    <p:sldLayoutId id="2147484061" r:id="rId142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1" pos="368">
          <p15:clr>
            <a:srgbClr val="C35EA4"/>
          </p15:clr>
        </p15:guide>
        <p15:guide id="32" pos="7313">
          <p15:clr>
            <a:srgbClr val="C35EA4"/>
          </p15:clr>
        </p15:guide>
        <p15:guide id="33" orient="horz" pos="369">
          <p15:clr>
            <a:srgbClr val="C35EA4"/>
          </p15:clr>
        </p15:guide>
        <p15:guide id="34" orient="horz" pos="3949">
          <p15:clr>
            <a:srgbClr val="C35EA4"/>
          </p15:clr>
        </p15:guide>
        <p15:guide id="35" orient="horz" pos="184">
          <p15:clr>
            <a:srgbClr val="A4A3A4"/>
          </p15:clr>
        </p15:guide>
        <p15:guide id="36" pos="185">
          <p15:clr>
            <a:srgbClr val="A4A3A4"/>
          </p15:clr>
        </p15:guide>
        <p15:guide id="37" orient="horz" pos="4135">
          <p15:clr>
            <a:srgbClr val="A4A3A4"/>
          </p15:clr>
        </p15:guide>
        <p15:guide id="38" pos="7495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6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image" Target="../media/image63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0" sz="3000"/>
              <a:t>SLM Studio: Governed, AI-First SLM Fine-Tuning Delivery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 wrap="square"/>
          <a:lstStyle/>
          <a:p>
            <a:r>
              <a:rPr b="0" sz="1300">
                <a:solidFill>
                  <a:srgbClr val="595959"/>
                </a:solidFill>
              </a:rPr>
              <a:t>Why it matters: turns ad-hoc small-language-model tuning into a repeatable, evidence-gated production path.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rPr b="1">
                <a:solidFill>
                  <a:srgbClr val="1E4D3A"/>
                </a:solidFill>
              </a:rPr>
              <a:t>THE ENTERPRISE PROBLEM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r>
              <a:rPr b="0" sz="1100"/>
              <a:t>Frontier-LLM FAQ workload: </a:t>
            </a:r>
            <a:r>
              <a:rPr b="1" sz="1100"/>
              <a:t>120–140K req/day, ~6B GPT tokens/mo, ~$162K/mo</a:t>
            </a:r>
          </a:p>
          <a:p>
            <a:r>
              <a:rPr b="0" sz="1000">
                <a:solidFill>
                  <a:srgbClr val="A32A2A"/>
                </a:solidFill>
              </a:rPr>
              <a:t>Reported by CTS — evidence required for independent verification</a:t>
            </a:r>
          </a:p>
          <a:p>
            <a:r>
              <a:rPr b="0" sz="1100"/>
              <a:t>Ad-hoc fine-tuning projects rebuild data checks, prompts and tests each time — no lineage, no release gate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r>
              <a:rPr b="1">
                <a:solidFill>
                  <a:srgbClr val="1E4D3A"/>
                </a:solidFill>
              </a:rPr>
              <a:t>REUSABLE, NOT GENERIC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 wrap="square"/>
          <a:lstStyle/>
          <a:p>
            <a:r>
              <a:rPr b="1" sz="1100">
                <a:solidFill>
                  <a:srgbClr val="1E7A46"/>
                </a:solidFill>
              </a:rPr>
              <a:t>Available — </a:t>
            </a:r>
            <a:r>
              <a:rPr b="0" sz="1100"/>
              <a:t>executable, versioned pipeline: 5 governed stages, not a tutorial</a:t>
            </a:r>
          </a:p>
          <a:p>
            <a:r>
              <a:rPr b="0" sz="1100"/>
              <a:t>Task-portable: swap dataset builder + prompt contract; keep the SFT/eval/release engine</a:t>
            </a:r>
          </a:p>
          <a:p>
            <a:r>
              <a:rPr b="0" sz="1100"/>
              <a:t>Governance first-class: leakage-free splits, managed-identity training, sealed-test eval, human-approved release, PSI drift monitor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 wrap="square"/>
          <a:lstStyle/>
          <a:p>
            <a:r>
              <a:rPr b="1">
                <a:solidFill>
                  <a:srgbClr val="1E4D3A"/>
                </a:solidFill>
              </a:rPr>
              <a:t>TOKEN ECONOMICS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2" sz="quarter"/>
          </p:nvPr>
        </p:nvSpPr>
        <p:spPr/>
        <p:txBody>
          <a:bodyPr wrap="square"/>
          <a:lstStyle/>
          <a:p>
            <a:r>
              <a:rPr b="1" sz="1100">
                <a:solidFill>
                  <a:srgbClr val="1E7A46"/>
                </a:solidFill>
              </a:rPr>
              <a:t>Available — </a:t>
            </a:r>
            <a:r>
              <a:rPr b="0" sz="1100"/>
              <a:t>every inference call logs generated-token count + latency per model</a:t>
            </a:r>
          </a:p>
          <a:p>
            <a:r>
              <a:rPr b="0" sz="1100"/>
              <a:t>Release/deployment gates require answer token-F1 ≥ 0.70 plus a latency budget</a:t>
            </a:r>
          </a:p>
          <a:p>
            <a:r>
              <a:rPr b="0" sz="1100"/>
              <a:t>AI-first delivery, CTS-evidenced: 2-model, 5-metric evaluation in ~32 hours using these accelerators</a:t>
            </a:r>
          </a:p>
          <a:p>
            <a:r>
              <a:rPr b="1" sz="1100">
                <a:solidFill>
                  <a:srgbClr val="4A558C"/>
                </a:solidFill>
              </a:rPr>
              <a:t>Roadmap — </a:t>
            </a:r>
            <a:r>
              <a:rPr b="0" sz="1100"/>
              <a:t>“token yield” (grounded-answer quality per generated token) is proposed, not yet computed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0" sz="2800"/>
              <a:t>What's Built: A Five-Stage, Script-Orchestrated Release Pipeline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>
          <a:xfrm>
            <a:off x="777238" y="1621002"/>
            <a:ext cx="6500000" cy="500000"/>
          </a:xfrm>
        </p:spPr>
        <p:txBody>
          <a:bodyPr wrap="square"/>
          <a:lstStyle/>
          <a:p>
            <a:r>
              <a:rPr b="0" sz="1200">
                <a:solidFill>
                  <a:srgbClr val="595959"/>
                </a:solidFill>
              </a:rPr>
              <a:t>Reusable components in lib/ drive every stage; scripts/ orchestrate state changes; notebooks are read-only exploration.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/>
          <a:lstStyle/>
          <a:p>
            <a:r>
              <a:rPr b="1" sz="1300">
                <a:solidFill>
                  <a:srgbClr val="1E4D3A"/>
                </a:solidFill>
              </a:rPr>
              <a:t>AUTOMATED IN CODE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>
          <a:xfrm>
            <a:off x="1533639" y="2611299"/>
            <a:ext cx="4182638" cy="1850000"/>
          </a:xfrm>
        </p:spPr>
        <p:txBody>
          <a:bodyPr wrap="square"/>
          <a:lstStyle/>
          <a:p>
            <a:r>
              <a:rPr b="1" sz="1050">
                <a:solidFill>
                  <a:srgbClr val="1E7A46"/>
                </a:solidFill>
              </a:rPr>
              <a:t>Available — </a:t>
            </a:r>
            <a:r>
              <a:rPr b="0" sz="1050"/>
              <a:t>01 Prepare + version — leakage-free splits, SHA-256 fingerprint, Azure ML data asset</a:t>
            </a:r>
          </a:p>
          <a:p>
            <a:r>
              <a:rPr b="0" sz="1050"/>
              <a:t>02 Fine-tune LoRA — Unsloth/PEFT, prompt-token loss masking, managed-identity job</a:t>
            </a:r>
          </a:p>
          <a:p>
            <a:r>
              <a:rPr b="0" sz="1050"/>
              <a:t>03 Compare + judge — OOB vs fine-tuned vs cached GPT baseline, DeepEval RAG judge</a:t>
            </a:r>
          </a:p>
          <a:p>
            <a:r>
              <a:rPr b="0" sz="1050"/>
              <a:t>04 Approve + register — human approval, zero-traffic deploy, drift baseline</a:t>
            </a:r>
          </a:p>
          <a:p>
            <a:r>
              <a:rPr b="0" sz="1050"/>
              <a:t>05 Gate + monitor — token-F1/latency gate, canary/full traffic, scheduled PSI drift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>
          <a:xfrm>
            <a:off x="1402152" y="4620000"/>
            <a:ext cx="4314125" cy="246221"/>
          </a:xfrm>
        </p:spPr>
        <p:txBody>
          <a:bodyPr wrap="square"/>
          <a:lstStyle/>
          <a:p>
            <a:r>
              <a:rPr b="1" sz="1300">
                <a:solidFill>
                  <a:srgbClr val="1E4D3A"/>
                </a:solidFill>
              </a:rPr>
              <a:t>GOVERNANCE, REUSE &amp; EVIDENCE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>
          <a:xfrm>
            <a:off x="1533639" y="4920000"/>
            <a:ext cx="4182638" cy="1850000"/>
          </a:xfrm>
        </p:spPr>
        <p:txBody>
          <a:bodyPr wrap="square"/>
          <a:lstStyle/>
          <a:p>
            <a:r>
              <a:rPr b="0" sz="1050"/>
              <a:t>Release gate: faithfulness/relevancy/correctness ≥ 0.70, ≥ 30 examples, p95 latency ≤ 40s</a:t>
            </a:r>
          </a:p>
          <a:p>
            <a:r>
              <a:rPr b="0" sz="1050"/>
              <a:t>14 automated pytest modules cover gates, drift, lineage and dataset validation</a:t>
            </a:r>
          </a:p>
          <a:p>
            <a:r>
              <a:rPr b="1" sz="1050">
                <a:solidFill>
                  <a:srgbClr val="B8860B"/>
                </a:solidFill>
              </a:rPr>
              <a:t>Available (demo) · In progress (production wiring) — </a:t>
            </a:r>
            <a:r>
              <a:rPr b="0" sz="1050"/>
              <a:t>local UI wizard mirrors the 5 stages; read-only Azure evaluation snapshot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>
          <a:xfrm>
            <a:off x="7450000" y="6120000"/>
            <a:ext cx="3335150" cy="250000"/>
          </a:xfrm>
        </p:spPr>
        <p:txBody>
          <a:bodyPr wrap="square"/>
          <a:lstStyle/>
          <a:p>
            <a:pPr algn="ctr"/>
            <a:r>
              <a:rPr b="0" sz="900">
                <a:solidFill>
                  <a:srgbClr val="595959"/>
                </a:solidFill>
              </a:rPr>
              <a:t>Source: docs/architecture.drawio → docs/architecture-png.png</a:t>
            </a:r>
          </a:p>
        </p:txBody>
      </p:sp>
      <p:pic>
        <p:nvPicPr>
          <p:cNvPr id="10" name="Picture 9" descr="architecture-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000" y="1500000"/>
            <a:ext cx="3335929" cy="455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0" sz="2700"/>
              <a:t>Next: UI Studio Roadmap  |  Proof: CTS 1C Assist Evidence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 wrap="square"/>
          <a:lstStyle/>
          <a:p>
            <a:r>
              <a:rPr b="0" sz="1200">
                <a:solidFill>
                  <a:srgbClr val="595959"/>
                </a:solidFill>
              </a:rPr>
              <a:t>Appendix-style evidence: the governed pipeline is proven in code; the guided production UI and $ savings are next.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rPr b="1">
                <a:solidFill>
                  <a:srgbClr val="1E4D3A"/>
                </a:solidFill>
              </a:rPr>
              <a:t>UI STUDIO — NOW + NEXT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>
          <a:xfrm>
            <a:off x="802924" y="2922402"/>
            <a:ext cx="4992687" cy="1500000"/>
          </a:xfrm>
        </p:spPr>
        <p:txBody>
          <a:bodyPr wrap="square"/>
          <a:lstStyle/>
          <a:p>
            <a:r>
              <a:rPr b="1" sz="1100">
                <a:solidFill>
                  <a:srgbClr val="1E7A46"/>
                </a:solidFill>
              </a:rPr>
              <a:t>Available — </a:t>
            </a:r>
            <a:r>
              <a:rPr b="0" sz="1100"/>
              <a:t>5-stage local demo wizard (I-01) + read-only Azure evaluation snapshot, 75 sealed-test records</a:t>
            </a:r>
          </a:p>
          <a:p>
            <a:r>
              <a:rPr b="1" sz="1100">
                <a:solidFill>
                  <a:srgbClr val="4A558C"/>
                </a:solidFill>
              </a:rPr>
              <a:t>Roadmap — </a:t>
            </a:r>
            <a:r>
              <a:rPr b="0" sz="1100"/>
              <a:t>I-02 Gate/registration → I-03 Data/training → I-04 Comparison → I-05 Deployment/monitoring (all “not started”)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r>
              <a:rPr b="1">
                <a:solidFill>
                  <a:srgbClr val="1E4D3A"/>
                </a:solidFill>
              </a:rPr>
              <a:t>CTS · 1C ASSIST UAT EVIDENCE (n=712)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>
          <a:xfrm>
            <a:off x="6402040" y="2922402"/>
            <a:ext cx="4992687" cy="3400000"/>
          </a:xfrm>
        </p:spPr>
        <p:txBody>
          <a:bodyPr wrap="square"/>
          <a:lstStyle/>
          <a:p>
            <a:r>
              <a:rPr b="0" sz="1050"/>
              <a:t>Output format correctness: </a:t>
            </a:r>
            <a:r>
              <a:rPr b="1" sz="1050"/>
              <a:t>39.0%→91.6% (+52.5 pp, 3B) · 29.2%→97.9% (+68.7 pp, 8B)</a:t>
            </a:r>
          </a:p>
          <a:p>
            <a:r>
              <a:rPr b="0" sz="1050"/>
              <a:t>Faithfulness: </a:t>
            </a:r>
            <a:r>
              <a:rPr b="1" sz="1050"/>
              <a:t>+10.6 pp (3B) · +9.3 pp (8B)</a:t>
            </a:r>
            <a:r>
              <a:rPr b="0" sz="1050"/>
              <a:t> vs out-of-box baseline</a:t>
            </a:r>
          </a:p>
          <a:p>
            <a:r>
              <a:rPr b="0" sz="1050"/>
              <a:t>Citation correctness: </a:t>
            </a:r>
            <a:r>
              <a:rPr b="1" sz="1050"/>
              <a:t>+44.1 pp (3B) · +11.4 pp (8B)</a:t>
            </a:r>
            <a:r>
              <a:rPr b="0" sz="1050"/>
              <a:t> vs out-of-box baseline</a:t>
            </a:r>
          </a:p>
          <a:p>
            <a:r>
              <a:rPr b="1" sz="1050"/>
              <a:t>AI-first delivery, CTS-evidenced: </a:t>
            </a:r>
            <a:r>
              <a:rPr b="0" sz="1050"/>
              <a:t>2-model, 5-metric evaluation completed in ~32 hours using these accelerators</a:t>
            </a:r>
          </a:p>
          <a:p>
            <a:r>
              <a:rPr b="1" sz="1050">
                <a:solidFill>
                  <a:srgbClr val="A32A2A"/>
                </a:solidFill>
              </a:rPr>
              <a:t>Evidence required — </a:t>
            </a:r>
            <a:r>
              <a:rPr b="0" sz="1050"/>
              <a:t>engineering-hours and $ serving-cost savings are not quantified in this UAT; the “~80–90% reported savings” and “$162K/mo” figures are CTS-reported, not independently measured by SLM Studio</a:t>
            </a:r>
          </a:p>
        </p:txBody>
      </p:sp>
      <p:pic>
        <p:nvPicPr>
          <p:cNvPr id="8" name="Picture 7" descr="_ui_wizard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005" y="4530000"/>
            <a:ext cx="3688525" cy="18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2924" y="6350000"/>
            <a:ext cx="4992687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95959"/>
                </a:solidFill>
              </a:rPr>
              <a:t>Demo UI: app/ (localhost only, no Azure calls)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SFrontierCo FY27">
  <a:themeElements>
    <a:clrScheme name="MSFrontierCo FY27">
      <a:dk1>
        <a:srgbClr val="000000"/>
      </a:dk1>
      <a:lt1>
        <a:srgbClr val="FFFFFF"/>
      </a:lt1>
      <a:dk2>
        <a:srgbClr val="28647C"/>
      </a:dk2>
      <a:lt2>
        <a:srgbClr val="F4F3F5"/>
      </a:lt2>
      <a:accent1>
        <a:srgbClr val="38B9B6"/>
      </a:accent1>
      <a:accent2>
        <a:srgbClr val="8661C5"/>
      </a:accent2>
      <a:accent3>
        <a:srgbClr val="C03BC4"/>
      </a:accent3>
      <a:accent4>
        <a:srgbClr val="FF5C39"/>
      </a:accent4>
      <a:accent5>
        <a:srgbClr val="FFB900"/>
      </a:accent5>
      <a:accent6>
        <a:srgbClr val="8DE971"/>
      </a:accent6>
      <a:hlink>
        <a:srgbClr val="0078D4"/>
      </a:hlink>
      <a:folHlink>
        <a:srgbClr val="0078D4"/>
      </a:folHlink>
    </a:clrScheme>
    <a:fontScheme name="Custom 9">
      <a:majorFont>
        <a:latin typeface="Segoe Sans Display Semibold"/>
        <a:ea typeface=""/>
        <a:cs typeface=""/>
      </a:majorFont>
      <a:minorFont>
        <a:latin typeface="Segoe Sans Display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  <a:extLst>
    <a:ext uri="{05A4C25C-085E-4340-85A3-A5531E510DB2}">
      <thm15:themeFamily xmlns:thm15="http://schemas.microsoft.com/office/thememl/2012/main" name="IPS New" id="{4EB5C47F-3DB3-48A5-94F6-D61450CF9D22}" vid="{E1F90190-1B4A-4B19-82C0-BA5BED2AC0D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lcf76f155ced4ddcb4097134ff3c332f xmlns="49eeeb68-eacc-49c5-8e2a-2974e29816e2">
      <Terms xmlns="http://schemas.microsoft.com/office/infopath/2007/PartnerControls"/>
    </lcf76f155ced4ddcb4097134ff3c332f>
    <ImageMetadataListFieldId xmlns="49eeeb68-eacc-49c5-8e2a-2974e29816e2" xsi:nil="true"/>
    <ImageMetadataListItemId xmlns="49eeeb68-eacc-49c5-8e2a-2974e29816e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12FCCE3A4AED40AEEC600A330EF9CA" ma:contentTypeVersion="25" ma:contentTypeDescription="Create a new document." ma:contentTypeScope="" ma:versionID="16a516d88e81b8687e2b22205c164044">
  <xsd:schema xmlns:xsd="http://www.w3.org/2001/XMLSchema" xmlns:xs="http://www.w3.org/2001/XMLSchema" xmlns:p="http://schemas.microsoft.com/office/2006/metadata/properties" xmlns:ns1="http://schemas.microsoft.com/sharepoint/v3" xmlns:ns2="49eeeb68-eacc-49c5-8e2a-2974e29816e2" xmlns:ns3="230e9df3-be65-4c73-a93b-d1236ebd677e" xmlns:ns4="5ac894d1-50c6-4979-8bff-9a4ad95cb71b" targetNamespace="http://schemas.microsoft.com/office/2006/metadata/properties" ma:root="true" ma:fieldsID="6366ee0928a67b21b77359d5fc14865d" ns1:_="" ns2:_="" ns3:_="" ns4:_="">
    <xsd:import namespace="http://schemas.microsoft.com/sharepoint/v3"/>
    <xsd:import namespace="49eeeb68-eacc-49c5-8e2a-2974e29816e2"/>
    <xsd:import namespace="230e9df3-be65-4c73-a93b-d1236ebd677e"/>
    <xsd:import namespace="5ac894d1-50c6-4979-8bff-9a4ad95cb7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ImageMetadataListItemId" minOccurs="0"/>
                <xsd:element ref="ns2:ImageMetadataListFieldId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Location" minOccurs="0"/>
                <xsd:element ref="ns2:MediaLengthInSeconds" minOccurs="0"/>
                <xsd:element ref="ns4:SharedWithUsers" minOccurs="0"/>
                <xsd:element ref="ns4:SharedWithDetail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eeeb68-eacc-49c5-8e2a-2974e29816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ImageMetadataListItemId" ma:index="12" nillable="true" ma:displayName="ImageMetadataListItemId" ma:hidden="true" ma:internalName="ImageMetadataListItemId">
      <xsd:simpleType>
        <xsd:restriction base="dms:Unknown"/>
      </xsd:simpleType>
    </xsd:element>
    <xsd:element name="ImageMetadataListFieldId" ma:index="13" nillable="true" ma:displayName="ImageMetadataListFieldId" ma:hidden="true" ma:internalName="ImageMetadataListFieldId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  <xsd:element name="HasDigitalSignature" ma:index="31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2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803fd34f-e965-4b01-a906-9d9dec7a9487}" ma:internalName="TaxCatchAll" ma:showField="CatchAllData" ma:web="5ac894d1-50c6-4979-8bff-9a4ad95cb7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c894d1-50c6-4979-8bff-9a4ad95cb71b" elementFormDefault="qualified">
    <xsd:import namespace="http://schemas.microsoft.com/office/2006/documentManagement/types"/>
    <xsd:import namespace="http://schemas.microsoft.com/office/infopath/2007/PartnerControls"/>
    <xsd:element name="SharedWithUsers" ma:index="2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29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4DC61A3-DFD2-445D-8156-17BC7F07A7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004021-37DA-4CBC-9C11-F5E0E2C3819D}">
  <ds:schemaRefs>
    <ds:schemaRef ds:uri="7360f1c8-5498-4ec9-af70-8de735e960e2"/>
    <ds:schemaRef ds:uri="92cc7923-7bd6-4c52-a535-c267c30bc12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  <ds:schemaRef ds:uri="5fcc4290-c607-4d96-99d6-20d081d56bd6"/>
    <ds:schemaRef ds:uri="0c093792-c9cf-4f20-af8d-a8b553f6793b"/>
  </ds:schemaRefs>
</ds:datastoreItem>
</file>

<file path=customXml/itemProps3.xml><?xml version="1.0" encoding="utf-8"?>
<ds:datastoreItem xmlns:ds="http://schemas.openxmlformats.org/officeDocument/2006/customXml" ds:itemID="{22CC07B7-045B-49F4-8E04-C1E215FDC40B}"/>
</file>

<file path=docMetadata/LabelInfo.xml><?xml version="1.0" encoding="utf-8"?>
<clbl:labelList xmlns:clbl="http://schemas.microsoft.com/office/2020/mipLabelMetadata">
  <clbl:label id="{25b262c6-3135-4102-9fd1-8cc793b35eee}" enabled="0" method="" siteId="{25b262c6-3135-4102-9fd1-8cc793b35eee}" removed="1"/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10589</Words>
  <Application>Microsoft Office PowerPoint</Application>
  <PresentationFormat>Widescreen</PresentationFormat>
  <Paragraphs>1985</Paragraphs>
  <Slides>169</Slides>
  <Notes>168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169</vt:i4>
      </vt:variant>
    </vt:vector>
  </HeadingPairs>
  <TitlesOfParts>
    <vt:vector size="181" baseType="lpstr">
      <vt:lpstr>Aptos</vt:lpstr>
      <vt:lpstr>Arial</vt:lpstr>
      <vt:lpstr>Calibri</vt:lpstr>
      <vt:lpstr>Segoe Sans Display</vt:lpstr>
      <vt:lpstr>Segoe Sans Display Semibold</vt:lpstr>
      <vt:lpstr>Segoe Sans Text Semibold</vt:lpstr>
      <vt:lpstr>Segoe UI</vt:lpstr>
      <vt:lpstr>Segoe UI Semibold</vt:lpstr>
      <vt:lpstr>Segoe UI Semilight</vt:lpstr>
      <vt:lpstr>Wingdings</vt:lpstr>
      <vt:lpstr>MSFrontierCo FY27</vt:lpstr>
      <vt:lpstr>think-cell Slide</vt:lpstr>
      <vt:lpstr>Microsoft Frontier Company</vt:lpstr>
      <vt:lpstr>Presenter Name</vt:lpstr>
      <vt:lpstr>Presenter Name</vt:lpstr>
      <vt:lpstr>Title Only with Content 1</vt:lpstr>
      <vt:lpstr>Title Only with Content 2</vt:lpstr>
      <vt:lpstr>Title Only with Content 3</vt:lpstr>
      <vt:lpstr>Title Only with Content 4</vt:lpstr>
      <vt:lpstr>Title Only</vt:lpstr>
      <vt:lpstr>Title Only with Content 1</vt:lpstr>
      <vt:lpstr>Title Only with Content 2</vt:lpstr>
      <vt:lpstr>Title Only with Content 3</vt:lpstr>
      <vt:lpstr>Title Only with Content 4</vt:lpstr>
      <vt:lpstr>Title Only </vt:lpstr>
      <vt:lpstr>Agenda</vt:lpstr>
      <vt:lpstr>Agenda </vt:lpstr>
      <vt:lpstr>Three column and graphic</vt:lpstr>
      <vt:lpstr>Four column and picture</vt:lpstr>
      <vt:lpstr>Lorem ipsum dolor sit amet </vt:lpstr>
      <vt:lpstr>Trend overview slide</vt:lpstr>
      <vt:lpstr>Title with picture 1</vt:lpstr>
      <vt:lpstr>Title with picture 2</vt:lpstr>
      <vt:lpstr>Video embed</vt:lpstr>
      <vt:lpstr>Title with two layout 1</vt:lpstr>
      <vt:lpstr>Title with two layout 2</vt:lpstr>
      <vt:lpstr>Title with two layout 3</vt:lpstr>
      <vt:lpstr>Title with two layout 4</vt:lpstr>
      <vt:lpstr>Title with two layout 5</vt:lpstr>
      <vt:lpstr>Title with three layout 1</vt:lpstr>
      <vt:lpstr>Title with three layout 2</vt:lpstr>
      <vt:lpstr>Title with four layout 1</vt:lpstr>
      <vt:lpstr>Title with four layout 2</vt:lpstr>
      <vt:lpstr>Title with five layout 1</vt:lpstr>
      <vt:lpstr>Title square photo layout</vt:lpstr>
      <vt:lpstr>Two photos side-by-side layout</vt:lpstr>
      <vt:lpstr>Square photo layout </vt:lpstr>
      <vt:lpstr>Quote slide (This is a hidden title that should be left outside the slide for accessibility purposes)</vt:lpstr>
      <vt:lpstr>Quote slide (This is a hidden title that should be left outside the slide for accessibility purposes) </vt:lpstr>
      <vt:lpstr>Title with content and picture 1</vt:lpstr>
      <vt:lpstr>Title with graphic 2</vt:lpstr>
      <vt:lpstr>Example Timeline 1</vt:lpstr>
      <vt:lpstr>Example Timeline 2</vt:lpstr>
      <vt:lpstr>Table of 6 Column</vt:lpstr>
      <vt:lpstr>Table of 9 Column</vt:lpstr>
      <vt:lpstr>Chart</vt:lpstr>
      <vt:lpstr>Graphic slide</vt:lpstr>
      <vt:lpstr>Pyramid slide</vt:lpstr>
      <vt:lpstr>Slide title</vt:lpstr>
      <vt:lpstr>Customer Story</vt:lpstr>
      <vt:lpstr>4 Images with title slide</vt:lpstr>
      <vt:lpstr>5 Images with title slide</vt:lpstr>
      <vt:lpstr>6 Images with title slide</vt:lpstr>
      <vt:lpstr>4 Speakers with Title 2</vt:lpstr>
      <vt:lpstr>5 Speakers with Title 2</vt:lpstr>
      <vt:lpstr>6 Speakers with Title 2</vt:lpstr>
      <vt:lpstr>Section Title</vt:lpstr>
      <vt:lpstr>Section Title</vt:lpstr>
      <vt:lpstr>Section Title</vt:lpstr>
      <vt:lpstr>Section Title</vt:lpstr>
      <vt:lpstr>Section Title</vt:lpstr>
      <vt:lpstr>Section Title</vt:lpstr>
      <vt:lpstr>Section Title</vt:lpstr>
      <vt:lpstr>Section Title</vt:lpstr>
      <vt:lpstr>Section Title</vt:lpstr>
      <vt:lpstr>Section Title</vt:lpstr>
      <vt:lpstr>Section Divider</vt:lpstr>
      <vt:lpstr>Section Divider </vt:lpstr>
      <vt:lpstr>Section Divider with Speaker  </vt:lpstr>
      <vt:lpstr>Section Divider with Speaker  </vt:lpstr>
      <vt:lpstr>THANK YOU</vt:lpstr>
      <vt:lpstr>THANK YOU  </vt:lpstr>
      <vt:lpstr>PowerPoint Presentation</vt:lpstr>
      <vt:lpstr>Microsoft at Events at a glance</vt:lpstr>
      <vt:lpstr>Event XXX Highlights</vt:lpstr>
      <vt:lpstr>Lessons learned &amp; future opportunities</vt:lpstr>
      <vt:lpstr>Lessons learned &amp; future opportunities</vt:lpstr>
      <vt:lpstr>Cross-team summary</vt:lpstr>
      <vt:lpstr>XXXX Analysis</vt:lpstr>
      <vt:lpstr>Analysis</vt:lpstr>
      <vt:lpstr>Blog/Video report</vt:lpstr>
      <vt:lpstr>A day in the life of XXX</vt:lpstr>
      <vt:lpstr>Organizational chart</vt:lpstr>
      <vt:lpstr>Profile slide</vt:lpstr>
      <vt:lpstr>Career</vt:lpstr>
      <vt:lpstr>Title Only with Content</vt:lpstr>
      <vt:lpstr>Title Only with Content</vt:lpstr>
      <vt:lpstr>Title Only with Content</vt:lpstr>
      <vt:lpstr>Title Only with Content</vt:lpstr>
      <vt:lpstr>Title Only with Content </vt:lpstr>
      <vt:lpstr>Agenda    </vt:lpstr>
      <vt:lpstr>AGENDA  </vt:lpstr>
      <vt:lpstr>Three column and graphic</vt:lpstr>
      <vt:lpstr>Four column and picture</vt:lpstr>
      <vt:lpstr>Lorem ipsum dolor sit amet         </vt:lpstr>
      <vt:lpstr>Trend overview slide</vt:lpstr>
      <vt:lpstr>Title with picture</vt:lpstr>
      <vt:lpstr>Title with picture 2</vt:lpstr>
      <vt:lpstr>Video embed </vt:lpstr>
      <vt:lpstr>Title with two layout</vt:lpstr>
      <vt:lpstr>Title with two layout 2</vt:lpstr>
      <vt:lpstr>Title with two layout 3 </vt:lpstr>
      <vt:lpstr>Title with two layout 4</vt:lpstr>
      <vt:lpstr>Title with two layout 5</vt:lpstr>
      <vt:lpstr>Title with three layout 1</vt:lpstr>
      <vt:lpstr>Title with three layout 2</vt:lpstr>
      <vt:lpstr>Title with four layout 1</vt:lpstr>
      <vt:lpstr>Title with four layout 2</vt:lpstr>
      <vt:lpstr>Title with five layout</vt:lpstr>
      <vt:lpstr>Title square photo layout </vt:lpstr>
      <vt:lpstr>Two photos side-by-side layout </vt:lpstr>
      <vt:lpstr>Square photo layout  </vt:lpstr>
      <vt:lpstr>Quote slide (This is a hidden title that should be left outside the slide for accessibility purposes)  </vt:lpstr>
      <vt:lpstr>Quote slide (This is a hidden title that should be left outside the slide for accessibility purposes)   </vt:lpstr>
      <vt:lpstr>Title with content and picture 1</vt:lpstr>
      <vt:lpstr>Title with graphic 2</vt:lpstr>
      <vt:lpstr>Example Timeline 1</vt:lpstr>
      <vt:lpstr>Example Timeline 2</vt:lpstr>
      <vt:lpstr>Table of 6 Column</vt:lpstr>
      <vt:lpstr>Table of 9 Column</vt:lpstr>
      <vt:lpstr>Chart</vt:lpstr>
      <vt:lpstr>Graphic slide</vt:lpstr>
      <vt:lpstr>Pyramid slide</vt:lpstr>
      <vt:lpstr>Slide title</vt:lpstr>
      <vt:lpstr>Customer Story </vt:lpstr>
      <vt:lpstr>4 Images with title slide 1</vt:lpstr>
      <vt:lpstr>4 Images with title slide 2</vt:lpstr>
      <vt:lpstr>4 Speakers with Title 3</vt:lpstr>
      <vt:lpstr>5 Images with title slide 1</vt:lpstr>
      <vt:lpstr>5 Speakers with Title 2</vt:lpstr>
      <vt:lpstr>6 Images with title slide 1</vt:lpstr>
      <vt:lpstr>6 Speakers with Title 2</vt:lpstr>
      <vt:lpstr>Section Title </vt:lpstr>
      <vt:lpstr>Section Title </vt:lpstr>
      <vt:lpstr>Section Title </vt:lpstr>
      <vt:lpstr>Section Title </vt:lpstr>
      <vt:lpstr>Section Title </vt:lpstr>
      <vt:lpstr>Section Title </vt:lpstr>
      <vt:lpstr>Section Title </vt:lpstr>
      <vt:lpstr>Section Title </vt:lpstr>
      <vt:lpstr>Section Title </vt:lpstr>
      <vt:lpstr>Section Title </vt:lpstr>
      <vt:lpstr>Section Divider</vt:lpstr>
      <vt:lpstr>Section Divider with Speaker</vt:lpstr>
      <vt:lpstr>THANK YOU   </vt:lpstr>
      <vt:lpstr>THANK YOU    </vt:lpstr>
      <vt:lpstr>PowerPoint Presentation</vt:lpstr>
      <vt:lpstr>Microsoft at Events at a glance</vt:lpstr>
      <vt:lpstr>Event XXX Highlights</vt:lpstr>
      <vt:lpstr>Lessons learned &amp; future opportunities</vt:lpstr>
      <vt:lpstr>Lessons learned &amp; future opportunities</vt:lpstr>
      <vt:lpstr>Cross-team summary</vt:lpstr>
      <vt:lpstr>XXXX Analysis</vt:lpstr>
      <vt:lpstr>Analysis</vt:lpstr>
      <vt:lpstr>Blog/Video report</vt:lpstr>
      <vt:lpstr>A day in the life of XXX</vt:lpstr>
      <vt:lpstr>Organizational chart</vt:lpstr>
      <vt:lpstr>Profile Slide</vt:lpstr>
      <vt:lpstr>Career</vt:lpstr>
      <vt:lpstr>Award slides 1</vt:lpstr>
      <vt:lpstr>Award slides 2</vt:lpstr>
      <vt:lpstr>Award slides 3</vt:lpstr>
      <vt:lpstr>Award slides 4</vt:lpstr>
      <vt:lpstr>Award slides 5</vt:lpstr>
      <vt:lpstr>Award slides 6</vt:lpstr>
      <vt:lpstr>Award slides 8</vt:lpstr>
      <vt:lpstr>1 Year Anniversary</vt:lpstr>
      <vt:lpstr>5 Years Anniversary</vt:lpstr>
      <vt:lpstr>10 Years Anniversary</vt:lpstr>
      <vt:lpstr>25 Years Anniversary</vt:lpstr>
      <vt:lpstr>Color Palette FY27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Sol Lee</cp:lastModifiedBy>
  <cp:revision>1</cp:revision>
  <dcterms:modified xsi:type="dcterms:W3CDTF">2026-08-11T02:58:36Z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lpwstr>4300.00000000000</vt:lpwstr>
  </property>
  <property fmtid="{D5CDD505-2E9C-101B-9397-08002B2CF9AE}" pid="3" name="_dlc_policyId">
    <vt:lpwstr>0x010100EBB060BEA107684587ABD24CEC0F7EF3|-369733750</vt:lpwstr>
  </property>
  <property fmtid="{D5CDD505-2E9C-101B-9397-08002B2CF9AE}" pid="4" name="MSIP_Label_f42aa342-8706-4288-bd11-ebb85995028c_Enabled">
    <vt:lpwstr>true</vt:lpwstr>
  </property>
  <property fmtid="{D5CDD505-2E9C-101B-9397-08002B2CF9AE}" pid="5" name="xd_ProgID">
    <vt:lpwstr/>
  </property>
  <property fmtid="{D5CDD505-2E9C-101B-9397-08002B2CF9AE}" pid="6" name="MediaServiceImageTags">
    <vt:lpwstr/>
  </property>
  <property fmtid="{D5CDD505-2E9C-101B-9397-08002B2CF9AE}" pid="7" name="ContentTypeId">
    <vt:lpwstr>0x0101001412FCCE3A4AED40AEEC600A330EF9CA</vt:lpwstr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dlc_LastRun">
    <vt:lpwstr>09/20/2024 18:23:57</vt:lpwstr>
  </property>
  <property fmtid="{D5CDD505-2E9C-101B-9397-08002B2CF9AE}" pid="11" name="MSIP_Label_f42aa342-8706-4288-bd11-ebb85995028c_SetDate">
    <vt:lpwstr>2024-05-29T13:20:26Z</vt:lpwstr>
  </property>
  <property fmtid="{D5CDD505-2E9C-101B-9397-08002B2CF9AE}" pid="12" name="_dlc_ItemStageId">
    <vt:lpwstr>1</vt:lpwstr>
  </property>
  <property fmtid="{D5CDD505-2E9C-101B-9397-08002B2CF9AE}" pid="13" name="MSIP_Label_f42aa342-8706-4288-bd11-ebb85995028c_Method">
    <vt:lpwstr>Standard</vt:lpwstr>
  </property>
  <property fmtid="{D5CDD505-2E9C-101B-9397-08002B2CF9AE}" pid="14" name="MSIP_Label_f42aa342-8706-4288-bd11-ebb85995028c_Name">
    <vt:lpwstr>Internal</vt:lpwstr>
  </property>
  <property fmtid="{D5CDD505-2E9C-101B-9397-08002B2CF9AE}" pid="15" name="MSIP_Label_f42aa342-8706-4288-bd11-ebb85995028c_SiteId">
    <vt:lpwstr>25b262c6-3135-4102-9fd1-8cc793b35eee</vt:lpwstr>
  </property>
  <property fmtid="{D5CDD505-2E9C-101B-9397-08002B2CF9AE}" pid="16" name="MSIP_Label_f42aa342-8706-4288-bd11-ebb85995028c_ContentBits">
    <vt:lpwstr>0</vt:lpwstr>
  </property>
  <property fmtid="{D5CDD505-2E9C-101B-9397-08002B2CF9AE}" pid="17" name="_ExtendedDescription">
    <vt:lpwstr/>
  </property>
  <property fmtid="{D5CDD505-2E9C-101B-9397-08002B2CF9AE}" pid="18" name="xd_Signature">
    <vt:lpwstr/>
  </property>
  <property fmtid="{D5CDD505-2E9C-101B-9397-08002B2CF9AE}" pid="19" name="ItemRetentionFormula">
    <vt:lpwstr>&lt;formula offset="7" unit="days" /&gt;</vt:lpwstr>
  </property>
  <property fmtid="{D5CDD505-2E9C-101B-9397-08002B2CF9AE}" pid="20" name="MSIP_Label_f42aa342-8706-4288-bd11-ebb85995028c_ActionId">
    <vt:lpwstr>5b6d4e66-84c3-4e4d-af4c-c488101aa33d</vt:lpwstr>
  </property>
  <property fmtid="{D5CDD505-2E9C-101B-9397-08002B2CF9AE}" pid="21" name="TriggerFlowInfo">
    <vt:lpwstr/>
  </property>
  <property fmtid="{D5CDD505-2E9C-101B-9397-08002B2CF9AE}" pid="22" name="_SourceUrl">
    <vt:lpwstr/>
  </property>
  <property fmtid="{D5CDD505-2E9C-101B-9397-08002B2CF9AE}" pid="23" name="_SharedFileIndex">
    <vt:lpwstr/>
  </property>
</Properties>
</file>